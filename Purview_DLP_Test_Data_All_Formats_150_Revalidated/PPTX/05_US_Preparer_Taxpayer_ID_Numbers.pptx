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89b7102afa498d" /><Relationship Type="http://schemas.openxmlformats.org/officeDocument/2006/relationships/extended-properties" Target="/docProps/app.xml" Id="R957b5ca4b7b141a3" /><Relationship Type="http://schemas.openxmlformats.org/officeDocument/2006/relationships/officeDocument" Target="/ppt/presentation.xml" Id="R593a32589cb64c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3776f2dde4f97"/>
  </p:sldMasterIdLst>
  <p:notesMasterIdLst>
    <p:notesMasterId xmlns:r="http://schemas.openxmlformats.org/officeDocument/2006/relationships" r:id="Rdad2c699bab24b09"/>
  </p:notesMasterIdLst>
  <p:sldIdLst>
    <p:sldId xmlns:r="http://schemas.openxmlformats.org/officeDocument/2006/relationships" id="256" r:id="R1aa0bb0d7fee4635"/>
    <p:sldId xmlns:r="http://schemas.openxmlformats.org/officeDocument/2006/relationships" id="257" r:id="R1ba2b23ceffd4c2e"/>
    <p:sldId xmlns:r="http://schemas.openxmlformats.org/officeDocument/2006/relationships" id="258" r:id="Rb818a96015204ed5"/>
    <p:sldId xmlns:r="http://schemas.openxmlformats.org/officeDocument/2006/relationships" id="259" r:id="R67673131f9c447cb"/>
    <p:sldId xmlns:r="http://schemas.openxmlformats.org/officeDocument/2006/relationships" id="260" r:id="R1fa58774515d4791"/>
    <p:sldId xmlns:r="http://schemas.openxmlformats.org/officeDocument/2006/relationships" id="261" r:id="Rbae918bcb2f64f3e"/>
    <p:sldId xmlns:r="http://schemas.openxmlformats.org/officeDocument/2006/relationships" id="262" r:id="Rcb6c7923c6734bdb"/>
    <p:sldId xmlns:r="http://schemas.openxmlformats.org/officeDocument/2006/relationships" id="263" r:id="R45d288edf9ab4661"/>
    <p:sldId xmlns:r="http://schemas.openxmlformats.org/officeDocument/2006/relationships" id="264" r:id="R91f4185ea147448d"/>
    <p:sldId xmlns:r="http://schemas.openxmlformats.org/officeDocument/2006/relationships" id="265" r:id="R1afccaac1b6b4a4c"/>
    <p:sldId xmlns:r="http://schemas.openxmlformats.org/officeDocument/2006/relationships" id="266" r:id="Rcc8f440b821446e2"/>
    <p:sldId xmlns:r="http://schemas.openxmlformats.org/officeDocument/2006/relationships" id="267" r:id="Re7d4e338b1fc4f75"/>
    <p:sldId xmlns:r="http://schemas.openxmlformats.org/officeDocument/2006/relationships" id="268" r:id="R8c08f816cde942fe"/>
    <p:sldId xmlns:r="http://schemas.openxmlformats.org/officeDocument/2006/relationships" id="269" r:id="R1dfb0eee22474766"/>
    <p:sldId xmlns:r="http://schemas.openxmlformats.org/officeDocument/2006/relationships" id="270" r:id="Rb7c543bb1d824b5b"/>
    <p:sldId xmlns:r="http://schemas.openxmlformats.org/officeDocument/2006/relationships" id="271" r:id="R3f5a305b59c34387"/>
    <p:sldId xmlns:r="http://schemas.openxmlformats.org/officeDocument/2006/relationships" id="272" r:id="R1588ce6bc15d4bbf"/>
    <p:sldId xmlns:r="http://schemas.openxmlformats.org/officeDocument/2006/relationships" id="273" r:id="Raf01f88bfe1743be"/>
    <p:sldId xmlns:r="http://schemas.openxmlformats.org/officeDocument/2006/relationships" id="274" r:id="Rb26b79a24f6f4210"/>
    <p:sldId xmlns:r="http://schemas.openxmlformats.org/officeDocument/2006/relationships" id="275" r:id="Rec9e89b7481c4889"/>
    <p:sldId xmlns:r="http://schemas.openxmlformats.org/officeDocument/2006/relationships" id="276" r:id="Rab10a6720a2e4097"/>
    <p:sldId xmlns:r="http://schemas.openxmlformats.org/officeDocument/2006/relationships" id="277" r:id="Rc6ed2f2421154c5e"/>
    <p:sldId xmlns:r="http://schemas.openxmlformats.org/officeDocument/2006/relationships" id="278" r:id="R8593defa7acc4a72"/>
    <p:sldId xmlns:r="http://schemas.openxmlformats.org/officeDocument/2006/relationships" id="279" r:id="R5c4324756f43412e"/>
    <p:sldId xmlns:r="http://schemas.openxmlformats.org/officeDocument/2006/relationships" id="280" r:id="Rbd615b7c34d14f94"/>
    <p:sldId xmlns:r="http://schemas.openxmlformats.org/officeDocument/2006/relationships" id="281" r:id="R1a530407bee84ebf"/>
    <p:sldId xmlns:r="http://schemas.openxmlformats.org/officeDocument/2006/relationships" id="282" r:id="R4e6e4590afc04b51"/>
    <p:sldId xmlns:r="http://schemas.openxmlformats.org/officeDocument/2006/relationships" id="283" r:id="R5d170481ee2840ee"/>
    <p:sldId xmlns:r="http://schemas.openxmlformats.org/officeDocument/2006/relationships" id="284" r:id="R68262d112c664b85"/>
    <p:sldId xmlns:r="http://schemas.openxmlformats.org/officeDocument/2006/relationships" id="285" r:id="Rf1d98cf3df4f4b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6dc73085540d8" /><Relationship Type="http://schemas.openxmlformats.org/officeDocument/2006/relationships/slideMaster" Target="/ppt/slideMasters/slideMaster1.xml" Id="R75f3776f2dde4f97" /><Relationship Type="http://schemas.openxmlformats.org/officeDocument/2006/relationships/notesMaster" Target="/ppt/notesMasters/notesMaster1.xml" Id="Rdad2c699bab24b09" /><Relationship Type="http://schemas.openxmlformats.org/officeDocument/2006/relationships/presProps" Target="/ppt/presProps.xml" Id="R6fb48bb97cb34998" /><Relationship Type="http://schemas.openxmlformats.org/officeDocument/2006/relationships/tableStyles" Target="/ppt/tableStyles.xml" Id="R0ba801f778c448e0" /><Relationship Type="http://schemas.openxmlformats.org/officeDocument/2006/relationships/slide" Target="/ppt/slides/slide1.xml" Id="R1aa0bb0d7fee4635" /><Relationship Type="http://schemas.openxmlformats.org/officeDocument/2006/relationships/slide" Target="/ppt/slides/slide2.xml" Id="R1ba2b23ceffd4c2e" /><Relationship Type="http://schemas.openxmlformats.org/officeDocument/2006/relationships/slide" Target="/ppt/slides/slide3.xml" Id="Rb818a96015204ed5" /><Relationship Type="http://schemas.openxmlformats.org/officeDocument/2006/relationships/slide" Target="/ppt/slides/slide4.xml" Id="R67673131f9c447cb" /><Relationship Type="http://schemas.openxmlformats.org/officeDocument/2006/relationships/slide" Target="/ppt/slides/slide5.xml" Id="R1fa58774515d4791" /><Relationship Type="http://schemas.openxmlformats.org/officeDocument/2006/relationships/slide" Target="/ppt/slides/slide6.xml" Id="Rbae918bcb2f64f3e" /><Relationship Type="http://schemas.openxmlformats.org/officeDocument/2006/relationships/slide" Target="/ppt/slides/slide7.xml" Id="Rcb6c7923c6734bdb" /><Relationship Type="http://schemas.openxmlformats.org/officeDocument/2006/relationships/slide" Target="/ppt/slides/slide8.xml" Id="R45d288edf9ab4661" /><Relationship Type="http://schemas.openxmlformats.org/officeDocument/2006/relationships/slide" Target="/ppt/slides/slide9.xml" Id="R91f4185ea147448d" /><Relationship Type="http://schemas.openxmlformats.org/officeDocument/2006/relationships/slide" Target="/ppt/slides/slide10.xml" Id="R1afccaac1b6b4a4c" /><Relationship Type="http://schemas.openxmlformats.org/officeDocument/2006/relationships/slide" Target="/ppt/slides/slide11.xml" Id="Rcc8f440b821446e2" /><Relationship Type="http://schemas.openxmlformats.org/officeDocument/2006/relationships/slide" Target="/ppt/slides/slide12.xml" Id="Re7d4e338b1fc4f75" /><Relationship Type="http://schemas.openxmlformats.org/officeDocument/2006/relationships/slide" Target="/ppt/slides/slide13.xml" Id="R8c08f816cde942fe" /><Relationship Type="http://schemas.openxmlformats.org/officeDocument/2006/relationships/slide" Target="/ppt/slides/slide14.xml" Id="R1dfb0eee22474766" /><Relationship Type="http://schemas.openxmlformats.org/officeDocument/2006/relationships/slide" Target="/ppt/slides/slide15.xml" Id="Rb7c543bb1d824b5b" /><Relationship Type="http://schemas.openxmlformats.org/officeDocument/2006/relationships/slide" Target="/ppt/slides/slide16.xml" Id="R3f5a305b59c34387" /><Relationship Type="http://schemas.openxmlformats.org/officeDocument/2006/relationships/slide" Target="/ppt/slides/slide17.xml" Id="R1588ce6bc15d4bbf" /><Relationship Type="http://schemas.openxmlformats.org/officeDocument/2006/relationships/slide" Target="/ppt/slides/slide18.xml" Id="Raf01f88bfe1743be" /><Relationship Type="http://schemas.openxmlformats.org/officeDocument/2006/relationships/slide" Target="/ppt/slides/slide19.xml" Id="Rb26b79a24f6f4210" /><Relationship Type="http://schemas.openxmlformats.org/officeDocument/2006/relationships/slide" Target="/ppt/slides/slide20.xml" Id="Rec9e89b7481c4889" /><Relationship Type="http://schemas.openxmlformats.org/officeDocument/2006/relationships/slide" Target="/ppt/slides/slide21.xml" Id="Rab10a6720a2e4097" /><Relationship Type="http://schemas.openxmlformats.org/officeDocument/2006/relationships/slide" Target="/ppt/slides/slide22.xml" Id="Rc6ed2f2421154c5e" /><Relationship Type="http://schemas.openxmlformats.org/officeDocument/2006/relationships/slide" Target="/ppt/slides/slide23.xml" Id="R8593defa7acc4a72" /><Relationship Type="http://schemas.openxmlformats.org/officeDocument/2006/relationships/slide" Target="/ppt/slides/slide24.xml" Id="R5c4324756f43412e" /><Relationship Type="http://schemas.openxmlformats.org/officeDocument/2006/relationships/slide" Target="/ppt/slides/slide25.xml" Id="Rbd615b7c34d14f94" /><Relationship Type="http://schemas.openxmlformats.org/officeDocument/2006/relationships/slide" Target="/ppt/slides/slide26.xml" Id="R1a530407bee84ebf" /><Relationship Type="http://schemas.openxmlformats.org/officeDocument/2006/relationships/slide" Target="/ppt/slides/slide27.xml" Id="R4e6e4590afc04b51" /><Relationship Type="http://schemas.openxmlformats.org/officeDocument/2006/relationships/slide" Target="/ppt/slides/slide28.xml" Id="R5d170481ee2840ee" /><Relationship Type="http://schemas.openxmlformats.org/officeDocument/2006/relationships/slide" Target="/ppt/slides/slide29.xml" Id="R68262d112c664b85" /><Relationship Type="http://schemas.openxmlformats.org/officeDocument/2006/relationships/slide" Target="/ppt/slides/slide30.xml" Id="Rf1d98cf3df4f4b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d876d9ef5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3af250a5a4cba" /><Relationship Type="http://schemas.openxmlformats.org/officeDocument/2006/relationships/notesMaster" Target="/ppt/notesMasters/notesMaster1.xml" Id="R6b34cb5d06fe45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0454b0681e4f71" /><Relationship Type="http://schemas.openxmlformats.org/officeDocument/2006/relationships/notesMaster" Target="/ppt/notesMasters/notesMaster1.xml" Id="R290e57875bf641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d89e93e59b46de" /><Relationship Type="http://schemas.openxmlformats.org/officeDocument/2006/relationships/notesMaster" Target="/ppt/notesMasters/notesMaster1.xml" Id="Rcf15ee04dea6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148714700b4796" /><Relationship Type="http://schemas.openxmlformats.org/officeDocument/2006/relationships/notesMaster" Target="/ppt/notesMasters/notesMaster1.xml" Id="R7fa7d03080bc44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f91268c4094c68" /><Relationship Type="http://schemas.openxmlformats.org/officeDocument/2006/relationships/notesMaster" Target="/ppt/notesMasters/notesMaster1.xml" Id="R1916a9b53d144e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b341068542403c" /><Relationship Type="http://schemas.openxmlformats.org/officeDocument/2006/relationships/notesMaster" Target="/ppt/notesMasters/notesMaster1.xml" Id="R650eadf2333f42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6c4f294c04352" /><Relationship Type="http://schemas.openxmlformats.org/officeDocument/2006/relationships/notesMaster" Target="/ppt/notesMasters/notesMaster1.xml" Id="R1f67cd7c4d034b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ffe0f682b94212" /><Relationship Type="http://schemas.openxmlformats.org/officeDocument/2006/relationships/notesMaster" Target="/ppt/notesMasters/notesMaster1.xml" Id="Re21969f1baa243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ac117167be4364" /><Relationship Type="http://schemas.openxmlformats.org/officeDocument/2006/relationships/notesMaster" Target="/ppt/notesMasters/notesMaster1.xml" Id="Rbaa05bd977c442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6ffcd092924e80" /><Relationship Type="http://schemas.openxmlformats.org/officeDocument/2006/relationships/notesMaster" Target="/ppt/notesMasters/notesMaster1.xml" Id="R766ca9f2097040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aa6874c4374b4f" /><Relationship Type="http://schemas.openxmlformats.org/officeDocument/2006/relationships/notesMaster" Target="/ppt/notesMasters/notesMaster1.xml" Id="R25636ba3964a46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c0f7fbb2234cc5" /><Relationship Type="http://schemas.openxmlformats.org/officeDocument/2006/relationships/notesMaster" Target="/ppt/notesMasters/notesMaster1.xml" Id="R04f62d594a8c46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79d552f6dc4298" /><Relationship Type="http://schemas.openxmlformats.org/officeDocument/2006/relationships/notesMaster" Target="/ppt/notesMasters/notesMaster1.xml" Id="Rddee3d822d6944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f140527e16446d" /><Relationship Type="http://schemas.openxmlformats.org/officeDocument/2006/relationships/notesMaster" Target="/ppt/notesMasters/notesMaster1.xml" Id="Raa1dc5b60e3e46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aacad7b42d480e" /><Relationship Type="http://schemas.openxmlformats.org/officeDocument/2006/relationships/notesMaster" Target="/ppt/notesMasters/notesMaster1.xml" Id="Rc7d4ec70c2eb48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bec50fec7348ea" /><Relationship Type="http://schemas.openxmlformats.org/officeDocument/2006/relationships/notesMaster" Target="/ppt/notesMasters/notesMaster1.xml" Id="Rcba05c2143eb4f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6721562dc74319" /><Relationship Type="http://schemas.openxmlformats.org/officeDocument/2006/relationships/notesMaster" Target="/ppt/notesMasters/notesMaster1.xml" Id="R90376f93e0cf4a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5e4d1268774e44" /><Relationship Type="http://schemas.openxmlformats.org/officeDocument/2006/relationships/notesMaster" Target="/ppt/notesMasters/notesMaster1.xml" Id="Rab99d80c228d43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ef364f68034b87" /><Relationship Type="http://schemas.openxmlformats.org/officeDocument/2006/relationships/notesMaster" Target="/ppt/notesMasters/notesMaster1.xml" Id="R59669592499f48d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426b813fb24dc4" /><Relationship Type="http://schemas.openxmlformats.org/officeDocument/2006/relationships/notesMaster" Target="/ppt/notesMasters/notesMaster1.xml" Id="R596ef28cd4964d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756cff7d5049c4" /><Relationship Type="http://schemas.openxmlformats.org/officeDocument/2006/relationships/notesMaster" Target="/ppt/notesMasters/notesMaster1.xml" Id="R3b2cad5ffdc94d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522581f4644635" /><Relationship Type="http://schemas.openxmlformats.org/officeDocument/2006/relationships/notesMaster" Target="/ppt/notesMasters/notesMaster1.xml" Id="R289817c46a884d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b8bd67f259417e" /><Relationship Type="http://schemas.openxmlformats.org/officeDocument/2006/relationships/notesMaster" Target="/ppt/notesMasters/notesMaster1.xml" Id="R19627d5d1eac44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06b6476f364e4b" /><Relationship Type="http://schemas.openxmlformats.org/officeDocument/2006/relationships/notesMaster" Target="/ppt/notesMasters/notesMaster1.xml" Id="R5baaca2276fa4a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0de4ba62a8426e" /><Relationship Type="http://schemas.openxmlformats.org/officeDocument/2006/relationships/notesMaster" Target="/ppt/notesMasters/notesMaster1.xml" Id="Rdfb1632452db47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874dafea6a4197" /><Relationship Type="http://schemas.openxmlformats.org/officeDocument/2006/relationships/notesMaster" Target="/ppt/notesMasters/notesMaster1.xml" Id="Rcf20acdfbda442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9125272e404384" /><Relationship Type="http://schemas.openxmlformats.org/officeDocument/2006/relationships/notesMaster" Target="/ppt/notesMasters/notesMaster1.xml" Id="R62d6dee4711b4f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83affed0354204" /><Relationship Type="http://schemas.openxmlformats.org/officeDocument/2006/relationships/notesMaster" Target="/ppt/notesMasters/notesMaster1.xml" Id="R0a0957850b534a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dbe50a1718646d1" /><Relationship Type="http://schemas.openxmlformats.org/officeDocument/2006/relationships/notesMaster" Target="/ppt/notesMasters/notesMaster1.xml" Id="R9142acb0d2f34d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d9745a162d4047" /><Relationship Type="http://schemas.openxmlformats.org/officeDocument/2006/relationships/notesMaster" Target="/ppt/notesMasters/notesMaster1.xml" Id="Rd96c3241415c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https://learn.microsoft.com/en-us/purview/sit-sensitive-information-type-entity-definitions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f7677b07940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0571bdc86477b" /><Relationship Type="http://schemas.openxmlformats.org/officeDocument/2006/relationships/slideLayout" Target="/ppt/slideLayouts/slideLayout1.xml" Id="Ree9dfd511d0b42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9dfd511d0b42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bb10950714ae9" /><Relationship Type="http://schemas.openxmlformats.org/officeDocument/2006/relationships/notesSlide" Target="/ppt/notesSlides/notesSlide1.xml" Id="R582a74be09a6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46d445068433a" /><Relationship Type="http://schemas.openxmlformats.org/officeDocument/2006/relationships/notesSlide" Target="/ppt/notesSlides/notesSlide2.xml" Id="R4c87c1c0d49d43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96e6d6b384022" /><Relationship Type="http://schemas.openxmlformats.org/officeDocument/2006/relationships/notesSlide" Target="/ppt/notesSlides/notesSlide3.xml" Id="R1374593a88a748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941ca3d3a4769" /><Relationship Type="http://schemas.openxmlformats.org/officeDocument/2006/relationships/notesSlide" Target="/ppt/notesSlides/notesSlide4.xml" Id="R9afff1e46356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0a0c0201448f5" /><Relationship Type="http://schemas.openxmlformats.org/officeDocument/2006/relationships/notesSlide" Target="/ppt/notesSlides/notesSlide5.xml" Id="R87fcb707b28d4e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5a6fad7754583" /><Relationship Type="http://schemas.openxmlformats.org/officeDocument/2006/relationships/notesSlide" Target="/ppt/notesSlides/notesSlide6.xml" Id="R9d58e0ed8d6543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2b1b4b2ba447e" /><Relationship Type="http://schemas.openxmlformats.org/officeDocument/2006/relationships/notesSlide" Target="/ppt/notesSlides/notesSlide7.xml" Id="Rd2da6fa250614c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62d35fd914841" /><Relationship Type="http://schemas.openxmlformats.org/officeDocument/2006/relationships/notesSlide" Target="/ppt/notesSlides/notesSlide8.xml" Id="Rc35123a1204449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babff17694747" /><Relationship Type="http://schemas.openxmlformats.org/officeDocument/2006/relationships/notesSlide" Target="/ppt/notesSlides/notesSlide9.xml" Id="Rc299c028bc0549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645ad58de48f6" /><Relationship Type="http://schemas.openxmlformats.org/officeDocument/2006/relationships/notesSlide" Target="/ppt/notesSlides/notesSlide10.xml" Id="R01ba4e8ce54145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a8b65de284995" /><Relationship Type="http://schemas.openxmlformats.org/officeDocument/2006/relationships/notesSlide" Target="/ppt/notesSlides/notesSlide11.xml" Id="R49f0d50d7ca04b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fa691e624370" /><Relationship Type="http://schemas.openxmlformats.org/officeDocument/2006/relationships/notesSlide" Target="/ppt/notesSlides/notesSlide12.xml" Id="Rec62464c399b4d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c5fbb00674668" /><Relationship Type="http://schemas.openxmlformats.org/officeDocument/2006/relationships/notesSlide" Target="/ppt/notesSlides/notesSlide13.xml" Id="R82a20f5b053945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dbc7a36d488a" /><Relationship Type="http://schemas.openxmlformats.org/officeDocument/2006/relationships/notesSlide" Target="/ppt/notesSlides/notesSlide14.xml" Id="R4d9519fdc4f341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c35c3e2f24622" /><Relationship Type="http://schemas.openxmlformats.org/officeDocument/2006/relationships/notesSlide" Target="/ppt/notesSlides/notesSlide15.xml" Id="Rb8ed837c56a740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d411216044b36" /><Relationship Type="http://schemas.openxmlformats.org/officeDocument/2006/relationships/notesSlide" Target="/ppt/notesSlides/notesSlide16.xml" Id="R63b5a01d02b247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2a82ca6a143b2" /><Relationship Type="http://schemas.openxmlformats.org/officeDocument/2006/relationships/notesSlide" Target="/ppt/notesSlides/notesSlide17.xml" Id="Rfdda881bf06e44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ef0745dc14630" /><Relationship Type="http://schemas.openxmlformats.org/officeDocument/2006/relationships/notesSlide" Target="/ppt/notesSlides/notesSlide18.xml" Id="Radf71aa6b58b4d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c6c19161641e1" /><Relationship Type="http://schemas.openxmlformats.org/officeDocument/2006/relationships/notesSlide" Target="/ppt/notesSlides/notesSlide19.xml" Id="R3e11d954aff746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7498d1c5048b8" /><Relationship Type="http://schemas.openxmlformats.org/officeDocument/2006/relationships/notesSlide" Target="/ppt/notesSlides/notesSlide20.xml" Id="Rcb341a275b6f44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8990d20b44699" /><Relationship Type="http://schemas.openxmlformats.org/officeDocument/2006/relationships/notesSlide" Target="/ppt/notesSlides/notesSlide21.xml" Id="R04ce17fce0c849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758549b994317" /><Relationship Type="http://schemas.openxmlformats.org/officeDocument/2006/relationships/notesSlide" Target="/ppt/notesSlides/notesSlide22.xml" Id="R81a36631f45848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9ec28b4894934" /><Relationship Type="http://schemas.openxmlformats.org/officeDocument/2006/relationships/notesSlide" Target="/ppt/notesSlides/notesSlide23.xml" Id="R79bb86079c41426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f78366323435f" /><Relationship Type="http://schemas.openxmlformats.org/officeDocument/2006/relationships/notesSlide" Target="/ppt/notesSlides/notesSlide24.xml" Id="R6a6c441e69a74e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21addac9a4ca0" /><Relationship Type="http://schemas.openxmlformats.org/officeDocument/2006/relationships/notesSlide" Target="/ppt/notesSlides/notesSlide25.xml" Id="Rc2ed0231b8014e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b574923da4151" /><Relationship Type="http://schemas.openxmlformats.org/officeDocument/2006/relationships/notesSlide" Target="/ppt/notesSlides/notesSlide26.xml" Id="R39fa2d47b2944f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54bf963844a65" /><Relationship Type="http://schemas.openxmlformats.org/officeDocument/2006/relationships/notesSlide" Target="/ppt/notesSlides/notesSlide27.xml" Id="Rd0c7ea888bb849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06e4abed64838" /><Relationship Type="http://schemas.openxmlformats.org/officeDocument/2006/relationships/notesSlide" Target="/ppt/notesSlides/notesSlide28.xml" Id="R701f7af6769148a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50df4e1bf4837" /><Relationship Type="http://schemas.openxmlformats.org/officeDocument/2006/relationships/notesSlide" Target="/ppt/notesSlides/notesSlide29.xml" Id="Rf61d40d80c39440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9f7c83b11467c" /><Relationship Type="http://schemas.openxmlformats.org/officeDocument/2006/relationships/notesSlide" Target="/ppt/notesSlides/notesSlide30.xml" Id="R1b0b39deb7eb4a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8F5D2A99-95AA-483A-A509-EC22CF91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463C35DB-9BDC-43C3-A232-EB46043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97D5C7B9-762F-4B3B-A92B-64354B5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67FDFEAF-F92D-48AD-B670-AB402A99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Preparer Tax Identification Number (PTIN): P00000001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1B496ED2-124E-4FD7-AAE0-6DEEDD57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Evelyn Martin  |  Physical Address: 3555 Silver Glen Lane, Charlotte, NC 28202, USA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3F32B1A0-100E-4559-BC1C-F06BB070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ED31DA85-8158-4BCD-AC80-36EE8E38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A0F6C4B3-8271-45C9-8752-703B37F2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Preparer Tax Identification Number (PTIN): P00000002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2EC03681-9EC0-4492-9ABD-A154D926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Amelia Davis  |  Physical Address: 3592 Golden Glen Lane, Salt Lake City, UT 84101, USA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05E7A47B-7786-441C-9C9E-6BE13649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60ECB9A9-3901-43F9-896A-C850DC79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7B04B5D5-5C6D-49FB-BD1A-A621267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Preparer Tax Identification Number (PTIN): P00000003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81304964-D514-41D8-9DA6-15D78FC0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Sophia Robinson  |  Physical Address: 3629 Cedar Glen Lane, Atlanta, GA 30303, USA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7E649E88-0225-463A-8E6E-87F4DC0A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87134512-9EFB-42A5-A6C4-EE26FCB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9D470721-9649-4BDE-9A0C-36467167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Preparer Tax Identification Number (PTIN): P00000004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8AB57227-8546-49A9-B266-3DCC2074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Olivia Taylor  |  Physical Address: 3666 Willow Glen Lane, Columbus, OH 43215, USA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1ED1BC03-07F3-4170-88AA-975101D0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1A84E2F6-53FD-4C66-8417-D1498C97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1331FC8B-01D3-48CD-A13A-7295DBF5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Preparer Tax Identification Number (PTIN): P00000005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8537DCEC-6EC0-4621-B4F2-42EA18AB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Evelyn Lee  |  Physical Address: 3703 Maple Glen Lane, Phoenix, AZ 85004, USA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45687EAC-8D76-4C2D-9A1D-A2EC326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5731DDB5-8AE8-4F76-BB36-95088AD4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68934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2236A2AE-D231-4A9C-98BE-6EBD5227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34BD2240-FCA8-4BD2-B420-CC8C4042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47396A85-DAD7-40B6-91FC-6933A130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C0029581-28F6-4384-9396-32A71C7D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Preparer Tax Identification Number (PTIN): P00000006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C5315789-9879-4C69-B861-66516269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Amelia Jackson  |  Physical Address: 3740 River Glen Lane, Philadelphia, PA 19103, USA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8282AA2A-6DED-4781-BAA4-98256F84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FA644419-0D5F-4E35-98D5-6EBF5D7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09DF40B5-F373-4D34-BA5E-7AC16B6B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Preparer Tax Identification Number (PTIN): P00000007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B817A3BF-6FF5-4EB3-B0D5-E512558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Sophia Johnson  |  Physical Address: 3777 Meadow Glen Lane, Denver, CO 80202, USA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2DF6B273-E4F9-45B7-A6A3-C358505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78DA5F6D-A2BA-4F9E-9700-1809DA63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3EF3C26F-B2CB-496D-95A1-5D03C2DB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Preparer Tax Identification Number (PTIN): P00000008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AEAC1058-789D-48BE-AACD-CE283127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Olivia Thompson  |  Physical Address: 3814 Highland Glen Lane, Nashville, TN 37219, USA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859D79E8-0E35-4D5C-B8CF-9C4C0276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10FBF5D3-F24E-4D2A-AD54-DA4B52B1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6CD11E9B-D2DE-4B11-BF53-1229F7B3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Preparer Tax Identification Number (PTIN): P00000009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04B715AE-E853-4EF3-942C-B5778522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Evelyn Davis  |  Physical Address: 3851 Sunset Glen Lane, Austin, TX 78701, USA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A78238F8-10CD-49A3-900A-BC5CC133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E925B06E-2DC2-4A17-81D4-90B573E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B9C5FD39-532D-4BD1-937A-071E8507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Preparer Tax Identification Number (PTIN): P00000010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1CE53AAB-1139-486B-9D83-9B88B04E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Amelia Robinson  |  Physical Address: 3888 Pine Glen Lane, Chicago, IL 60601, USA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091D7FBC-27D8-456B-9C26-AD9F4020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331F85D7-B24C-4341-99EE-BB1B7E85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94547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9D542BF0-498E-4F5C-AC89-FED6F98D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062FA78D-DD0C-4489-A934-1502803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D6ACC053-CBA8-4A1D-ACA7-58D07EC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828C3E17-79F4-43E0-B5C3-F1069F1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Preparer Tax Identification Number (PTIN): P00000011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6322BD38-E416-4119-906A-79A1E4BD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Sophia Taylor  |  Physical Address: 3925 Lake Glen Lane, Richmond, VA 23219, USA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0B88BD6E-9443-4CF6-A31E-BD255CC7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3ADBAC12-98C8-4230-8B03-1507588C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1C8B231D-CF67-4DFB-9836-05E0E4A6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Preparer Tax Identification Number (PTIN): P00000012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3A7A8627-2317-4B72-958D-FF38C2FB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Olivia Walker  |  Physical Address: 3962 Forest Glen Lane, Portland, OR 97205, USA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C90EC89A-E3E2-4F58-99AA-84F17EB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3FFE308D-21A3-44EE-8EA7-BA83A4B6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2513BDD6-E592-44F4-A1B5-359AEEB6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Preparer Tax Identification Number (PTIN): P00000013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700FAD31-5CFB-4DC1-9870-97BABFE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Evelyn Jackson  |  Physical Address: 3999 Silver Brook Lane, San Diego, CA 92101, USA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9377396E-ABEA-4F0D-8E2F-7DE41EF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1F4588E7-319E-49AF-8FF6-41B1676C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F72E9159-21BB-4449-900F-C2531168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Preparer Tax Identification Number (PTIN): P00000014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442A7F36-40B3-4FAB-A619-757A8281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Amelia Johnson  |  Physical Address: 4036 Golden Brook Lane, Boston, MA 02108, USA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FFF039C0-BB1C-4AC6-AE51-4B9AB6C4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1283420D-BFE6-4F07-B663-4F6B0F96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B3AEB2D2-1C80-44A8-A97B-E1EA4CBE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Preparer Tax Identification Number (PTIN): P00000015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75D7058F-456A-475D-90EB-202E07A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Sophia Thompson  |  Physical Address: 4073 Cedar Brook Lane, Minneapolis, MN 55401, USA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434E09DF-22D6-4CCA-AEFE-B3FEA79C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2064E4E0-5941-4EF7-9A26-306CE8C6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38198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8F7DCA4E-8DB6-44A0-A73B-9A5E7233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155F62F4-D091-4613-813F-7AE230B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8B070510-2CA3-406D-BA74-069E158B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D1FEE03B-97DD-427D-AF31-3BE55C5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Preparer Tax Identification Number (PTIN): P00000016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41B9AF84-B293-4D5B-9BA9-8759F24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Olivia Miller  |  Physical Address: 4110 Willow Brook Lane, Seattle, WA 98101, USA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9A77C0B0-1187-4DF8-9DBE-CEB81B46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0FD1E6DC-7A5E-42DD-89F4-4AEBFD15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81E7DD10-7738-4A2D-8105-570CF225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Preparer Tax Identification Number (PTIN): P00000017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2F31BE73-A50C-41F2-988B-8BB231EA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Evelyn Robinson  |  Physical Address: 4147 Maple Brook Lane, Charlotte, NC 28202, USA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4CFD6B92-5510-4FDA-946D-EF2EB8C4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516CE7D8-C4D4-4889-A438-21B3073F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33634E99-AA29-4997-9A81-73DDA80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Preparer Tax Identification Number (PTIN): P00000018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72656F80-9A55-4CA6-AA88-F1687540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Amelia Taylor  |  Physical Address: 4184 River Brook Lane, Salt Lake City, UT 84101, USA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5FDBC5E2-5F04-43D8-96AD-D74540F8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0861DE23-A705-40CB-B1D0-BAB1FFD9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F5B383AA-DAD5-4AB0-96DC-751CAA10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Preparer Tax Identification Number (PTIN): P00000019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D4391789-45A4-4915-B845-549A32DB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Sophia Walker  |  Physical Address: 4221 Meadow Brook Lane, Atlanta, GA 30303, USA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9595C1CB-C53E-44D4-84F4-086A6CC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FADB2521-C996-4365-BBB2-722A0D5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8CD198CC-34A5-459C-9F23-082BEFD7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Preparer Tax Identification Number (PTIN): P00000020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5EF082E0-C1AD-43D1-91CD-DA305FD3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Olivia White  |  Physical Address: 4258 Highland Brook Lane, Columbus, OH 43215, USA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65D34C22-90FE-44D6-836F-41A95D7C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6F77BBE5-33B0-40E2-8B46-2D2CF753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29771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BE54B76B-D08B-4116-B889-E060D70D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9101EA07-B499-4164-B7FE-BD89096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E820B498-C496-4762-9B9C-6F6FAF7E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E1C8AB3B-89DD-4FA1-B3A7-A048D4A4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Preparer Tax Identification Number (PTIN): P00000021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E35D2ABB-BE86-4DE5-BA87-868435F9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Evelyn Johnson  |  Physical Address: 4295 Sunset Brook Lane, Phoenix, AZ 85004, USA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FC1C0962-815A-4F4F-91CD-69B0DEC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61C08DAD-A15E-41A4-BBB4-3A05553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125DAF21-C0DD-4D78-A33F-92E0967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Preparer Tax Identification Number (PTIN): P00000022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956F927E-0B6C-41B9-9CF2-E3AA578B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Amelia Thompson  |  Physical Address: 4332 Pine Brook Lane, Philadelphia, PA 19103, USA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113267FA-5E70-4CFA-8956-B4F4A765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99653D5A-51A9-48B5-9A1B-1C8AE9FF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A17765C0-F97B-4ECA-A5AE-3318D182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Preparer Tax Identification Number (PTIN): P00000023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72B37013-879F-4F73-9045-B496CCC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Sophia Miller  |  Physical Address: 4369 Lake Brook Lane, Denver, CO 80202, USA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3728C260-DF79-43E3-8E7B-F848DD33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305754B7-CB9D-419B-8016-857A3B96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7F0122CE-3A4B-4FE6-A152-806F5D1A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Preparer Tax Identification Number (PTIN): P00000024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A24B7A84-CCB5-43E8-90E3-E49C1AB2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Mason Clark  |  Physical Address: 4406 Forest Brook Lane, Nashville, TN 37219, USA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43131921-0909-45AB-81F4-B7996C04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16E8B84C-40C8-4FBA-BFAC-9D144FA8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60EB1709-A2BD-41AC-BA10-03185696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Preparer Tax Identification Number (PTIN): P00000025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B1FE38DA-BBF9-4A07-AD62-A62205A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Daniel Taylor  |  Physical Address: 4443 Silver Field Lane, Austin, TX 78701, USA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CB7E1BF6-2A69-4F4D-AD98-8199708F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546F5928-28F3-44A8-8556-978F10E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441297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CBFAFAC1-857D-4D9D-A90B-4D32CB6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ABC552BD-0DC2-42C3-9B38-17AA6507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9E098F77-0413-4E4C-A150-E96E6C02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515514F0-8505-44FA-AE3D-0DCB118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Preparer Tax Identification Number (PTIN): P00000026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CAACCBCB-B32A-4C0C-881F-EB79DFF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James Walker  |  Physical Address: 4480 Golden Field Lane, Chicago, IL 60601, USA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7CE84C02-8F9E-4835-8277-90D496F7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1AF81868-A911-4998-8D63-717A8E0E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E7910DEB-233D-4C53-8239-7B63F720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Preparer Tax Identification Number (PTIN): P00000027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EE62327B-5AEF-469C-AAAF-FE795535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Ethan White  |  Physical Address: 4517 Cedar Field Lane, Richmond, VA 23219, USA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C71A24A6-1F74-4DBD-80EA-DCE2E6E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AEC94B32-8B8A-4826-9D58-3951FCF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F6BCF953-A23A-4571-92C6-24F05453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Preparer Tax Identification Number (PTIN): P00000028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87B9B9AD-EDEF-4F26-8DF8-6E5FF22D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Caleb Johnson  |  Physical Address: 4554 Willow Field Lane, Portland, OR 97205, USA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A405D978-F0CD-4B0D-9344-A60341E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0EF140D0-8383-47AA-9AB2-5C331FF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C071A7DA-9690-49EB-9788-2B994F75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Preparer Tax Identification Number (PTIN): P00000029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AF1D2E1F-9FFB-4B7D-8D17-308F7B1B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Daniel Thompson  |  Physical Address: 4591 Maple Field Lane, San Diego, CA 92101, USA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990C2A4F-DCAB-4A13-AF0A-5C0E66AE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124EEE75-9EEC-49F1-BC08-F9E38A94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5446D82F-DE10-4BD9-92B3-9A4C971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Preparer Tax Identification Number (PTIN): P00000030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108C13A2-D2A0-40BF-868E-517B1BA0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James Miller  |  Physical Address: 4628 River Field Lane, Boston, MA 02108, USA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F86AD115-D2D7-4D93-8C40-25265DFB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523394AB-C1AA-4DB1-8880-57F8C022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650170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F0B7BAFC-BCED-4046-9D30-EB9985C1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C709E5F6-CF3E-4ED4-A560-E0B1E4D9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D75BC9B8-608E-4DC8-8F2F-88A59E01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CECD8574-18F9-4A9C-9856-9E435146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Preparer Tax Identification Number (PTIN): P00000031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338098DA-FE6C-41E0-9964-7425919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Ethan Clark  |  Physical Address: 4665 Meadow Field Lane, Minneapolis, MN 55401, USA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8CF3E2C1-DC07-40A0-B1A7-DF7370C0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16FA9E00-A87C-437C-AFEF-BAC32DCD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4AF75410-E77B-4A1A-A863-08F8273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Preparer Tax Identification Number (PTIN): P00000032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7A0DD9E6-48FD-4F8E-A363-0DBC5B43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Caleb Taylor  |  Physical Address: 4702 Highland Field Lane, Seattle, WA 98101, USA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9414A303-EE64-4EE1-BC68-F5A6B1B4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0D14A96E-26FA-41B1-A4AF-291C21F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F1C29187-FB27-4B6F-8D10-2FBED513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Preparer Tax Identification Number (PTIN): P00000033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1CF28A8A-D6F6-42AD-84B4-EA0B791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Daniel Walker  |  Physical Address: 4739 Sunset Field Lane, Charlotte, NC 28202, USA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DAF692A2-260F-4870-8F25-149D3ADC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54269531-003F-45DB-8693-D39729C5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B5FC2021-DDB5-494B-B7FD-EC2CFA2F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Preparer Tax Identification Number (PTIN): P00000034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7DC6857A-2C0B-4955-8D4A-FE9F0F1B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James White  |  Physical Address: 4776 Pine Field Lane, Salt Lake City, UT 84101, USA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3FFCB3E4-762F-4675-BDAF-C659B36F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A4221FAF-9637-4309-9739-FF8CF94D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36957A54-8CCA-48B9-80DF-6BC71D03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Preparer Tax Identification Number (PTIN): P00000035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2F562675-6DE6-478C-BE8A-2F3FF0C2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Ethan Williams  |  Physical Address: 4813 Lake Field Lane, Atlanta, GA 30303, USA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091FFF08-8B94-47A3-8AD8-0E158AC9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226FC877-41DF-42C2-8898-0066F768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729328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61409FA8-F36F-4363-9E50-4B71C4DF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CC4A7AE6-070E-4FE6-914A-7536496E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6E6179FC-6B3E-40B7-B81B-F5910DA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F444F239-122E-4E03-8F72-2EFABD4B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Preparer Tax Identification Number (PTIN): P00000036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BB4604BD-A555-40D5-992F-E35F60B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Caleb Thompson  |  Physical Address: 4850 Forest Field Lane, Columbus, OH 43215, USA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BC5999DE-2CB8-4554-9161-62F03115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A47FF980-0EC9-4AFC-A689-536FEE28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ACA18341-73C7-4721-9DF9-E0CA2DF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Preparer Tax Identification Number (PTIN): P00000037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14678655-2226-4B55-BBD8-66A61192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Daniel Miller  |  Physical Address: 4887 Silver View Lane, Phoenix, AZ 85004, USA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5A081FF2-8AEF-4803-9EA2-A7C9820D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29544231-967F-4CDE-B3F9-8A7E5FF4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022DB980-91D4-4A37-8246-7D60140F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Preparer Tax Identification Number (PTIN): P00000038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73B2CAEB-9834-44D4-A3A1-F0988C12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James Clark  |  Physical Address: 4924 Golden View Lane, Philadelphia, PA 19103, USA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7F2A72BC-41E0-433D-9CBD-1C9E7962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FB2C44E3-BB2A-4537-B5AE-AF10DF5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F879933E-0E04-44B9-9E0E-E718FEEE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Preparer Tax Identification Number (PTIN): P00000039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2D91DE88-4D44-4E73-9616-BF503581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Ethan Anderson  |  Physical Address: 4961 Cedar View Lane, Denver, CO 80202, USA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F8F2FCF5-CEE7-4C84-B8CC-44C036AA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C3980855-957A-4243-94F2-7C0CAF18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F898F976-E2E2-40EF-BC77-4E66A59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Preparer Tax Identification Number (PTIN): P00000040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D8D5F1BD-F8ED-4FA0-96B6-C3BD37FA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Caleb Walker  |  Physical Address: 4998 Willow View Lane, Nashville, TN 37219, USA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33D55D06-FEC1-468D-B6A8-8A1A2C8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466F53BF-13B9-4CA0-9D4C-01EA5D5B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87672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57B890BB-82DD-447E-AE75-F0C87BC3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553989F0-14C3-4339-885E-2AE01C76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A3811AF9-47F1-4546-9A59-E19CBDB3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9B53793B-7876-4B74-99B0-E44471B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Preparer Tax Identification Number (PTIN): P00000041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87FDD038-B5F0-4CBF-B3B9-AB0B3AC5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Daniel White  |  Physical Address: 5035 Maple View Lane, Austin, TX 78701, USA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2C1C27ED-29EE-4348-9455-BB021391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4F329113-A211-4ED8-AE68-388F2843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92CD1A21-8ECA-4F35-995B-260AB504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Preparer Tax Identification Number (PTIN): P00000042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9E7B2245-DF16-49DD-988C-422E9FA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James Williams  |  Physical Address: 5072 River View Lane, Chicago, IL 60601, USA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8AF68BA3-1417-438E-85DB-252622FA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2A4186B9-4935-4C4B-995D-5F1CC7DB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7CAEB511-9F19-460A-9295-93A73348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Preparer Tax Identification Number (PTIN): P00000043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235EE83F-4212-40B6-8EEE-A2F76287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Amelia Garcia  |  Physical Address: 5109 Meadow View Lane, Richmond, VA 23219, USA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EA2C452D-97D7-45B8-ACF7-D92CEC7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42841A0A-96EF-41C3-AB75-A55DE321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2486D62D-FFF8-40F1-AED7-3AAA1070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Preparer Tax Identification Number (PTIN): P00000044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0D159750-0729-4EC1-88A9-5A51AF31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Caleb Miller  |  Physical Address: 5146 Highland View Lane, Portland, OR 97205, USA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8D465510-6C67-430D-9177-71C26E5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E9980A2E-2546-412D-8FA4-63FDE2E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B160EA0A-62CD-4804-9BFF-06E33B6F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Preparer Tax Identification Number (PTIN): P00000045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8C08E7F1-8805-43E0-8791-5542F9B5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Daniel Clark  |  Physical Address: 5183 Sunset View Lane, San Diego, CA 92101, USA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6C37B9E0-2741-4E17-A144-2D5EE92A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8974B831-ED06-4570-8A28-C1D90A1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47048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A360022B-2D44-4289-BF56-E9499C5D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A017851A-2940-4B24-B3E0-BBE2B6B0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36BB9ED9-55EC-48CB-AD68-D4F9DF2B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161AAA1F-8344-451A-A4EA-6B13F27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Preparer Tax Identification Number (PTIN): P00000046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D95802FB-50BE-4513-826A-2157BCEA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James Anderson  |  Physical Address: 5220 Pine View Lane, Boston, MA 02108, USA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BB81E311-42DF-408C-969C-5F7DD9AD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5D5091E0-8921-46F1-8E16-B6F4DDB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C587FF25-9609-4006-B9D6-4B7E6F5D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Preparer Tax Identification Number (PTIN): P00000047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2C158799-F7FB-4A74-B9EA-3FF7C847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Ethan Hall  |  Physical Address: 5257 Lake View Lane, Minneapolis, MN 55401, USA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C87AAB18-4961-4696-B600-EC60E27D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056F14E7-237C-4BE1-A622-BE6F8080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3A32BABF-D0CC-488B-A5AE-9A0DE57A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Preparer Tax Identification Number (PTIN): P00000048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6C11DF81-3E79-4802-AEBC-6C8B591B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Caleb White  |  Physical Address: 5294 Forest View Lane, Seattle, WA 98101, USA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395D998E-6C71-485F-8D05-B3CFF007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285FB10E-FB1C-4F6E-8B69-F76FA374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6FBE5A25-30A1-40BB-A00E-878CFA4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Preparer Tax Identification Number (PTIN): P00000049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2C0E8436-2C09-43FA-A754-31DB52A0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Harper Williams  |  Physical Address: 5331 Silver Park Lane, Charlotte, NC 28202, USA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29D03F6F-15D6-4933-BB6A-146B4512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D28170C8-B35B-497E-982B-051C08C1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6E35EDFD-33DD-4CCC-9B99-598AA421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Preparer Tax Identification Number (PTIN): P00000050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E03A67ED-F00D-4708-B2A1-FFB75B3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Mia Garcia  |  Physical Address: 5368 Golden Park Lane, Salt Lake City, UT 84101, USA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533A6CF2-BBE2-4424-919A-106D501C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EB3F9D25-D4F0-4B83-8FA3-E9886678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46392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2220E75F-791A-4F59-87CF-A2A1B7E3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52DDA15B-E44F-4241-80BE-4B714D1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5709CA8B-9E91-4253-91ED-4FA5FDF0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09581BDF-EF40-4705-B24D-1C1D015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Preparer Tax Identification Number (PTIN): P00000051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1C8E96EC-6601-466D-A9FB-2A428DA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Ava Wilson  |  Physical Address: 5405 Cedar Park Lane, Atlanta, GA 30303, USA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5F29611B-91ED-4EA4-8D4A-A1274E54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C2BA29E3-0042-472F-B7B5-5BBEA2A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C1F8A1F3-5EAF-4FF4-96A4-98D0900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Preparer Tax Identification Number (PTIN): P00000052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96FF717E-6F0F-462F-BFA0-CB731B7A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Chloe Clark  |  Physical Address: 5442 Willow Park Lane, Columbus, OH 43215, USA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62187477-6836-4889-A3FD-492C2D86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5E23588A-90AD-40AC-8423-DE7D8F6C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936D92D7-7420-4D44-921B-9760794B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Preparer Tax Identification Number (PTIN): P00000053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9A249C8D-1FD2-41EE-B993-30D8839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Harper Anderson  |  Physical Address: 5479 Maple Park Lane, Phoenix, AZ 85004, USA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8F55936B-CAF6-4081-B9B2-159C6746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70827437-6B7B-4C3F-B42B-8FDB685B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7213FC91-BBBE-47D7-9586-DE97A0A2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Preparer Tax Identification Number (PTIN): P00000054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9E3B8803-5C75-4443-9F40-A8101CDA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Mia Hall  |  Physical Address: 5516 River Park Lane, Philadelphia, PA 19103, USA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B8BE1DD1-2CC3-40AD-98E9-A6730F06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823B310A-BEF1-4056-9E31-286A87F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CA0B5CAC-4A0D-44CF-AD1F-F9394C3A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Preparer Tax Identification Number (PTIN): P00000055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9DA4415F-CDAF-4064-8419-8DFE1A7C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Ava Harris  |  Physical Address: 5553 Meadow Park Lane, Denver, CO 80202, USA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2F1B39AC-E302-4901-9A23-268C8796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3C3F93A0-17D2-448F-BB38-3281DA4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4923660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406414CA-EE5D-4D7A-87AB-4F2A560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CD404130-B3A2-4C2C-B24F-6FDCDFD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F65ABA50-EA71-4775-915F-0FB563F9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7E29C0C1-FB65-4887-95A1-F53F9161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Preparer Tax Identification Number (PTIN): P00000056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D46D0BF6-33E9-4663-B5B2-D26C3E80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Chloe Williams  |  Physical Address: 5590 Highland Park Lane, Nashville, TN 37219, USA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58C6E162-DD23-470A-AA72-1EBF3265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772974BD-3920-4464-84A3-74993034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F997DAF0-EA25-4CB5-BCBF-B4BB0A22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Preparer Tax Identification Number (PTIN): P00000057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F8ADB878-23D5-4A0B-9095-0DEC5D26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Harper Garcia  |  Physical Address: 5627 Sunset Park Lane, Austin, TX 78701, USA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2758319C-5F4F-47C8-A241-015D8343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AA6B09AA-418B-4AA2-9AB2-89FA00F3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6D8562DF-BC35-411F-B28B-BC8D79AB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Preparer Tax Identification Number (PTIN): P00000058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FE3E89FA-5FD9-4790-913D-0FD9ED1B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Mia Wilson  |  Physical Address: 5664 Pine Park Lane, Chicago, IL 60601, USA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D4A23CCB-5EA1-4906-8318-AE7A2CA1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7C268F3A-9B43-4087-8106-C5F601E7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AA23975E-6558-435D-AF14-72D26FE9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Preparer Tax Identification Number (PTIN): P00000059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1F401A97-96D7-4955-A004-7F772891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Ava Lewis  |  Physical Address: 5701 Lake Park Lane, Richmond, VA 23219, USA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8E633110-F108-4EB7-BEA8-48A12163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5657F192-7620-4B96-8410-5290B18F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820A544D-F083-4F9A-AE7C-F5BEE702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Preparer Tax Identification Number (PTIN): P00000060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01499289-4A41-4499-B04E-FB6016B4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Chloe Anderson  |  Physical Address: 5738 Forest Park Lane, Portland, OR 97205, USA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D5DE1218-BEA0-4C61-A220-B1F1FEA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226BA838-EEB4-42D2-B179-077CB420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8229908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C675CDF8-9CB2-4208-82EE-C366823F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A86D34B5-D20B-41EC-B6F0-FD769C62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559B1F01-B27F-4FE8-8753-A5C0B654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613EB8D4-FD45-444D-9E95-A6DFB42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Preparer Tax Identification Number (PTIN): P00000061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2D8E76C2-C2BB-4AC3-A9DF-FCE9F951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Harper Hall  |  Physical Address: 5775 Silver Hill Lane, San Diego, CA 92101, USA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97DFAFE5-37A4-46CB-8083-26DB8709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5758DAB2-A3BA-4DB4-929E-E5022EE0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E470719D-7C8F-4C79-B653-81C540D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Preparer Tax Identification Number (PTIN): P00000062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F6A685AC-F469-4121-B7E4-DEA2B91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Daniel Harris  |  Physical Address: 5812 Golden Hill Lane, Boston, MA 02108, USA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62985926-09F7-48FC-939F-ED19269D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AC305D0B-BC6C-466A-9F75-CA6272F1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5C374E2A-2BE4-4C14-9BAF-EFDA02EC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Preparer Tax Identification Number (PTIN): P00000063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BAE82881-D569-4DFC-9BF0-DFB2327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Ava Brown  |  Physical Address: 5849 Cedar Hill Lane, Minneapolis, MN 55401, USA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2E66B10D-EC00-4A41-B06F-3A5D8C8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D97B4DE3-3B41-43F4-BB00-0BA98F40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41D06132-D4DC-4C0F-A348-E685A118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Preparer Tax Identification Number (PTIN): P00000064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9E1AB65B-F7E5-4F03-97D8-FEF397BC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Chloe Garcia  |  Physical Address: 5886 Willow Hill Lane, Seattle, WA 98101, USA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5591FE54-DF76-43B5-BD5A-1AF8D94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2B5A33BE-5950-49F5-8D96-60850DFA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F1B1FA4B-1F38-4FBA-933C-A3FF2164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Preparer Tax Identification Number (PTIN): P00000065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BEF97C3E-3F2D-404A-A90A-1C5BABD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Harper Wilson  |  Physical Address: 5923 Maple Hill Lane, Charlotte, NC 28202, USA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7918A67A-31DB-4615-A94F-E723E908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DFD1021E-1625-4970-A4AA-A9C59B0B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79018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597A7232-CBC7-4621-8B0B-999F276F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28B60966-9D7D-4CA0-9EEA-0D2372A1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000C251B-0F4B-4E8E-A911-8FF2075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A76986C3-1C26-4BCE-AD8C-C4FCC3A7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Preparer Tax Identification Number (PTIN): P00000066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05C36F8C-2A5E-4F32-927A-3764F23A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Mia Lewis  |  Physical Address: 5960 River Hill Lane, Salt Lake City, UT 84101, USA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24FE3578-8405-48A4-A26E-AD8C2EC3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1FDC5231-19C4-487A-8AC2-83B97AD1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4341C608-FC1A-4D73-94B1-5D1698B1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Preparer Tax Identification Number (PTIN): P00000067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32ABD5E9-6147-48E8-80EA-0AC7A44D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Ava Thomas  |  Physical Address: 5997 Meadow Hill Lane, Atlanta, GA 30303, USA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BB0773F4-F9EC-4237-9DDA-C28FBC15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18A7C897-F0C1-421A-BCEF-B021B6F2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B7869B3B-3A93-4730-A2D0-544D82F2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Preparer Tax Identification Number (PTIN): P00000068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47A0C7E8-77EA-442B-A087-497B6A1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Chloe Hall  |  Physical Address: 6034 Highland Hill Lane, Columbus, OH 43215, USA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F0EA1179-5867-454F-9E1A-AE2C6C74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6CDC6769-4E38-440C-A5D5-D56A9102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2A26BE71-5C75-406C-90C9-D5D751EE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Preparer Tax Identification Number (PTIN): P00000069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6D885108-5317-4F0F-96DD-560DCCB9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Harper Harris  |  Physical Address: 6071 Sunset Hill Lane, Phoenix, AZ 85004, USA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79B91479-14AA-45DA-ADE6-DE4205F3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20B2095E-7807-4AFA-A7C1-B7F5F1C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CFE7C0AB-EDDB-4F5B-BE7F-700D9689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Preparer Tax Identification Number (PTIN): P00000070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8566C3CF-A3F4-4440-AC13-D1261C92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Mia Brown  |  Physical Address: 6108 Pine Hill Lane, Philadelphia, PA 19103, USA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A7D05A19-6785-48E3-B1EF-E2AC1DCA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AA4A1466-C220-42B3-8343-42C2D316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0830990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D11E9C1B-1A0E-475A-852B-6958870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FB2BEA87-DAD5-4ED1-AFFF-942D5D7B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6BFB1FD1-45DC-470A-94A8-174693D5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21983A32-85FA-4483-BC15-8E4B8BAB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Preparer Tax Identification Number (PTIN): P00000071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1BFD1FB1-C6BC-4F05-B7A8-1FFBC48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Ava Martinez  |  Physical Address: 6145 Lake Hill Lane, Denver, CO 80202, USA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C3700824-A370-4A3D-8FA3-8D622491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973BF8B8-9781-45D9-824A-C5CE596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17E8A4C7-D362-4C6E-9CA0-0D5601FE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Preparer Tax Identification Number (PTIN): P00000072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8A5D720A-B564-4D94-956E-AD46B63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Chloe Wilson  |  Physical Address: 6182 Forest Hill Lane, Nashville, TN 37219, USA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E2B0667B-67F8-47E0-B8B4-C5541E4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7919093F-4BA6-4C8A-93B2-2E4E8A60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3BC109E5-6A91-490A-8DB0-6ED3B8F5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Preparer Tax Identification Number (PTIN): P00000073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78111C89-9FC7-4F77-9DCB-F3756759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Benjamin Lewis  |  Physical Address: 6219 Silver Creek Lane, Austin, TX 78701, USA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9E42E109-796E-4B6B-BB57-0F628096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8CFFB23E-133D-4032-B224-EC73B591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47338A12-05B1-4698-A39F-0C18D4A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Preparer Tax Identification Number (PTIN): P00000074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663DBD65-AE1F-4036-9F4D-D07F2F4F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Lucas Thomas  |  Physical Address: 6256 Golden Creek Lane, Chicago, IL 60601, USA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EC795B0E-12C8-4A34-86FB-DAFA32B0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633550CC-E17E-4BBD-84FA-39A8B92F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674D2EAC-92E6-4A2A-A06C-06521EE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Preparer Tax Identification Number (PTIN): P00000075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61CCE67D-08BC-4543-B225-C076B9D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Noah Allen  |  Physical Address: 6293 Cedar Creek Lane, Richmond, VA 23219, USA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8C7A87F6-3D82-416C-9E10-D30BD4DE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B44DEBFD-2B31-4B24-85E6-E056315C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7503603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9AB31DFA-1959-42F9-969F-A823A76D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DA53655C-EBAD-4027-984B-9555B76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B3F47698-DAD2-4BDC-98C5-7DF13C6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0EB0F4E7-984B-4B3F-BE5A-75921697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Preparer Tax Identification Number (PTIN): P00000076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1D044B8C-D2E1-483E-B3C8-A664B496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Nathan Harris  |  Physical Address: 6330 Willow Creek Lane, Portland, OR 97205, USA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189C802A-A5E7-4984-B72A-3FF9086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102A7E27-50AB-49AD-9050-0EF38E6A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26E6A6D7-198D-4CD2-9FA8-847ADC80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Preparer Tax Identification Number (PTIN): P00000077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8C179581-A990-45E8-8020-F7E88E28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Benjamin Brown  |  Physical Address: 6367 Maple Creek Lane, San Diego, CA 92101, USA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11AEEB3D-EFCB-4DCA-88C1-B06551B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6946885C-2514-437C-8115-68466703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BFF36DC4-6F01-44ED-8358-018955D8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Preparer Tax Identification Number (PTIN): P00000078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A0429737-7613-4048-8815-C12AD6B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Lucas Martinez  |  Physical Address: 6404 River Creek Lane, Boston, MA 02108, USA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90768C28-3095-4A0F-B3A8-F74E5CE2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47BF82E6-3737-4E30-9FB2-EF98554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7F35C8F6-5F40-40BE-B170-9311BC9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Preparer Tax Identification Number (PTIN): P00000079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6221D875-E04E-4DBF-821B-F32B3300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Noah Moore  |  Physical Address: 6441 Meadow Creek Lane, Minneapolis, MN 55401, USA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B61FB888-634A-49F6-9FD0-EFE04EB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FBFE56A4-0112-45DD-825E-F64F2190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FB7566BC-45F1-4103-A4C7-811D38D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Preparer Tax Identification Number (PTIN): P00000080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65531285-D307-4580-86DA-4EFD87AC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Nathan Lewis  |  Physical Address: 6478 Highland Creek Lane, Seattle, WA 98101, USA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7BFCAB2F-F55F-4E90-B18D-221028C4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905D2BD4-1C2E-432A-8E46-27860C7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972162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6671C51E-694D-4B8D-98B3-DB1D9DF7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18FB3E56-190B-433E-8931-6CDD2A6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04A7C239-DF23-4C00-A193-6F39B6B2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4BE25014-DD48-4653-BE84-8C20AD80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Preparer Tax Identification Number (PTIN): P00000081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9D872890-D5DD-4995-A71B-CA2F4C5C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Chloe Thomas  |  Physical Address: 6515 Sunset Creek Lane, Charlotte, NC 28202, USA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009110D8-3653-4C1F-83C0-07546B05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8420AB55-582D-4413-8ACB-41119A37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0F6841E6-6C1A-4379-835D-A218835F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Preparer Tax Identification Number (PTIN): P00000082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B9915C7D-A97B-4D8D-AAA3-85E71F7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Lucas Allen  |  Physical Address: 6552 Pine Creek Lane, Salt Lake City, UT 84101, USA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CD2C6886-F7F3-4040-A038-01E28BF7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118A59B1-7022-4BBD-87B3-7DDD2099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AB2CA982-E5BC-45BB-A070-F28CFD9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Preparer Tax Identification Number (PTIN): P00000083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CA86F914-5008-4D10-BC0D-582F903B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Noah Martin  |  Physical Address: 6589 Lake Creek Lane, Atlanta, GA 30303, USA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CFD931FF-DA1C-44A8-B65B-9860ED30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570E0EDC-894D-4382-B167-B7738417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1AEB07E2-D88F-4B81-91BD-F7EE7346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Preparer Tax Identification Number (PTIN): P00000084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7D6E89E2-5909-4C3B-83C6-8A2DE462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Nathan Brown  |  Physical Address: 6626 Forest Creek Lane, Columbus, OH 43215, USA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05D53F92-6A80-4090-9808-9CA3ACBD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4946BE46-D2DB-4DA6-BE31-6EA4715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A5CECBE3-3AB5-4944-A715-FC60E57D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Preparer Tax Identification Number (PTIN): P00000085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938D0C6A-2529-4013-A77A-13C939D4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Benjamin Martinez  |  Physical Address: 6663 Silver Garden Lane, Phoenix, AZ 85004, USA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C1345395-6A0C-4F35-A4EB-08BCDF13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929F61B7-D400-4A79-B356-3404818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2863528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518D303F-11BD-4E38-87B3-0B57702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EA3A6CE8-68A4-49B5-AF5F-1D33478F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DC2C92B0-643D-4936-809F-797360CC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A14D5090-8D54-4B03-81CE-B9935227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Preparer Tax Identification Number (PTIN): P00000086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9B055404-F548-45BB-9AD2-AF4129B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Lucas Moore  |  Physical Address: 6700 Golden Garden Lane, Philadelphia, PA 19103, USA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47771777-E535-4E70-8362-42C359C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F4823D2E-175C-46A6-A217-2CA31F0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BE64373D-493C-4CCD-8A05-BCFE0510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Preparer Tax Identification Number (PTIN): P00000087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F3FAEB5C-5096-4C36-97C2-7D1A215E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Noah Lee  |  Physical Address: 6737 Cedar Garden Lane, Denver, CO 80202, USA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506B96D7-AAF4-48A8-8A8F-E007779F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627C7DB0-B2E2-4687-9460-875E5FF7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B92B461C-8651-47E0-9AE1-1CF68504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Preparer Tax Identification Number (PTIN): P00000088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6A167131-FD15-488C-9346-E16C599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Nathan Thomas  |  Physical Address: 6774 Willow Garden Lane, Nashville, TN 37219, USA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F59EFC58-6F9A-4D36-BA41-4FD87352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4280B8DE-3366-43C1-8BE4-541748C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6D2ACF98-BF03-44BB-9CE8-B99DDD80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Preparer Tax Identification Number (PTIN): P00000089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82CFBF19-8750-44F8-88AB-ECF4D670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Benjamin Allen  |  Physical Address: 6811 Maple Garden Lane, Austin, TX 78701, USA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98E1C92A-F986-4B37-AAB5-3C793199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BD8CEF19-5AB8-4C6E-8551-A1CBE94B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2E8963EB-487F-4E13-A2AC-478E3AD2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Preparer Tax Identification Number (PTIN): P00000090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C37F72A6-B17D-4F7D-9830-38319091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Lucas Martin  |  Physical Address: 6848 River Garden Lane, Chicago, IL 60601, USA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E8CEDAF7-A922-4680-A9D0-E2A74611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7EC3FD21-AB58-44F7-944E-F1164842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079725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855C4930-2BFE-4796-8A15-378DBE10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77E3150F-D340-4E3C-AEC0-50F3F3BF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40970E63-5648-442A-A547-18E7D5BD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4EA888B9-55EA-4CF0-8926-958C90F4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Preparer Tax Identification Number (PTIN): P00000091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48187A6E-415F-47AE-828C-A9CE291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Noah Davis  |  Physical Address: 6885 Meadow Garden Lane, Richmond, VA 23219, USA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3C238601-82BD-41AA-BFEF-6282606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074EAC02-0D7D-40E7-AD65-10EBF354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EFFFB2DF-0F4F-4E39-BF38-DDE7FF88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Preparer Tax Identification Number (PTIN): P00000092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BFFF2970-E7EB-4243-9433-D2AFC7F3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Nathan Martinez  |  Physical Address: 6922 Highland Garden Lane, Portland, OR 97205, USA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47FEE2A5-AE38-43ED-AD44-E986F97F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A64F7153-4DBF-4AEC-B56E-D3424BFB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1C9B0AA9-EDBE-45BA-B157-2302ABC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Preparer Tax Identification Number (PTIN): P00000093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4D76D469-9B75-42DF-A418-1BB0E5F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Benjamin Moore  |  Physical Address: 6959 Sunset Garden Lane, San Diego, CA 92101, USA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FFFBFB86-A903-41FC-9138-983ABC15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D78404EE-DA97-40A4-8A8E-604BF977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A0C08D88-C410-4942-B55D-6551898F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Preparer Tax Identification Number (PTIN): P00000094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5F2BBF05-6B21-46C0-A664-7D34837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Lucas Lee  |  Physical Address: 6996 Pine Garden Lane, Boston, MA 02108, USA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B5CB9290-AC1F-4296-8D2A-726DC556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98A4D31E-B08E-4C59-BBB4-2CF5226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5F84C0E0-995E-4C94-9EA0-6E28D095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Preparer Tax Identification Number (PTIN): P00000095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884D9828-27B6-4438-9313-0A5D7215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Noah Jackson  |  Physical Address: 7033 Lake Garden Lane, Minneapolis, MN 55401, USA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728E988D-F9BE-408E-BB82-EF3DE33A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C49AB493-8FB9-4B0B-9246-6B4EEE65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268658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A835486F-98C3-47C7-98DA-18D41AA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B0B87028-8664-42BD-9E86-5A31A58B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CE39EF49-E289-4064-83EE-7DBD0142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A59F39BE-3BDE-4674-A4B8-64E38A1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Preparer Tax Identification Number (PTIN): P00000096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08B965CA-CF01-41C2-BD38-41361CEC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Nathan Allen  |  Physical Address: 7070 Forest Garden Lane, Seattle, WA 98101, USA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C823408D-4E45-4564-BE11-68A58CC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AD84C1D5-44BE-4B91-9869-D7529B3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4A48EA2A-ADFD-4B81-B3C3-2EE1AAFA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Preparer Tax Identification Number (PTIN): P00000097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20F57773-32F0-4ECD-9403-1DF4A42A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Charlotte Martin  |  Physical Address: 7107 Silver Valley Lane, Charlotte, NC 28202, USA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8A2E3C36-F234-49A3-BF72-30880B15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40958A32-DEE7-4FD0-92DE-9113CC19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E635B8A9-9A28-497B-AFA8-E33C70C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Preparer Tax Identification Number (PTIN): P00000098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934ED16F-9EF9-42C5-82A5-65AA1596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Isabella Davis  |  Physical Address: 7144 Golden Valley Lane, Salt Lake City, UT 84101, USA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FACCD9AD-641D-476C-A948-17545442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8832047A-7C50-4E6F-B82C-EF30423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AD46ED7F-1166-4C07-8A10-3ECB9813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Preparer Tax Identification Number (PTIN): P00000099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3E8CCEC8-F2E2-49D1-A804-9A4A90B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Emma Robinson  |  Physical Address: 7181 Cedar Valley Lane, Atlanta, GA 30303, USA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57A73727-9882-4518-A989-436F3AF0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9B3D753F-3499-44F0-81EE-6C340A8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EB72CDEB-8461-4945-B506-67419EEC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Preparer Tax Identification Number (PTIN): P00000100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EC4820BC-4898-4FCA-89A8-B3DBC6B5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Noah Moore  |  Physical Address: 7218 Willow Valley Lane, Columbus, OH 43215, USA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6869C22B-A542-485A-B880-532D903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CEE0FA47-5213-4B9C-90A1-3EC4F3A2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7794039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2ACDE90C-F1A8-4F40-BC46-2C6AE059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E75B68BD-0559-4BA5-837B-7A1F5EF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BC464134-C08F-4F2F-B903-1275449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7D15C6D6-AEAE-4BB6-8D40-76DFDF18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Preparer Tax Identification Number (PTIN): P00000101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5F66737F-579B-4248-BBB1-279F9DE4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Charlotte Lee  |  Physical Address: 7255 Maple Valley Lane, Phoenix, AZ 85004, USA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58971E2C-DD88-4A8B-8B29-A90360F5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8A6A1933-3C8B-4821-9039-742166D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0929A8DC-1906-492A-BBC5-59A56035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Preparer Tax Identification Number (PTIN): P00000102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DCF6B374-0418-4382-9818-647F1EB8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Isabella Jackson  |  Physical Address: 7292 River Valley Lane, Philadelphia, PA 19103, USA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06AF72F0-D6E7-4BA7-99ED-333F15E9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C23D6616-AEEA-4C10-A24B-E9E2F38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DC01D64F-7E2E-476C-8858-065A9E0A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Preparer Tax Identification Number (PTIN): P00000103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86D9C21F-1142-4959-ADF2-8B9B28C4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Emma Johnson  |  Physical Address: 7329 Meadow Valley Lane, Denver, CO 80202, USA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543D103F-6E2C-4471-9C12-5A18502D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80B1FCB5-BA43-42C3-9905-5361828C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E6867080-03F3-4971-B1F1-FAB0F2A0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Preparer Tax Identification Number (PTIN): P00000104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3696AC52-D49C-493D-92F9-D1F3A25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Grace Martin  |  Physical Address: 7366 Highland Valley Lane, Nashville, TN 37219, USA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DA267662-BEBB-4072-B01E-4CB3CADD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1FC53A31-1EB3-4064-85B0-4CCB673A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99ADD4A0-B086-4A8E-851A-5AA8D16A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Preparer Tax Identification Number (PTIN): P00000105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CC359330-6951-4D2E-A1E0-9FAEC60F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Charlotte Davis  |  Physical Address: 7403 Sunset Valley Lane, Austin, TX 78701, USA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49BB3048-C53A-4098-83FF-FD76C0D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2D0C2299-C6F8-42A7-9EDF-165D3D9E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559349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A5AD38DF-3551-4423-9CEB-FB4F75C4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F54933E1-3655-462A-AABD-592A5278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9B334D88-87D6-4E50-B962-1A36680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6C2897CE-3537-479A-85C8-B336D012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Preparer Tax Identification Number (PTIN): P00000106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0003AE2D-054E-4340-8E2E-AD4C2300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Isabella Robinson  |  Physical Address: 7440 Pine Valley Lane, Chicago, IL 60601, USA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4E174560-4536-4C2F-B4F0-51C04D18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62230DDE-63B8-4E84-8BE6-B163400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88CC3EFF-32E5-41D5-96DF-B33198F8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Preparer Tax Identification Number (PTIN): P00000107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FC34578D-78C0-436D-83EE-C3E641A4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Emma Taylor  |  Physical Address: 7477 Lake Valley Lane, Richmond, VA 23219, USA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FF0A9AC6-D140-4556-AFC7-2616B19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F66053BF-630D-4D12-A444-121444B4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DD093F23-3F22-45E9-BDCD-458F7594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Preparer Tax Identification Number (PTIN): P00000108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16EE0B03-3879-4D72-A3F8-209F38C8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Grace Lee  |  Physical Address: 7514 Forest Valley Lane, Portland, OR 97205, USA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BD0EE4C2-A75D-42A4-9DF7-D1719837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2C63AABE-A76A-4562-9C88-B1A582F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691AF85C-1F6A-49FE-8924-0ECD73B3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Preparer Tax Identification Number (PTIN): P00000109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F7490327-BA9C-4F44-90A4-6B60DF2B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Charlotte Jackson  |  Physical Address: 7551 Silver Spring Lane, San Diego, CA 92101, USA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580DFC2D-D666-4EAE-887C-9151B777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ACB4FABE-3DBE-4566-ACFC-0E4BEE15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90751E47-ABBC-4471-98A5-EB5789CD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Preparer Tax Identification Number (PTIN): P00000110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A39BCA29-F2AA-468C-BAB8-ECAB6048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Isabella Johnson  |  Physical Address: 7588 Golden Spring Lane, Boston, MA 02108, USA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FDA1F54D-E5A7-47F4-9509-FBF904F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085E992D-EFC9-4047-BF81-168B200C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533229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2670BCDD-D8A9-4B65-98A7-77E19E28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3DC816EE-49E3-4A7E-8399-96AA6587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44623786-99EB-4F9A-9F41-B505661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0616B6D8-EC1F-4526-AB8E-E61ED24A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Preparer Tax Identification Number (PTIN): P00000111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BA7ADF7B-A3B8-4E61-AB82-4F76CF3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Emma Thompson  |  Physical Address: 7625 Cedar Spring Lane, Minneapolis, MN 55401, USA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B3BE4508-EF95-40A7-85C9-8AFF4AF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9EE6868F-065D-4195-84DD-A46AA714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F44C006E-84CE-4817-9F44-3DAAFA0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Preparer Tax Identification Number (PTIN): P00000112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0983EF80-04FA-4B44-91E2-30C7A9B5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Grace Davis  |  Physical Address: 7662 Willow Spring Lane, Seattle, WA 98101, USA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EE833525-201D-4B98-B0A8-817C531F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A2A6DCB5-131D-4FB3-A365-E9A4ADA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AAA0C906-B553-423B-9536-6A8210B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Preparer Tax Identification Number (PTIN): P00000113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0CC0C7FC-B6A7-4D5C-AF5E-27AF016D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Charlotte Robinson  |  Physical Address: 7699 Maple Spring Lane, Charlotte, NC 28202, USA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A8D5F536-EE47-4751-A58E-6307ED9F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14B2D359-BEF1-49C8-8FED-72A253AF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1ED169DC-56BB-4244-BB39-E206B08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Preparer Tax Identification Number (PTIN): P00000114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AC17D2EE-C65A-444A-835A-9B131AC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Isabella Taylor  |  Physical Address: 7736 River Spring Lane, Salt Lake City, UT 84101, USA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BF036DF8-A906-4BE9-9F64-5B1FDB5E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BEEF10BF-2103-4387-9D13-6A1C564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57E9819E-81A4-417A-8332-50A0A5CC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Preparer Tax Identification Number (PTIN): P00000115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A6960A66-F6E5-497F-BEA5-2D3E2B68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Emma Walker  |  Physical Address: 7773 Meadow Spring Lane, Atlanta, GA 30303, USA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EC9D9B4C-6AC0-40E0-9D60-ECF1C8B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E5E6A911-5B00-434E-A0C3-35FA497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20521223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29A9EA0D-FDF4-4DC1-8189-772D3D14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33201E71-1740-4283-B1A6-AC002C7D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89FF9D26-5400-4016-843A-B41F392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9DDEF057-43EE-418D-9E67-D8A5716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Preparer Tax Identification Number (PTIN): P00000116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F3D64653-87F1-4D14-8F6F-C908BF4C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Grace Jackson  |  Physical Address: 7810 Highland Spring Lane, Columbus, OH 43215, USA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218A9F6C-B563-4653-8201-FB8DA367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B2518DFD-3EB4-4519-8B1F-DC860A2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54A345A1-2551-4F91-A9F9-C1896C4D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Preparer Tax Identification Number (PTIN): P00000117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F4A18FD4-5165-4856-8DF9-BA02ACF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Charlotte Johnson  |  Physical Address: 7847 Sunset Spring Lane, Phoenix, AZ 85004, USA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95A8872E-20F0-4894-B4AC-AC7E05E7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C452B7F2-3C03-4C9A-91F7-90A772B1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DBFEA9E8-6266-400B-A31A-EDF235DE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Preparer Tax Identification Number (PTIN): P00000118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D169C06B-6E20-4C41-9F3C-475A76F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Isabella Thompson  |  Physical Address: 7884 Pine Spring Lane, Philadelphia, PA 19103, USA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66E409B4-C7DF-4C7E-92A6-ED553CD7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EA15AE0B-74A1-4F04-9626-F22B8AE9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BBDBAD73-4D29-4EEA-8037-5738F44B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Preparer Tax Identification Number (PTIN): P00000119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D060A774-576A-4DE8-BE1F-619BE43D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Emma Miller  |  Physical Address: 7921 Lake Spring Lane, Denver, CO 80202, USA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67A7B370-815E-47FF-9E51-832B369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5DE903FA-6AD2-4F93-89B9-8AC9FF69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60B548B6-3DFE-4F8D-AC5C-2A4C3713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Preparer Tax Identification Number (PTIN): P00000120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CE434C5A-F8E2-4958-A97D-F7E31F3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Grace Robinson  |  Physical Address: 7958 Forest Spring Lane, Nashville, TN 37219, USA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51E31A02-A52F-4E0A-9AC8-C35C9D5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C3B8B30F-DEC1-402E-9E17-B29EEC8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5170758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6BA20360-2596-4FFB-A926-29A9CA88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3A0F1094-1264-4FE5-ADD3-B42B2C5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E5C86CE6-B48B-4D7D-ACC6-0443C543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09C0E793-FDF0-41F9-9779-A748F3B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Preparer Tax Identification Number (PTIN): P00000121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9DEAE289-7EB6-4B7A-948D-EB1CB1E5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Henry Taylor  |  Physical Address: 7995 Silver Oak Drive, Austin, TX 78701, USA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D79A2452-FF14-49CA-9856-B67D37B8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49E81D23-4C1D-4498-BF87-B6075116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49431885-785C-4158-BB60-B3466EE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Preparer Tax Identification Number (PTIN): P00000122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9F83CF0F-AAA2-4967-8344-38A2994E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Mason Walker  |  Physical Address: 8032 Golden Oak Drive, Chicago, IL 60601, USA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AA70B781-09C8-48E3-9870-F4AF9E0C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0BFC458C-10D4-4B48-A5D2-C7D9C9F1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5ED6859B-520C-44FE-9CA9-5D5CC1A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Preparer Tax Identification Number (PTIN): P00000123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383423F8-B875-45D1-B0E6-A3A2547C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Liam White  |  Physical Address: 8069 Cedar Oak Drive, Richmond, VA 23219, USA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A818D395-DB48-4C22-A665-859DFD44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48133167-139A-44D1-9A74-77E6E25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D2F702E5-1E02-419B-9DC1-2F64B27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Preparer Tax Identification Number (PTIN): P00000124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B7C20706-A969-40A1-ABEF-50730E9D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Samuel Johnson  |  Physical Address: 8106 Willow Oak Drive, Portland, OR 97205, USA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E4BCDEBE-485E-4E72-B057-0973FA6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6D0CF821-1AEE-4EB7-BC82-9638EB9E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CC226383-EA8A-4339-AF58-D39A271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Preparer Tax Identification Number (PTIN): P00000125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E881610C-A1B8-4D2C-BD11-52EE1DC0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Henry Thompson  |  Physical Address: 8143 Maple Oak Drive, San Diego, CA 92101, USA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99B556E3-2344-4C56-B59B-892BD3B0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D25B0428-2F26-4C9D-9BCB-5F59F0A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4176815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A612D0F5-A774-435C-980E-3736133C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DF02DC3C-8B47-4EFD-A7FA-C3EF8653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0A8A2C7F-ED3A-40F3-BA11-8A3EFD15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5DFC8FAE-C069-4E43-86B0-9910BAB8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Preparer Tax Identification Number (PTIN): P00000126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8E6821D5-AD96-4AC0-97D6-BF5DEF08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Mason Miller  |  Physical Address: 8180 River Oak Drive, Boston, MA 02108, USA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4C4D2468-4B0D-4A78-85E5-6EA57BD2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C682D55F-4D5F-4FE4-9D76-FDF55A25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3FECC26A-34D2-4B65-85CA-D4EA9FA1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Preparer Tax Identification Number (PTIN): P00000127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0760105C-E92C-4A7C-A8A1-F34B9B19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Liam Clark  |  Physical Address: 8217 Meadow Oak Drive, Minneapolis, MN 55401, USA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38DA4F6B-3EDD-43BA-A952-4190FC6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C8E55B78-09AE-4334-ACE8-2061EED6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F514B8F1-9D51-4CFE-BE58-1CD8C16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Preparer Tax Identification Number (PTIN): P00000128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C8CD14E5-F04E-447B-8AB1-B6ED4F1D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Samuel Taylor  |  Physical Address: 8254 Highland Oak Drive, Seattle, WA 98101, USA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AE21CE70-2088-4EBF-BE0C-39B660B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2834ADAE-F524-4E89-9A43-8FC60B3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86FBD863-2BB8-4AFC-9F07-A851AC25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Preparer Tax Identification Number (PTIN): P00000129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8BC7E7C2-1502-4723-A68F-0F0160A2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Henry Walker  |  Physical Address: 8291 Sunset Oak Drive, Charlotte, NC 28202, USA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8508973C-F174-44EE-B001-D66B72F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ACF8D579-4D6F-441B-903F-F764BF9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5CA4DBB4-38D7-40CB-873A-32F060E2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Preparer Tax Identification Number (PTIN): P00000130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F77CD208-989A-49CF-96FB-3A404EC0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Mason White  |  Physical Address: 8328 Pine Oak Drive, Salt Lake City, UT 84101, USA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2D98F7CC-8DF5-49B2-95DA-349BC63D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FA09089-085A-4EC8-B451-A20BB01C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3833526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A96EB321-7727-4851-8BD0-2ACD45E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3E115183-2DD2-4C67-91EA-225ECE0F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25A2E716-1DF4-46D6-98C0-571E3835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9CE9A432-54CB-4519-BFA3-CA4E473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Preparer Tax Identification Number (PTIN): P00000131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8EB528A3-E520-4D57-83F7-63072D1E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Liam Williams  |  Physical Address: 8365 Lake Oak Drive, Atlanta, GA 30303, USA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D9A07EE5-30C4-49DE-832E-02A48D83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7FFF1996-7FFE-4B49-B639-53343F53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705D4E1C-31FC-4028-898C-FF5B7E14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Preparer Tax Identification Number (PTIN): P00000132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BF231BA4-56F3-4838-B49C-FD7237C0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Samuel Thompson  |  Physical Address: 8402 Forest Oak Drive, Columbus, OH 43215, USA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FDA4C2EB-CAC2-47B2-AFA9-62EC383C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D5EBAEB8-DD33-45D3-A044-09499A7C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5EF330DE-8FE8-44AC-AC1C-10FB27C6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Preparer Tax Identification Number (PTIN): P00000133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5FBA07B2-430C-4961-82C9-6F67405D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Henry Miller  |  Physical Address: 8439 Silver Ridge Drive, Phoenix, AZ 85004, USA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17C618AC-0622-4565-8767-289CEB71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09A03510-F46B-4311-B1D3-7DE35642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B1330A81-C41C-4DB9-A1B4-33C9C91C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Preparer Tax Identification Number (PTIN): P00000134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16938AD8-9514-4836-8684-3E7EF9B2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Mason Clark  |  Physical Address: 8476 Golden Ridge Drive, Philadelphia, PA 19103, USA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4F8FCA40-976E-4783-A611-8224A2A6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98ABF0E8-EEA2-4E05-820B-81A806B3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D9735A44-498B-417B-9FB8-BBAAC3F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Preparer Tax Identification Number (PTIN): P00000135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560AE783-D411-4F93-937B-719D581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Liam Anderson  |  Physical Address: 8513 Cedar Ridge Drive, Denver, CO 80202, USA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680606FD-D7C2-436D-B537-FE4FFC61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F8EF87E9-F61E-4B61-8983-A9D94D68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442317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7F0865FA-2917-47F9-8895-5B13C960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4829FEA1-3CCB-4317-8A0F-CBBBD01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6478872E-C22B-4284-8A43-7549741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0E1D043D-6761-4F8A-B8BF-97A2E65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Preparer Tax Identification Number (PTIN): P00000136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DD3F2436-93C8-4FC7-9C47-5B95C6F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Samuel Walker  |  Physical Address: 8550 Willow Ridge Drive, Nashville, TN 37219, USA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A38EE8E7-AAD9-4BE8-A341-675C1810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A7DC0C0D-74BA-4AA6-A4B9-8DFF68F9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899EE769-62F4-48B3-97A1-15473941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Preparer Tax Identification Number (PTIN): P00000137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473240BB-0E62-4CBC-8365-41CCDA13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Henry White  |  Physical Address: 8587 Maple Ridge Drive, Austin, TX 78701, USA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156830D2-798A-466E-B071-5C2E536D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1A145187-8867-4FD0-8002-2047375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A802C720-DBDF-416F-AB4E-331E30B0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Preparer Tax Identification Number (PTIN): P00000138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7D5C6ADE-C5CD-4ACE-9A85-1A087DA2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Mason Williams  |  Physical Address: 8624 River Ridge Drive, Chicago, IL 60601, USA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D82EAB36-2320-438C-BF42-45BA6D94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612D5880-2DFA-48FA-B9FF-CF1451F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A55D97A7-26C7-4F99-8DDC-C2739F37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Preparer Tax Identification Number (PTIN): P00000139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92C9A856-463B-4B7F-AEE5-A06B9C58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Liam Garcia  |  Physical Address: 8661 Meadow Ridge Drive, Richmond, VA 23219, USA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EBC05937-9FA9-494E-9BEA-57472937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EC7A4177-CD84-464B-AD81-CA9D381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D9594400-6516-4036-B02E-26916E6F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Preparer Tax Identification Number (PTIN): P00000140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6441ACF2-1A3B-4CEB-8B91-EFAFF86F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Samuel Miller  |  Physical Address: 8698 Highland Ridge Drive, Portland, OR 97205, USA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D4DD91C6-E615-44F1-9407-A1750BFE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25B04B66-D75E-4699-A387-6894E19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19095714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6CAC8BF8-3F32-4A00-8B17-F6D8AB92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9BCD1936-840E-4A27-98EA-879B90F3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5AC03EF6-46ED-4D4D-8C98-A9F8D890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FB348FB8-F592-41B7-A5B6-F7CB875A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Preparer Tax Identification Number (PTIN): P00000141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A9AE8B0D-9F96-4CE9-B673-D9733843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Henry Clark  |  Physical Address: 8735 Sunset Ridge Drive, San Diego, CA 92101, USA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AA4A16A2-0C7D-4817-8C2B-519D3BC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264B8084-0CE5-4055-86BB-E1837CBC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24C96522-8E4F-408F-898F-66560D07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Preparer Tax Identification Number (PTIN): P00000142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DE06AB97-2DC9-4782-B195-17955273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Mason Anderson  |  Physical Address: 8772 Pine Ridge Drive, Boston, MA 02108, USA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3ABD20A7-178C-46DB-BEF9-0E0DF18A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153A18A7-081C-4819-AF5B-32C66368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9245D5BC-834E-4449-91A7-4DE60E20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Preparer Tax Identification Number (PTIN): P00000143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46D7764D-0A37-44F6-A9D4-BE4DA7B7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Isabella Hall  |  Physical Address: 8809 Lake Ridge Drive, Minneapolis, MN 55401, USA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0B1FF85E-576E-4D96-A9B0-3877511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A815C3B7-7CD4-455F-B2F0-ACBD58CE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FE907806-511A-4E10-A359-5A1DA896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Preparer Tax Identification Number (PTIN): P00000144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52354DD1-EFA5-4A43-AEA3-6431203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Samuel White  |  Physical Address: 8846 Forest Ridge Drive, Seattle, WA 98101, USA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2EBBE7F5-0CB2-4AAD-BE2B-ED53854F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085DF061-12B0-4C1F-ADD5-31876993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9EFC7803-8FA9-4FED-A876-08194986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Preparer Tax Identification Number (PTIN): P00000145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EFA8A4ED-017B-4214-A1B5-31BCF28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Amelia Williams  |  Physical Address: 8883 Silver Glen Drive, Charlotte, NC 28202, USA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926AE46A-7EE8-4F4A-BE1F-8F92D98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D6C7B09C-F838-4F18-80A1-7E0798F6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6318174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CFBF075C-0BC6-4FA8-B983-82E1585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Preparer Taxpayer ID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1AC13298-E332-4152-BBE2-53ECB001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7CB18D71-1797-4445-8CCA-0736035A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9B511AE3-35E8-4723-BD62-2D591839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Preparer Tax Identification Number (PTIN): P00000146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4525DF10-6B03-4247-BBB9-3F481349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Sophia Garcia  |  Physical Address: 8920 Golden Glen Drive, Salt Lake City, UT 84101, USA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660D830A-BD6C-4D26-97A1-A507E8EB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5D738988-5D37-4766-9054-BF16E8F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99CE39A2-936F-4759-A59F-A1807804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Preparer Tax Identification Number (PTIN): P00000147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861D9EFF-D0BD-4AA8-9C13-62336CE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Olivia Wilson  |  Physical Address: 8957 Cedar Glen Drive, Atlanta, GA 30303, USA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63FE3853-F5F7-4500-A634-0200C90E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360AB98F-08E4-48BF-B852-03F4817E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92BCB0B1-A259-4853-BD51-512D1E73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Preparer Tax Identification Number (PTIN): P00000148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06FA5D16-5C09-4E64-9B89-48CC9819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Evelyn Clark  |  Physical Address: 8994 Willow Glen Drive, Columbus, OH 43215, USA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1CF0A863-743C-4109-B0B0-ECA9924D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F86483A6-096A-4369-B7F5-39760325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5C3EDC74-DE48-43EB-8A50-52D47392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Preparer Tax Identification Number (PTIN): P00000149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FF8E8C1C-A27B-44CC-B2FA-041C79C9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Amelia Anderson  |  Physical Address: 9031 Maple Glen Drive, Phoenix, AZ 85004, USA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E2D441EB-B963-4149-B955-2F3D771A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99B8BF74-F0EA-4670-AD60-D2B2B93C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163FF8AE-339E-4FD8-8197-38BCA9E3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Preparer Tax Identification Number (PTIN): P00000150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3F59759C-6CC9-4DD7-B062-E95E35F5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Sophia Hall  |  Physical Address: 9068 River Glen Drive, Philadelphia, PA 19103, USA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2C58C1F3-B8E0-4CF5-88EC-C3C91D7B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paid tax return preparer PTIN; custom SIT test value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58ACC517-1892-4D46-92D5-7A6EDD8D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No built-in SIT - custom SIT required  |  Target confidence: N/A</a:t>
            </a:r>
          </a:p>
        </p:txBody>
      </p:sp>
    </p:spTree>
    <p:extLst>
      <p:ext uri="{BB962C8B-B14F-4D97-AF65-F5344CB8AC3E}">
        <p14:creationId xmlns:p14="http://schemas.microsoft.com/office/powerpoint/2010/main" val="2107897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2026-07-31T08:56:21.0750000Z</dcterms:created>
  <dcterms:modified xsi:type="dcterms:W3CDTF">2026-07-31T08:56:21.0750000Z</dcterms:modified>
</coreProperties>
</file>
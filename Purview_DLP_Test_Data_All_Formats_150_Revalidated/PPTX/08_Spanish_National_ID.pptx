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0f68c1379d7495f" /><Relationship Type="http://schemas.openxmlformats.org/officeDocument/2006/relationships/extended-properties" Target="/docProps/app.xml" Id="R3cd0a168a2864fc5" /><Relationship Type="http://schemas.openxmlformats.org/officeDocument/2006/relationships/officeDocument" Target="/ppt/presentation.xml" Id="R13906820a1cd426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3d1e888ecfa435d"/>
  </p:sldMasterIdLst>
  <p:notesMasterIdLst>
    <p:notesMasterId xmlns:r="http://schemas.openxmlformats.org/officeDocument/2006/relationships" r:id="R403ed8096a0e4ccf"/>
  </p:notesMasterIdLst>
  <p:sldIdLst>
    <p:sldId xmlns:r="http://schemas.openxmlformats.org/officeDocument/2006/relationships" id="256" r:id="Ra2896a879997472b"/>
    <p:sldId xmlns:r="http://schemas.openxmlformats.org/officeDocument/2006/relationships" id="257" r:id="R17017dfbf1304495"/>
    <p:sldId xmlns:r="http://schemas.openxmlformats.org/officeDocument/2006/relationships" id="258" r:id="Rc9f01311ef4840b3"/>
    <p:sldId xmlns:r="http://schemas.openxmlformats.org/officeDocument/2006/relationships" id="259" r:id="R68c3995d59b34a0e"/>
    <p:sldId xmlns:r="http://schemas.openxmlformats.org/officeDocument/2006/relationships" id="260" r:id="R0ecfb6f192484c47"/>
    <p:sldId xmlns:r="http://schemas.openxmlformats.org/officeDocument/2006/relationships" id="261" r:id="Rcf60bd3f3a114a43"/>
    <p:sldId xmlns:r="http://schemas.openxmlformats.org/officeDocument/2006/relationships" id="262" r:id="R3e715c7a1fb44dca"/>
    <p:sldId xmlns:r="http://schemas.openxmlformats.org/officeDocument/2006/relationships" id="263" r:id="Rc6df6c72abf54ff5"/>
    <p:sldId xmlns:r="http://schemas.openxmlformats.org/officeDocument/2006/relationships" id="264" r:id="Ra2d881680b5f487c"/>
    <p:sldId xmlns:r="http://schemas.openxmlformats.org/officeDocument/2006/relationships" id="265" r:id="R3a3a9c08adf5472d"/>
    <p:sldId xmlns:r="http://schemas.openxmlformats.org/officeDocument/2006/relationships" id="266" r:id="Rd0e1c02e0b1047b9"/>
    <p:sldId xmlns:r="http://schemas.openxmlformats.org/officeDocument/2006/relationships" id="267" r:id="R8cae9edbf94c4006"/>
    <p:sldId xmlns:r="http://schemas.openxmlformats.org/officeDocument/2006/relationships" id="268" r:id="Ra638a8459ec94c47"/>
    <p:sldId xmlns:r="http://schemas.openxmlformats.org/officeDocument/2006/relationships" id="269" r:id="R33114a09a4cd4d21"/>
    <p:sldId xmlns:r="http://schemas.openxmlformats.org/officeDocument/2006/relationships" id="270" r:id="R9897df0d7c49413e"/>
    <p:sldId xmlns:r="http://schemas.openxmlformats.org/officeDocument/2006/relationships" id="271" r:id="R9121ad081a684ffa"/>
    <p:sldId xmlns:r="http://schemas.openxmlformats.org/officeDocument/2006/relationships" id="272" r:id="Rf3b76fa8b8274697"/>
    <p:sldId xmlns:r="http://schemas.openxmlformats.org/officeDocument/2006/relationships" id="273" r:id="R908ef899ea9148d3"/>
    <p:sldId xmlns:r="http://schemas.openxmlformats.org/officeDocument/2006/relationships" id="274" r:id="R216854e0d1494c1a"/>
    <p:sldId xmlns:r="http://schemas.openxmlformats.org/officeDocument/2006/relationships" id="275" r:id="R2076561cbea24724"/>
    <p:sldId xmlns:r="http://schemas.openxmlformats.org/officeDocument/2006/relationships" id="276" r:id="R2a8e8b740e214059"/>
    <p:sldId xmlns:r="http://schemas.openxmlformats.org/officeDocument/2006/relationships" id="277" r:id="Rc601d08881784087"/>
    <p:sldId xmlns:r="http://schemas.openxmlformats.org/officeDocument/2006/relationships" id="278" r:id="R78872a25bf7c44ec"/>
    <p:sldId xmlns:r="http://schemas.openxmlformats.org/officeDocument/2006/relationships" id="279" r:id="R0d6acd0ddbd04e0e"/>
    <p:sldId xmlns:r="http://schemas.openxmlformats.org/officeDocument/2006/relationships" id="280" r:id="R739ef8cb70e648c5"/>
    <p:sldId xmlns:r="http://schemas.openxmlformats.org/officeDocument/2006/relationships" id="281" r:id="Rb81dffb2b4f04585"/>
    <p:sldId xmlns:r="http://schemas.openxmlformats.org/officeDocument/2006/relationships" id="282" r:id="R055d2bafcae74785"/>
    <p:sldId xmlns:r="http://schemas.openxmlformats.org/officeDocument/2006/relationships" id="283" r:id="R803d82e5e01c4480"/>
    <p:sldId xmlns:r="http://schemas.openxmlformats.org/officeDocument/2006/relationships" id="284" r:id="R31d035670c0b42ab"/>
    <p:sldId xmlns:r="http://schemas.openxmlformats.org/officeDocument/2006/relationships" id="285" r:id="R7eea19ba490844fd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0e07db71be545e8" /><Relationship Type="http://schemas.openxmlformats.org/officeDocument/2006/relationships/slideMaster" Target="/ppt/slideMasters/slideMaster1.xml" Id="R63d1e888ecfa435d" /><Relationship Type="http://schemas.openxmlformats.org/officeDocument/2006/relationships/notesMaster" Target="/ppt/notesMasters/notesMaster1.xml" Id="R403ed8096a0e4ccf" /><Relationship Type="http://schemas.openxmlformats.org/officeDocument/2006/relationships/presProps" Target="/ppt/presProps.xml" Id="R3e501d1de8854c06" /><Relationship Type="http://schemas.openxmlformats.org/officeDocument/2006/relationships/tableStyles" Target="/ppt/tableStyles.xml" Id="R20ef896699d44018" /><Relationship Type="http://schemas.openxmlformats.org/officeDocument/2006/relationships/slide" Target="/ppt/slides/slide1.xml" Id="Ra2896a879997472b" /><Relationship Type="http://schemas.openxmlformats.org/officeDocument/2006/relationships/slide" Target="/ppt/slides/slide2.xml" Id="R17017dfbf1304495" /><Relationship Type="http://schemas.openxmlformats.org/officeDocument/2006/relationships/slide" Target="/ppt/slides/slide3.xml" Id="Rc9f01311ef4840b3" /><Relationship Type="http://schemas.openxmlformats.org/officeDocument/2006/relationships/slide" Target="/ppt/slides/slide4.xml" Id="R68c3995d59b34a0e" /><Relationship Type="http://schemas.openxmlformats.org/officeDocument/2006/relationships/slide" Target="/ppt/slides/slide5.xml" Id="R0ecfb6f192484c47" /><Relationship Type="http://schemas.openxmlformats.org/officeDocument/2006/relationships/slide" Target="/ppt/slides/slide6.xml" Id="Rcf60bd3f3a114a43" /><Relationship Type="http://schemas.openxmlformats.org/officeDocument/2006/relationships/slide" Target="/ppt/slides/slide7.xml" Id="R3e715c7a1fb44dca" /><Relationship Type="http://schemas.openxmlformats.org/officeDocument/2006/relationships/slide" Target="/ppt/slides/slide8.xml" Id="Rc6df6c72abf54ff5" /><Relationship Type="http://schemas.openxmlformats.org/officeDocument/2006/relationships/slide" Target="/ppt/slides/slide9.xml" Id="Ra2d881680b5f487c" /><Relationship Type="http://schemas.openxmlformats.org/officeDocument/2006/relationships/slide" Target="/ppt/slides/slide10.xml" Id="R3a3a9c08adf5472d" /><Relationship Type="http://schemas.openxmlformats.org/officeDocument/2006/relationships/slide" Target="/ppt/slides/slide11.xml" Id="Rd0e1c02e0b1047b9" /><Relationship Type="http://schemas.openxmlformats.org/officeDocument/2006/relationships/slide" Target="/ppt/slides/slide12.xml" Id="R8cae9edbf94c4006" /><Relationship Type="http://schemas.openxmlformats.org/officeDocument/2006/relationships/slide" Target="/ppt/slides/slide13.xml" Id="Ra638a8459ec94c47" /><Relationship Type="http://schemas.openxmlformats.org/officeDocument/2006/relationships/slide" Target="/ppt/slides/slide14.xml" Id="R33114a09a4cd4d21" /><Relationship Type="http://schemas.openxmlformats.org/officeDocument/2006/relationships/slide" Target="/ppt/slides/slide15.xml" Id="R9897df0d7c49413e" /><Relationship Type="http://schemas.openxmlformats.org/officeDocument/2006/relationships/slide" Target="/ppt/slides/slide16.xml" Id="R9121ad081a684ffa" /><Relationship Type="http://schemas.openxmlformats.org/officeDocument/2006/relationships/slide" Target="/ppt/slides/slide17.xml" Id="Rf3b76fa8b8274697" /><Relationship Type="http://schemas.openxmlformats.org/officeDocument/2006/relationships/slide" Target="/ppt/slides/slide18.xml" Id="R908ef899ea9148d3" /><Relationship Type="http://schemas.openxmlformats.org/officeDocument/2006/relationships/slide" Target="/ppt/slides/slide19.xml" Id="R216854e0d1494c1a" /><Relationship Type="http://schemas.openxmlformats.org/officeDocument/2006/relationships/slide" Target="/ppt/slides/slide20.xml" Id="R2076561cbea24724" /><Relationship Type="http://schemas.openxmlformats.org/officeDocument/2006/relationships/slide" Target="/ppt/slides/slide21.xml" Id="R2a8e8b740e214059" /><Relationship Type="http://schemas.openxmlformats.org/officeDocument/2006/relationships/slide" Target="/ppt/slides/slide22.xml" Id="Rc601d08881784087" /><Relationship Type="http://schemas.openxmlformats.org/officeDocument/2006/relationships/slide" Target="/ppt/slides/slide23.xml" Id="R78872a25bf7c44ec" /><Relationship Type="http://schemas.openxmlformats.org/officeDocument/2006/relationships/slide" Target="/ppt/slides/slide24.xml" Id="R0d6acd0ddbd04e0e" /><Relationship Type="http://schemas.openxmlformats.org/officeDocument/2006/relationships/slide" Target="/ppt/slides/slide25.xml" Id="R739ef8cb70e648c5" /><Relationship Type="http://schemas.openxmlformats.org/officeDocument/2006/relationships/slide" Target="/ppt/slides/slide26.xml" Id="Rb81dffb2b4f04585" /><Relationship Type="http://schemas.openxmlformats.org/officeDocument/2006/relationships/slide" Target="/ppt/slides/slide27.xml" Id="R055d2bafcae74785" /><Relationship Type="http://schemas.openxmlformats.org/officeDocument/2006/relationships/slide" Target="/ppt/slides/slide28.xml" Id="R803d82e5e01c4480" /><Relationship Type="http://schemas.openxmlformats.org/officeDocument/2006/relationships/slide" Target="/ppt/slides/slide29.xml" Id="R31d035670c0b42ab" /><Relationship Type="http://schemas.openxmlformats.org/officeDocument/2006/relationships/slide" Target="/ppt/slides/slide30.xml" Id="R7eea19ba490844f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1efa8d61e894a8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4ca37b633364ece" /><Relationship Type="http://schemas.openxmlformats.org/officeDocument/2006/relationships/notesMaster" Target="/ppt/notesMasters/notesMaster1.xml" Id="R8031cd5aa17f4b7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72bb9887b4b44c4" /><Relationship Type="http://schemas.openxmlformats.org/officeDocument/2006/relationships/notesMaster" Target="/ppt/notesMasters/notesMaster1.xml" Id="Rb15f88497387463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71b510d0e3c4577" /><Relationship Type="http://schemas.openxmlformats.org/officeDocument/2006/relationships/notesMaster" Target="/ppt/notesMasters/notesMaster1.xml" Id="R45f39d5cce4a4eb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37fb419cbf1425a" /><Relationship Type="http://schemas.openxmlformats.org/officeDocument/2006/relationships/notesMaster" Target="/ppt/notesMasters/notesMaster1.xml" Id="Rdeaa39cc7d274e4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7be769653b9486e" /><Relationship Type="http://schemas.openxmlformats.org/officeDocument/2006/relationships/notesMaster" Target="/ppt/notesMasters/notesMaster1.xml" Id="Rf8d31b11887f4ab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c439938cb3b4c88" /><Relationship Type="http://schemas.openxmlformats.org/officeDocument/2006/relationships/notesMaster" Target="/ppt/notesMasters/notesMaster1.xml" Id="R30259b1bad4b4bd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caf55ee80e94499" /><Relationship Type="http://schemas.openxmlformats.org/officeDocument/2006/relationships/notesMaster" Target="/ppt/notesMasters/notesMaster1.xml" Id="R5ab26bc623504b2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2d3d7f2eaee4b2e" /><Relationship Type="http://schemas.openxmlformats.org/officeDocument/2006/relationships/notesMaster" Target="/ppt/notesMasters/notesMaster1.xml" Id="R78ad7c29d5c2498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2eda01cca81497f" /><Relationship Type="http://schemas.openxmlformats.org/officeDocument/2006/relationships/notesMaster" Target="/ppt/notesMasters/notesMaster1.xml" Id="R21cd1e48c624485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04741681f9f4d85" /><Relationship Type="http://schemas.openxmlformats.org/officeDocument/2006/relationships/notesMaster" Target="/ppt/notesMasters/notesMaster1.xml" Id="R420cad2cdd19454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13d7448253a486a" /><Relationship Type="http://schemas.openxmlformats.org/officeDocument/2006/relationships/notesMaster" Target="/ppt/notesMasters/notesMaster1.xml" Id="R18133661295d497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e529044f036412c" /><Relationship Type="http://schemas.openxmlformats.org/officeDocument/2006/relationships/notesMaster" Target="/ppt/notesMasters/notesMaster1.xml" Id="R31828c1b4ab048e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00ff0229ca54e34" /><Relationship Type="http://schemas.openxmlformats.org/officeDocument/2006/relationships/notesMaster" Target="/ppt/notesMasters/notesMaster1.xml" Id="R6f035c64f66b459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a8a9f216a6b4eb3" /><Relationship Type="http://schemas.openxmlformats.org/officeDocument/2006/relationships/notesMaster" Target="/ppt/notesMasters/notesMaster1.xml" Id="R6fca1f38ca884a9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3d88921a1ff4a85" /><Relationship Type="http://schemas.openxmlformats.org/officeDocument/2006/relationships/notesMaster" Target="/ppt/notesMasters/notesMaster1.xml" Id="Rdb6f3079296147d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2e691e30e0134d58" /><Relationship Type="http://schemas.openxmlformats.org/officeDocument/2006/relationships/notesMaster" Target="/ppt/notesMasters/notesMaster1.xml" Id="Rcf0de54a251f43ee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0adacf444f6849ab" /><Relationship Type="http://schemas.openxmlformats.org/officeDocument/2006/relationships/notesMaster" Target="/ppt/notesMasters/notesMaster1.xml" Id="R88c7eb98731a4965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4196e034715a4fdc" /><Relationship Type="http://schemas.openxmlformats.org/officeDocument/2006/relationships/notesMaster" Target="/ppt/notesMasters/notesMaster1.xml" Id="R45c0d3daf6ad4989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9dd3f09b602f43f8" /><Relationship Type="http://schemas.openxmlformats.org/officeDocument/2006/relationships/notesMaster" Target="/ppt/notesMasters/notesMaster1.xml" Id="Rf5aedd3a05dc46f9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295d2333eae44de7" /><Relationship Type="http://schemas.openxmlformats.org/officeDocument/2006/relationships/notesMaster" Target="/ppt/notesMasters/notesMaster1.xml" Id="R7b57d364418f4204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eece05948fdb44d0" /><Relationship Type="http://schemas.openxmlformats.org/officeDocument/2006/relationships/notesMaster" Target="/ppt/notesMasters/notesMaster1.xml" Id="R923cd7628e8948ab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c5c859adc30c440b" /><Relationship Type="http://schemas.openxmlformats.org/officeDocument/2006/relationships/notesMaster" Target="/ppt/notesMasters/notesMaster1.xml" Id="R397f199bc7df4fe0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86acd705186243a3" /><Relationship Type="http://schemas.openxmlformats.org/officeDocument/2006/relationships/notesMaster" Target="/ppt/notesMasters/notesMaster1.xml" Id="R212b301535d34bd7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4a2ed82fce5d4cc3" /><Relationship Type="http://schemas.openxmlformats.org/officeDocument/2006/relationships/notesMaster" Target="/ppt/notesMasters/notesMaster1.xml" Id="R6380c0e5f9dd4152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6ce9795127544914" /><Relationship Type="http://schemas.openxmlformats.org/officeDocument/2006/relationships/notesMaster" Target="/ppt/notesMasters/notesMaster1.xml" Id="Rd2b2b8ba6b974baf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19d04cb493464b7e" /><Relationship Type="http://schemas.openxmlformats.org/officeDocument/2006/relationships/notesMaster" Target="/ppt/notesMasters/notesMaster1.xml" Id="R416056d51f584966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2dcf2280effa40b9" /><Relationship Type="http://schemas.openxmlformats.org/officeDocument/2006/relationships/notesMaster" Target="/ppt/notesMasters/notesMaster1.xml" Id="R90f2dd13da854037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7a9dbd57440e4d9d" /><Relationship Type="http://schemas.openxmlformats.org/officeDocument/2006/relationships/notesMaster" Target="/ppt/notesMasters/notesMaster1.xml" Id="Ra9783c6ff82543c4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4025b7e113a74092" /><Relationship Type="http://schemas.openxmlformats.org/officeDocument/2006/relationships/notesMaster" Target="/ppt/notesMasters/notesMaster1.xml" Id="R91337d93a8c6461e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8442db8e93764f1b" /><Relationship Type="http://schemas.openxmlformats.org/officeDocument/2006/relationships/notesMaster" Target="/ppt/notesMasters/notesMaster1.xml" Id="R79f386c0f7da4ba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https://learn.microsoft.com/en-us/purview/sit-defn-spain-dni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https://learn.microsoft.com/en-us/purview/sit-defn-spain-dni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https://learn.microsoft.com/en-us/purview/sit-defn-spain-dni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https://learn.microsoft.com/en-us/purview/sit-defn-spain-dni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https://learn.microsoft.com/en-us/purview/sit-defn-spain-dni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https://learn.microsoft.com/en-us/purview/sit-defn-spain-dni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https://learn.microsoft.com/en-us/purview/sit-defn-spain-dni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https://learn.microsoft.com/en-us/purview/sit-defn-spain-dni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https://learn.microsoft.com/en-us/purview/sit-defn-spain-dni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https://learn.microsoft.com/en-us/purview/sit-defn-spain-dni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https://learn.microsoft.com/en-us/purview/sit-defn-spain-dni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https://learn.microsoft.com/en-us/purview/sit-defn-spain-dni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https://learn.microsoft.com/en-us/purview/sit-defn-spain-dni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https://learn.microsoft.com/en-us/purview/sit-defn-spain-dni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https://learn.microsoft.com/en-us/purview/sit-defn-spain-dni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https://learn.microsoft.com/en-us/purview/sit-defn-spain-dni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https://learn.microsoft.com/en-us/purview/sit-defn-spain-dni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https://learn.microsoft.com/en-us/purview/sit-defn-spain-dni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https://learn.microsoft.com/en-us/purview/sit-defn-spain-dni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https://learn.microsoft.com/en-us/purview/sit-defn-spain-dni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https://learn.microsoft.com/en-us/purview/sit-defn-spain-dni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https://learn.microsoft.com/en-us/purview/sit-defn-spain-dni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https://learn.microsoft.com/en-us/purview/sit-defn-spain-dni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https://learn.microsoft.com/en-us/purview/sit-defn-spain-dni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https://learn.microsoft.com/en-us/purview/sit-defn-spain-dni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https://learn.microsoft.com/en-us/purview/sit-defn-spain-dni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https://learn.microsoft.com/en-us/purview/sit-defn-spain-dni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https://learn.microsoft.com/en-us/purview/sit-defn-spain-dni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https://learn.microsoft.com/en-us/purview/sit-defn-spain-dni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https://learn.microsoft.com/en-us/purview/sit-defn-spain-dni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c5ef7e086e14a3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608137856ac45a0" /><Relationship Type="http://schemas.openxmlformats.org/officeDocument/2006/relationships/slideLayout" Target="/ppt/slideLayouts/slideLayout1.xml" Id="R344804674f47419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44804674f47419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cd888c3dc74ec9" /><Relationship Type="http://schemas.openxmlformats.org/officeDocument/2006/relationships/notesSlide" Target="/ppt/notesSlides/notesSlide1.xml" Id="R34d49c5f767b4e2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25a2d9816b48bc" /><Relationship Type="http://schemas.openxmlformats.org/officeDocument/2006/relationships/notesSlide" Target="/ppt/notesSlides/notesSlide2.xml" Id="R5c01d34473254e6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0319b5d16b4be7" /><Relationship Type="http://schemas.openxmlformats.org/officeDocument/2006/relationships/notesSlide" Target="/ppt/notesSlides/notesSlide3.xml" Id="R86e49adcb423440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3d3eca06074554" /><Relationship Type="http://schemas.openxmlformats.org/officeDocument/2006/relationships/notesSlide" Target="/ppt/notesSlides/notesSlide4.xml" Id="R9997441ecbbf497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b32e2732c44642" /><Relationship Type="http://schemas.openxmlformats.org/officeDocument/2006/relationships/notesSlide" Target="/ppt/notesSlides/notesSlide5.xml" Id="Rf37eeea485714ab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c6be899fd84c56" /><Relationship Type="http://schemas.openxmlformats.org/officeDocument/2006/relationships/notesSlide" Target="/ppt/notesSlides/notesSlide6.xml" Id="R8e34247d3cf74f4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c8f01d02a74d39" /><Relationship Type="http://schemas.openxmlformats.org/officeDocument/2006/relationships/notesSlide" Target="/ppt/notesSlides/notesSlide7.xml" Id="R96386f8e8efb424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a6346c2d114912" /><Relationship Type="http://schemas.openxmlformats.org/officeDocument/2006/relationships/notesSlide" Target="/ppt/notesSlides/notesSlide8.xml" Id="Rce698ebce7fa4d8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8a09bbbf334860" /><Relationship Type="http://schemas.openxmlformats.org/officeDocument/2006/relationships/notesSlide" Target="/ppt/notesSlides/notesSlide9.xml" Id="R0ca48308f740497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b06b9139494e28" /><Relationship Type="http://schemas.openxmlformats.org/officeDocument/2006/relationships/notesSlide" Target="/ppt/notesSlides/notesSlide10.xml" Id="R246158e60b07450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b2d69d3b074bd1" /><Relationship Type="http://schemas.openxmlformats.org/officeDocument/2006/relationships/notesSlide" Target="/ppt/notesSlides/notesSlide11.xml" Id="Ra1af3882d224431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969e9a1d5a424a" /><Relationship Type="http://schemas.openxmlformats.org/officeDocument/2006/relationships/notesSlide" Target="/ppt/notesSlides/notesSlide12.xml" Id="R6ccaf3f493ce4ae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33c83f64224d8a" /><Relationship Type="http://schemas.openxmlformats.org/officeDocument/2006/relationships/notesSlide" Target="/ppt/notesSlides/notesSlide13.xml" Id="Rf7d7e767ad3b48d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f2a89a1c3d4605" /><Relationship Type="http://schemas.openxmlformats.org/officeDocument/2006/relationships/notesSlide" Target="/ppt/notesSlides/notesSlide14.xml" Id="R6b9e746ba0e84cd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c00a555add484c" /><Relationship Type="http://schemas.openxmlformats.org/officeDocument/2006/relationships/notesSlide" Target="/ppt/notesSlides/notesSlide15.xml" Id="Rd011af50974c45b5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c6810808984185" /><Relationship Type="http://schemas.openxmlformats.org/officeDocument/2006/relationships/notesSlide" Target="/ppt/notesSlides/notesSlide16.xml" Id="Rd9bc96b274d6413b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349c30050f4d82" /><Relationship Type="http://schemas.openxmlformats.org/officeDocument/2006/relationships/notesSlide" Target="/ppt/notesSlides/notesSlide17.xml" Id="Raf855284cc6948e1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c4b054682b4d4a" /><Relationship Type="http://schemas.openxmlformats.org/officeDocument/2006/relationships/notesSlide" Target="/ppt/notesSlides/notesSlide18.xml" Id="Rff5d3fcfd64d4258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75da97ff5e44ef" /><Relationship Type="http://schemas.openxmlformats.org/officeDocument/2006/relationships/notesSlide" Target="/ppt/notesSlides/notesSlide19.xml" Id="Rbb16642981334bad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00e173d462462f" /><Relationship Type="http://schemas.openxmlformats.org/officeDocument/2006/relationships/notesSlide" Target="/ppt/notesSlides/notesSlide20.xml" Id="R3442f8844a83410f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0535886bad42f2" /><Relationship Type="http://schemas.openxmlformats.org/officeDocument/2006/relationships/notesSlide" Target="/ppt/notesSlides/notesSlide21.xml" Id="R1a6759f35da84b01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f40deb3cbb42fb" /><Relationship Type="http://schemas.openxmlformats.org/officeDocument/2006/relationships/notesSlide" Target="/ppt/notesSlides/notesSlide22.xml" Id="R17ec04551aa34dba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71be5296354bd0" /><Relationship Type="http://schemas.openxmlformats.org/officeDocument/2006/relationships/notesSlide" Target="/ppt/notesSlides/notesSlide23.xml" Id="R7323c4ea0c814849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63053c34204cc3" /><Relationship Type="http://schemas.openxmlformats.org/officeDocument/2006/relationships/notesSlide" Target="/ppt/notesSlides/notesSlide24.xml" Id="Rabf3c6001a4a44ef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47661becf34bc5" /><Relationship Type="http://schemas.openxmlformats.org/officeDocument/2006/relationships/notesSlide" Target="/ppt/notesSlides/notesSlide25.xml" Id="R897b4cab804e46cc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b030418a9943fc" /><Relationship Type="http://schemas.openxmlformats.org/officeDocument/2006/relationships/notesSlide" Target="/ppt/notesSlides/notesSlide26.xml" Id="Rd4684c4a370347bf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55620ad0a54720" /><Relationship Type="http://schemas.openxmlformats.org/officeDocument/2006/relationships/notesSlide" Target="/ppt/notesSlides/notesSlide27.xml" Id="R99d8607090d042d8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59f3a099c3459c" /><Relationship Type="http://schemas.openxmlformats.org/officeDocument/2006/relationships/notesSlide" Target="/ppt/notesSlides/notesSlide28.xml" Id="Rddbd079012fb479b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e2fa585a17405a" /><Relationship Type="http://schemas.openxmlformats.org/officeDocument/2006/relationships/notesSlide" Target="/ppt/notesSlides/notesSlide29.xml" Id="R1a7e67314afd4112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faaa546abf4077" /><Relationship Type="http://schemas.openxmlformats.org/officeDocument/2006/relationships/notesSlide" Target="/ppt/notesSlides/notesSlide30.xml" Id="R6b51c8be3a3848e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">
            <a:extLst xmlns:a="http://schemas.openxmlformats.org/drawingml/2006/main">
              <a:ext uri="{FF2B5EF4-FFF2-40B4-BE49-F238E27FC236}">
                <a16:creationId xmlns:a16="http://schemas.microsoft.com/office/drawing/2014/main" id="{15DB3FAC-B9B1-4932-953D-7A00FE30F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Spanish National ID</a:t>
            </a:r>
          </a:p>
        </p:txBody>
      </p:sp>
      <p:sp>
        <p:nvSpPr>
          <p:cNvPr id="2" name="counter-1">
            <a:extLst xmlns:a="http://schemas.openxmlformats.org/drawingml/2006/main">
              <a:ext uri="{FF2B5EF4-FFF2-40B4-BE49-F238E27FC236}">
                <a16:creationId xmlns:a16="http://schemas.microsoft.com/office/drawing/2014/main" id="{DE290EE2-AC69-42C9-90A3-740A4AB8D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1-5 of 150</a:t>
            </a:r>
          </a:p>
        </p:txBody>
      </p:sp>
      <p:sp>
        <p:nvSpPr>
          <p:cNvPr id="3" name="record-panel-1-1">
            <a:extLst xmlns:a="http://schemas.openxmlformats.org/drawingml/2006/main">
              <a:ext uri="{FF2B5EF4-FFF2-40B4-BE49-F238E27FC236}">
                <a16:creationId xmlns:a16="http://schemas.microsoft.com/office/drawing/2014/main" id="{34672EB4-2E49-4BB3-B6B2-03DC44846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1-1">
            <a:extLst xmlns:a="http://schemas.openxmlformats.org/drawingml/2006/main">
              <a:ext uri="{FF2B5EF4-FFF2-40B4-BE49-F238E27FC236}">
                <a16:creationId xmlns:a16="http://schemas.microsoft.com/office/drawing/2014/main" id="{34DB4DDC-EFC1-4965-9697-A3AA1325C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TEST-001  |  Documento Nacional de Identidad (DNI): 10000000-Z</a:t>
            </a:r>
          </a:p>
        </p:txBody>
      </p:sp>
      <p:sp>
        <p:nvSpPr>
          <p:cNvPr id="5" name="record-person-1-1">
            <a:extLst xmlns:a="http://schemas.openxmlformats.org/drawingml/2006/main">
              <a:ext uri="{FF2B5EF4-FFF2-40B4-BE49-F238E27FC236}">
                <a16:creationId xmlns:a16="http://schemas.microsoft.com/office/drawing/2014/main" id="{1F2513B6-C19C-40DA-8DA8-18E00C155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Ruben Alba Ruiz  |  Physical Address: Calle Alameda Alta 907, 28013 Madrid, España</a:t>
            </a:r>
          </a:p>
        </p:txBody>
      </p:sp>
      <p:sp>
        <p:nvSpPr>
          <p:cNvPr id="6" name="record-evidence-1-1">
            <a:extLst xmlns:a="http://schemas.openxmlformats.org/drawingml/2006/main">
              <a:ext uri="{FF2B5EF4-FFF2-40B4-BE49-F238E27FC236}">
                <a16:creationId xmlns:a16="http://schemas.microsoft.com/office/drawing/2014/main" id="{9EE936F7-D4F0-4980-9DA6-9F15E50CF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Documento nacional de identidad; DNI; Ministerio del Interior</a:t>
            </a:r>
          </a:p>
        </p:txBody>
      </p:sp>
      <p:sp>
        <p:nvSpPr>
          <p:cNvPr id="7" name="record-panel-1-2">
            <a:extLst xmlns:a="http://schemas.openxmlformats.org/drawingml/2006/main">
              <a:ext uri="{FF2B5EF4-FFF2-40B4-BE49-F238E27FC236}">
                <a16:creationId xmlns:a16="http://schemas.microsoft.com/office/drawing/2014/main" id="{8AF7E602-8D61-4B1A-B827-C63CA21A9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1-2">
            <a:extLst xmlns:a="http://schemas.openxmlformats.org/drawingml/2006/main">
              <a:ext uri="{FF2B5EF4-FFF2-40B4-BE49-F238E27FC236}">
                <a16:creationId xmlns:a16="http://schemas.microsoft.com/office/drawing/2014/main" id="{4C0D2295-C74F-4CD1-A33A-BF6958A50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TEST-002  |  Documento Nacional de Identidad (DNI): 10000001-S</a:t>
            </a:r>
          </a:p>
        </p:txBody>
      </p:sp>
      <p:sp>
        <p:nvSpPr>
          <p:cNvPr id="9" name="record-person-1-2">
            <a:extLst xmlns:a="http://schemas.openxmlformats.org/drawingml/2006/main">
              <a:ext uri="{FF2B5EF4-FFF2-40B4-BE49-F238E27FC236}">
                <a16:creationId xmlns:a16="http://schemas.microsoft.com/office/drawing/2014/main" id="{66EA14DB-7FE7-4D8A-9931-A4F51219B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Irene Valeria Rodriguez  |  Physical Address: Calle Almendro Alta 944, 03001 Alicante, España</a:t>
            </a:r>
          </a:p>
        </p:txBody>
      </p:sp>
      <p:sp>
        <p:nvSpPr>
          <p:cNvPr id="10" name="record-evidence-1-2">
            <a:extLst xmlns:a="http://schemas.openxmlformats.org/drawingml/2006/main">
              <a:ext uri="{FF2B5EF4-FFF2-40B4-BE49-F238E27FC236}">
                <a16:creationId xmlns:a16="http://schemas.microsoft.com/office/drawing/2014/main" id="{12184807-66B8-43C5-B288-EEBB24209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Documento nacional de identidad; DNI; Ministerio del Interior</a:t>
            </a:r>
          </a:p>
        </p:txBody>
      </p:sp>
      <p:sp>
        <p:nvSpPr>
          <p:cNvPr id="11" name="record-panel-1-3">
            <a:extLst xmlns:a="http://schemas.openxmlformats.org/drawingml/2006/main">
              <a:ext uri="{FF2B5EF4-FFF2-40B4-BE49-F238E27FC236}">
                <a16:creationId xmlns:a16="http://schemas.microsoft.com/office/drawing/2014/main" id="{0FD35E94-E7C6-4030-911B-D7876E405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1-3">
            <a:extLst xmlns:a="http://schemas.openxmlformats.org/drawingml/2006/main">
              <a:ext uri="{FF2B5EF4-FFF2-40B4-BE49-F238E27FC236}">
                <a16:creationId xmlns:a16="http://schemas.microsoft.com/office/drawing/2014/main" id="{D10629BD-1393-4023-B742-2D82BAE37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TEST-003  |  Documento Nacional de Identidad (DNI): 10000002-Q</a:t>
            </a:r>
          </a:p>
        </p:txBody>
      </p:sp>
      <p:sp>
        <p:nvSpPr>
          <p:cNvPr id="13" name="record-person-1-3">
            <a:extLst xmlns:a="http://schemas.openxmlformats.org/drawingml/2006/main">
              <a:ext uri="{FF2B5EF4-FFF2-40B4-BE49-F238E27FC236}">
                <a16:creationId xmlns:a16="http://schemas.microsoft.com/office/drawing/2014/main" id="{99CC79C3-C366-4F39-9CA5-E1A35F766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Marco Sofia Munoz  |  Physical Address: Calle Azahar Alta 981, 46001 Valencia, España</a:t>
            </a:r>
          </a:p>
        </p:txBody>
      </p:sp>
      <p:sp>
        <p:nvSpPr>
          <p:cNvPr id="14" name="record-evidence-1-3">
            <a:extLst xmlns:a="http://schemas.openxmlformats.org/drawingml/2006/main">
              <a:ext uri="{FF2B5EF4-FFF2-40B4-BE49-F238E27FC236}">
                <a16:creationId xmlns:a16="http://schemas.microsoft.com/office/drawing/2014/main" id="{391D439A-7820-4865-A13A-6013012FA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Documento nacional de identidad; DNI; Ministerio del Interior</a:t>
            </a:r>
          </a:p>
        </p:txBody>
      </p:sp>
      <p:sp>
        <p:nvSpPr>
          <p:cNvPr id="15" name="record-panel-1-4">
            <a:extLst xmlns:a="http://schemas.openxmlformats.org/drawingml/2006/main">
              <a:ext uri="{FF2B5EF4-FFF2-40B4-BE49-F238E27FC236}">
                <a16:creationId xmlns:a16="http://schemas.microsoft.com/office/drawing/2014/main" id="{3D24D092-C3DC-487A-B1B7-7BD164F29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1-4">
            <a:extLst xmlns:a="http://schemas.openxmlformats.org/drawingml/2006/main">
              <a:ext uri="{FF2B5EF4-FFF2-40B4-BE49-F238E27FC236}">
                <a16:creationId xmlns:a16="http://schemas.microsoft.com/office/drawing/2014/main" id="{37F835F5-ADD1-4C71-AC6C-13286B7B8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TEST-004  |  Documento Nacional de Identidad (DNI): 10000003-V</a:t>
            </a:r>
          </a:p>
        </p:txBody>
      </p:sp>
      <p:sp>
        <p:nvSpPr>
          <p:cNvPr id="17" name="record-person-1-4">
            <a:extLst xmlns:a="http://schemas.openxmlformats.org/drawingml/2006/main">
              <a:ext uri="{FF2B5EF4-FFF2-40B4-BE49-F238E27FC236}">
                <a16:creationId xmlns:a16="http://schemas.microsoft.com/office/drawing/2014/main" id="{7E12EFA1-12CB-4AEE-A92B-0E28F8A86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Claudia Irene Lopez  |  Physical Address: Calle Castillo Alta 1018, 18001 Granada, España</a:t>
            </a:r>
          </a:p>
        </p:txBody>
      </p:sp>
      <p:sp>
        <p:nvSpPr>
          <p:cNvPr id="18" name="record-evidence-1-4">
            <a:extLst xmlns:a="http://schemas.openxmlformats.org/drawingml/2006/main">
              <a:ext uri="{FF2B5EF4-FFF2-40B4-BE49-F238E27FC236}">
                <a16:creationId xmlns:a16="http://schemas.microsoft.com/office/drawing/2014/main" id="{9885B053-9D30-456A-B56B-D5F380570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Documento nacional de identidad; DNI; Ministerio del Interior</a:t>
            </a:r>
          </a:p>
        </p:txBody>
      </p:sp>
      <p:sp>
        <p:nvSpPr>
          <p:cNvPr id="19" name="record-panel-1-5">
            <a:extLst xmlns:a="http://schemas.openxmlformats.org/drawingml/2006/main">
              <a:ext uri="{FF2B5EF4-FFF2-40B4-BE49-F238E27FC236}">
                <a16:creationId xmlns:a16="http://schemas.microsoft.com/office/drawing/2014/main" id="{107951FD-50AF-4342-8289-4BBF99D8A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1-5">
            <a:extLst xmlns:a="http://schemas.openxmlformats.org/drawingml/2006/main">
              <a:ext uri="{FF2B5EF4-FFF2-40B4-BE49-F238E27FC236}">
                <a16:creationId xmlns:a16="http://schemas.microsoft.com/office/drawing/2014/main" id="{EE14FDA8-4441-4B44-80F7-C6BCDE739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TEST-005  |  Documento Nacional de Identidad (DNI): 10000004-H</a:t>
            </a:r>
          </a:p>
        </p:txBody>
      </p:sp>
      <p:sp>
        <p:nvSpPr>
          <p:cNvPr id="21" name="record-person-1-5">
            <a:extLst xmlns:a="http://schemas.openxmlformats.org/drawingml/2006/main">
              <a:ext uri="{FF2B5EF4-FFF2-40B4-BE49-F238E27FC236}">
                <a16:creationId xmlns:a16="http://schemas.microsoft.com/office/drawing/2014/main" id="{C05B650C-D12D-4F1B-8AE9-FE804AD70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Sergio Alba Alonso  |  Physical Address: Calle Encina Alta 1055, 48001 Bilbao, España</a:t>
            </a:r>
          </a:p>
        </p:txBody>
      </p:sp>
      <p:sp>
        <p:nvSpPr>
          <p:cNvPr id="22" name="record-evidence-1-5">
            <a:extLst xmlns:a="http://schemas.openxmlformats.org/drawingml/2006/main">
              <a:ext uri="{FF2B5EF4-FFF2-40B4-BE49-F238E27FC236}">
                <a16:creationId xmlns:a16="http://schemas.microsoft.com/office/drawing/2014/main" id="{E9D53BEC-2AF1-4EFF-AB5C-0082DDC3B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Documento nacional de identidad; DNI; Ministerio del Interior</a:t>
            </a:r>
          </a:p>
        </p:txBody>
      </p:sp>
      <p:sp>
        <p:nvSpPr>
          <p:cNvPr id="23" name="footer-1">
            <a:extLst xmlns:a="http://schemas.openxmlformats.org/drawingml/2006/main">
              <a:ext uri="{FF2B5EF4-FFF2-40B4-BE49-F238E27FC236}">
                <a16:creationId xmlns:a16="http://schemas.microsoft.com/office/drawing/2014/main" id="{A83BCA65-12F3-4CD6-A9DB-28CA1464B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Spain DNI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184913243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2">
            <a:extLst xmlns:a="http://schemas.openxmlformats.org/drawingml/2006/main">
              <a:ext uri="{FF2B5EF4-FFF2-40B4-BE49-F238E27FC236}">
                <a16:creationId xmlns:a16="http://schemas.microsoft.com/office/drawing/2014/main" id="{614D72C1-6639-41EB-AB73-6F06C1DB0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Spanish National ID</a:t>
            </a:r>
          </a:p>
        </p:txBody>
      </p:sp>
      <p:sp>
        <p:nvSpPr>
          <p:cNvPr id="2" name="counter-2">
            <a:extLst xmlns:a="http://schemas.openxmlformats.org/drawingml/2006/main">
              <a:ext uri="{FF2B5EF4-FFF2-40B4-BE49-F238E27FC236}">
                <a16:creationId xmlns:a16="http://schemas.microsoft.com/office/drawing/2014/main" id="{17EECA78-8D27-4496-87CF-ED5697275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6-10 of 150</a:t>
            </a:r>
          </a:p>
        </p:txBody>
      </p:sp>
      <p:sp>
        <p:nvSpPr>
          <p:cNvPr id="3" name="record-panel-2-1">
            <a:extLst xmlns:a="http://schemas.openxmlformats.org/drawingml/2006/main">
              <a:ext uri="{FF2B5EF4-FFF2-40B4-BE49-F238E27FC236}">
                <a16:creationId xmlns:a16="http://schemas.microsoft.com/office/drawing/2014/main" id="{0131439E-4D7D-458A-ABFF-69D79AB6E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2-1">
            <a:extLst xmlns:a="http://schemas.openxmlformats.org/drawingml/2006/main">
              <a:ext uri="{FF2B5EF4-FFF2-40B4-BE49-F238E27FC236}">
                <a16:creationId xmlns:a16="http://schemas.microsoft.com/office/drawing/2014/main" id="{2AC0ECD1-0D87-4ABA-A7BC-60A6F0A10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TEST-006  |  Documento Nacional de Identidad (DNI): 10000005-L</a:t>
            </a:r>
          </a:p>
        </p:txBody>
      </p:sp>
      <p:sp>
        <p:nvSpPr>
          <p:cNvPr id="5" name="record-person-2-1">
            <a:extLst xmlns:a="http://schemas.openxmlformats.org/drawingml/2006/main">
              <a:ext uri="{FF2B5EF4-FFF2-40B4-BE49-F238E27FC236}">
                <a16:creationId xmlns:a16="http://schemas.microsoft.com/office/drawing/2014/main" id="{46819EFA-1E31-468E-B606-F1AA30074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Nora Valeria Gomez  |  Physical Address: Calle Fuente Alta 1092, 14001 Cordoba, España</a:t>
            </a:r>
          </a:p>
        </p:txBody>
      </p:sp>
      <p:sp>
        <p:nvSpPr>
          <p:cNvPr id="6" name="record-evidence-2-1">
            <a:extLst xmlns:a="http://schemas.openxmlformats.org/drawingml/2006/main">
              <a:ext uri="{FF2B5EF4-FFF2-40B4-BE49-F238E27FC236}">
                <a16:creationId xmlns:a16="http://schemas.microsoft.com/office/drawing/2014/main" id="{70935A6C-749E-4705-A51C-FF164A271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Documento nacional de identidad; DNI; Ministerio del Interior</a:t>
            </a:r>
          </a:p>
        </p:txBody>
      </p:sp>
      <p:sp>
        <p:nvSpPr>
          <p:cNvPr id="7" name="record-panel-2-2">
            <a:extLst xmlns:a="http://schemas.openxmlformats.org/drawingml/2006/main">
              <a:ext uri="{FF2B5EF4-FFF2-40B4-BE49-F238E27FC236}">
                <a16:creationId xmlns:a16="http://schemas.microsoft.com/office/drawing/2014/main" id="{90BCEA84-1318-4237-88BF-6242BEE93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2-2">
            <a:extLst xmlns:a="http://schemas.openxmlformats.org/drawingml/2006/main">
              <a:ext uri="{FF2B5EF4-FFF2-40B4-BE49-F238E27FC236}">
                <a16:creationId xmlns:a16="http://schemas.microsoft.com/office/drawing/2014/main" id="{B9F66223-F189-40C5-8BD2-F796E19E9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TEST-007  |  Documento Nacional de Identidad (DNI): 10000006-C</a:t>
            </a:r>
          </a:p>
        </p:txBody>
      </p:sp>
      <p:sp>
        <p:nvSpPr>
          <p:cNvPr id="9" name="record-person-2-2">
            <a:extLst xmlns:a="http://schemas.openxmlformats.org/drawingml/2006/main">
              <a:ext uri="{FF2B5EF4-FFF2-40B4-BE49-F238E27FC236}">
                <a16:creationId xmlns:a16="http://schemas.microsoft.com/office/drawing/2014/main" id="{83AB9653-115C-4C22-A5AE-D1D3E469E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Javier Sofia Dominguez  |  Physical Address: Calle Jazmin Alta 1129, 50001 Zaragoza, España</a:t>
            </a:r>
          </a:p>
        </p:txBody>
      </p:sp>
      <p:sp>
        <p:nvSpPr>
          <p:cNvPr id="10" name="record-evidence-2-2">
            <a:extLst xmlns:a="http://schemas.openxmlformats.org/drawingml/2006/main">
              <a:ext uri="{FF2B5EF4-FFF2-40B4-BE49-F238E27FC236}">
                <a16:creationId xmlns:a16="http://schemas.microsoft.com/office/drawing/2014/main" id="{7EF9FFEB-F1F7-4135-A8BD-47BD9A2DF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Documento nacional de identidad; DNI; Ministerio del Interior</a:t>
            </a:r>
          </a:p>
        </p:txBody>
      </p:sp>
      <p:sp>
        <p:nvSpPr>
          <p:cNvPr id="11" name="record-panel-2-3">
            <a:extLst xmlns:a="http://schemas.openxmlformats.org/drawingml/2006/main">
              <a:ext uri="{FF2B5EF4-FFF2-40B4-BE49-F238E27FC236}">
                <a16:creationId xmlns:a16="http://schemas.microsoft.com/office/drawing/2014/main" id="{7C5C7C82-C588-4AB9-A7CE-9F8A3E1BF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2-3">
            <a:extLst xmlns:a="http://schemas.openxmlformats.org/drawingml/2006/main">
              <a:ext uri="{FF2B5EF4-FFF2-40B4-BE49-F238E27FC236}">
                <a16:creationId xmlns:a16="http://schemas.microsoft.com/office/drawing/2014/main" id="{5CD3F3B1-5E83-4E0A-81F2-E2ADD9117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TEST-008  |  Documento Nacional de Identidad (DNI): 10000007-K</a:t>
            </a:r>
          </a:p>
        </p:txBody>
      </p:sp>
      <p:sp>
        <p:nvSpPr>
          <p:cNvPr id="13" name="record-person-2-3">
            <a:extLst xmlns:a="http://schemas.openxmlformats.org/drawingml/2006/main">
              <a:ext uri="{FF2B5EF4-FFF2-40B4-BE49-F238E27FC236}">
                <a16:creationId xmlns:a16="http://schemas.microsoft.com/office/drawing/2014/main" id="{36E2CB43-4AC0-4EE3-8C2D-348567251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Alba Irene Ruiz  |  Physical Address: Calle Laurel Alta 1166, 08002 Barcelona, España</a:t>
            </a:r>
          </a:p>
        </p:txBody>
      </p:sp>
      <p:sp>
        <p:nvSpPr>
          <p:cNvPr id="14" name="record-evidence-2-3">
            <a:extLst xmlns:a="http://schemas.openxmlformats.org/drawingml/2006/main">
              <a:ext uri="{FF2B5EF4-FFF2-40B4-BE49-F238E27FC236}">
                <a16:creationId xmlns:a16="http://schemas.microsoft.com/office/drawing/2014/main" id="{EEF3420A-F783-43F8-91ED-983DCF9D1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Documento nacional de identidad; DNI; Ministerio del Interior</a:t>
            </a:r>
          </a:p>
        </p:txBody>
      </p:sp>
      <p:sp>
        <p:nvSpPr>
          <p:cNvPr id="15" name="record-panel-2-4">
            <a:extLst xmlns:a="http://schemas.openxmlformats.org/drawingml/2006/main">
              <a:ext uri="{FF2B5EF4-FFF2-40B4-BE49-F238E27FC236}">
                <a16:creationId xmlns:a16="http://schemas.microsoft.com/office/drawing/2014/main" id="{01E6C36A-C59B-4176-8330-DD53D399B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2-4">
            <a:extLst xmlns:a="http://schemas.openxmlformats.org/drawingml/2006/main">
              <a:ext uri="{FF2B5EF4-FFF2-40B4-BE49-F238E27FC236}">
                <a16:creationId xmlns:a16="http://schemas.microsoft.com/office/drawing/2014/main" id="{2E79D1B1-11F0-4DC0-A6B2-68385C058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TEST-009  |  Documento Nacional de Identidad (DNI): 10000008-E</a:t>
            </a:r>
          </a:p>
        </p:txBody>
      </p:sp>
      <p:sp>
        <p:nvSpPr>
          <p:cNvPr id="17" name="record-person-2-4">
            <a:extLst xmlns:a="http://schemas.openxmlformats.org/drawingml/2006/main">
              <a:ext uri="{FF2B5EF4-FFF2-40B4-BE49-F238E27FC236}">
                <a16:creationId xmlns:a16="http://schemas.microsoft.com/office/drawing/2014/main" id="{1F0EF7BF-C020-4FE3-A255-C044D3283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Adrian Alba Rodriguez  |  Physical Address: Calle Olivo Alta 1203, 30001 Murcia, España</a:t>
            </a:r>
          </a:p>
        </p:txBody>
      </p:sp>
      <p:sp>
        <p:nvSpPr>
          <p:cNvPr id="18" name="record-evidence-2-4">
            <a:extLst xmlns:a="http://schemas.openxmlformats.org/drawingml/2006/main">
              <a:ext uri="{FF2B5EF4-FFF2-40B4-BE49-F238E27FC236}">
                <a16:creationId xmlns:a16="http://schemas.microsoft.com/office/drawing/2014/main" id="{1993403D-A711-4B87-8F13-80E57B7E6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Documento nacional de identidad; DNI; Ministerio del Interior</a:t>
            </a:r>
          </a:p>
        </p:txBody>
      </p:sp>
      <p:sp>
        <p:nvSpPr>
          <p:cNvPr id="19" name="record-panel-2-5">
            <a:extLst xmlns:a="http://schemas.openxmlformats.org/drawingml/2006/main">
              <a:ext uri="{FF2B5EF4-FFF2-40B4-BE49-F238E27FC236}">
                <a16:creationId xmlns:a16="http://schemas.microsoft.com/office/drawing/2014/main" id="{1F0F7466-C2A5-4D0D-BE53-962899022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2-5">
            <a:extLst xmlns:a="http://schemas.openxmlformats.org/drawingml/2006/main">
              <a:ext uri="{FF2B5EF4-FFF2-40B4-BE49-F238E27FC236}">
                <a16:creationId xmlns:a16="http://schemas.microsoft.com/office/drawing/2014/main" id="{0215FC33-E5F8-468B-8512-5D3B73167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TEST-010  |  Documento Nacional de Identidad (DNI): 10000009-T</a:t>
            </a:r>
          </a:p>
        </p:txBody>
      </p:sp>
      <p:sp>
        <p:nvSpPr>
          <p:cNvPr id="21" name="record-person-2-5">
            <a:extLst xmlns:a="http://schemas.openxmlformats.org/drawingml/2006/main">
              <a:ext uri="{FF2B5EF4-FFF2-40B4-BE49-F238E27FC236}">
                <a16:creationId xmlns:a16="http://schemas.microsoft.com/office/drawing/2014/main" id="{5134A488-6882-44B7-9D53-43F4B22D4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Elena Valeria Munoz  |  Physical Address: Calle Palmera Alta 1240, 41001 Sevilla, España</a:t>
            </a:r>
          </a:p>
        </p:txBody>
      </p:sp>
      <p:sp>
        <p:nvSpPr>
          <p:cNvPr id="22" name="record-evidence-2-5">
            <a:extLst xmlns:a="http://schemas.openxmlformats.org/drawingml/2006/main">
              <a:ext uri="{FF2B5EF4-FFF2-40B4-BE49-F238E27FC236}">
                <a16:creationId xmlns:a16="http://schemas.microsoft.com/office/drawing/2014/main" id="{4510CED5-B54F-428A-B0B1-FDDDE37E8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Documento nacional de identidad; DNI; Ministerio del Interior</a:t>
            </a:r>
          </a:p>
        </p:txBody>
      </p:sp>
      <p:sp>
        <p:nvSpPr>
          <p:cNvPr id="23" name="footer-2">
            <a:extLst xmlns:a="http://schemas.openxmlformats.org/drawingml/2006/main">
              <a:ext uri="{FF2B5EF4-FFF2-40B4-BE49-F238E27FC236}">
                <a16:creationId xmlns:a16="http://schemas.microsoft.com/office/drawing/2014/main" id="{B1082A2C-717C-48EC-9346-6C3FACA83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Spain DNI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116893415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3">
            <a:extLst xmlns:a="http://schemas.openxmlformats.org/drawingml/2006/main">
              <a:ext uri="{FF2B5EF4-FFF2-40B4-BE49-F238E27FC236}">
                <a16:creationId xmlns:a16="http://schemas.microsoft.com/office/drawing/2014/main" id="{E4335848-D370-4DEE-8CB6-525CC331D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Spanish National ID</a:t>
            </a:r>
          </a:p>
        </p:txBody>
      </p:sp>
      <p:sp>
        <p:nvSpPr>
          <p:cNvPr id="2" name="counter-3">
            <a:extLst xmlns:a="http://schemas.openxmlformats.org/drawingml/2006/main">
              <a:ext uri="{FF2B5EF4-FFF2-40B4-BE49-F238E27FC236}">
                <a16:creationId xmlns:a16="http://schemas.microsoft.com/office/drawing/2014/main" id="{1A099C32-40C1-4C0F-BEC9-7D6F76679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11-15 of 150</a:t>
            </a:r>
          </a:p>
        </p:txBody>
      </p:sp>
      <p:sp>
        <p:nvSpPr>
          <p:cNvPr id="3" name="record-panel-3-1">
            <a:extLst xmlns:a="http://schemas.openxmlformats.org/drawingml/2006/main">
              <a:ext uri="{FF2B5EF4-FFF2-40B4-BE49-F238E27FC236}">
                <a16:creationId xmlns:a16="http://schemas.microsoft.com/office/drawing/2014/main" id="{A767E564-E6AA-4F89-9D7B-71437B846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3-1">
            <a:extLst xmlns:a="http://schemas.openxmlformats.org/drawingml/2006/main">
              <a:ext uri="{FF2B5EF4-FFF2-40B4-BE49-F238E27FC236}">
                <a16:creationId xmlns:a16="http://schemas.microsoft.com/office/drawing/2014/main" id="{031C0800-AA5C-42F1-AFDF-9E4134B3D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TEST-011  |  Documento Nacional de Identidad (DNI): 10000010-R</a:t>
            </a:r>
          </a:p>
        </p:txBody>
      </p:sp>
      <p:sp>
        <p:nvSpPr>
          <p:cNvPr id="5" name="record-person-3-1">
            <a:extLst xmlns:a="http://schemas.openxmlformats.org/drawingml/2006/main">
              <a:ext uri="{FF2B5EF4-FFF2-40B4-BE49-F238E27FC236}">
                <a16:creationId xmlns:a16="http://schemas.microsoft.com/office/drawing/2014/main" id="{60ED27BC-16E4-4E7C-A8AE-70A3E048A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Diego Sofia Martinez  |  Physical Address: Calle Prado Alta 1277, 47001 Valladolid, España</a:t>
            </a:r>
          </a:p>
        </p:txBody>
      </p:sp>
      <p:sp>
        <p:nvSpPr>
          <p:cNvPr id="6" name="record-evidence-3-1">
            <a:extLst xmlns:a="http://schemas.openxmlformats.org/drawingml/2006/main">
              <a:ext uri="{FF2B5EF4-FFF2-40B4-BE49-F238E27FC236}">
                <a16:creationId xmlns:a16="http://schemas.microsoft.com/office/drawing/2014/main" id="{F6BFC93A-CB9F-4EAD-A04E-86A7EFB5B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Documento nacional de identidad; DNI; Ministerio del Interior</a:t>
            </a:r>
          </a:p>
        </p:txBody>
      </p:sp>
      <p:sp>
        <p:nvSpPr>
          <p:cNvPr id="7" name="record-panel-3-2">
            <a:extLst xmlns:a="http://schemas.openxmlformats.org/drawingml/2006/main">
              <a:ext uri="{FF2B5EF4-FFF2-40B4-BE49-F238E27FC236}">
                <a16:creationId xmlns:a16="http://schemas.microsoft.com/office/drawing/2014/main" id="{E16FB7FA-4CC7-4822-B106-72D7F90D6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3-2">
            <a:extLst xmlns:a="http://schemas.openxmlformats.org/drawingml/2006/main">
              <a:ext uri="{FF2B5EF4-FFF2-40B4-BE49-F238E27FC236}">
                <a16:creationId xmlns:a16="http://schemas.microsoft.com/office/drawing/2014/main" id="{56BA1924-D5F0-466C-858A-692F00DFE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TEST-012  |  Documento Nacional de Identidad (DNI): 10000011-W</a:t>
            </a:r>
          </a:p>
        </p:txBody>
      </p:sp>
      <p:sp>
        <p:nvSpPr>
          <p:cNvPr id="9" name="record-person-3-2">
            <a:extLst xmlns:a="http://schemas.openxmlformats.org/drawingml/2006/main">
              <a:ext uri="{FF2B5EF4-FFF2-40B4-BE49-F238E27FC236}">
                <a16:creationId xmlns:a16="http://schemas.microsoft.com/office/drawing/2014/main" id="{192A3E30-97D7-4820-844E-828FB9467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Carmen Irene Alonso  |  Physical Address: Calle Rosal Alta 1314, 29001 Malaga, España</a:t>
            </a:r>
          </a:p>
        </p:txBody>
      </p:sp>
      <p:sp>
        <p:nvSpPr>
          <p:cNvPr id="10" name="record-evidence-3-2">
            <a:extLst xmlns:a="http://schemas.openxmlformats.org/drawingml/2006/main">
              <a:ext uri="{FF2B5EF4-FFF2-40B4-BE49-F238E27FC236}">
                <a16:creationId xmlns:a16="http://schemas.microsoft.com/office/drawing/2014/main" id="{8C5AE1B8-D515-4AE9-B739-E59915FC0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Documento nacional de identidad; DNI; Ministerio del Interior</a:t>
            </a:r>
          </a:p>
        </p:txBody>
      </p:sp>
      <p:sp>
        <p:nvSpPr>
          <p:cNvPr id="11" name="record-panel-3-3">
            <a:extLst xmlns:a="http://schemas.openxmlformats.org/drawingml/2006/main">
              <a:ext uri="{FF2B5EF4-FFF2-40B4-BE49-F238E27FC236}">
                <a16:creationId xmlns:a16="http://schemas.microsoft.com/office/drawing/2014/main" id="{8FBB4BED-7D94-4820-BD9D-E95C3C915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3-3">
            <a:extLst xmlns:a="http://schemas.openxmlformats.org/drawingml/2006/main">
              <a:ext uri="{FF2B5EF4-FFF2-40B4-BE49-F238E27FC236}">
                <a16:creationId xmlns:a16="http://schemas.microsoft.com/office/drawing/2014/main" id="{A5337A36-2F0F-43C9-8BE3-00919F6C4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TEST-013  |  Documento Nacional de Identidad (DNI): 10000012-A</a:t>
            </a:r>
          </a:p>
        </p:txBody>
      </p:sp>
      <p:sp>
        <p:nvSpPr>
          <p:cNvPr id="13" name="record-person-3-3">
            <a:extLst xmlns:a="http://schemas.openxmlformats.org/drawingml/2006/main">
              <a:ext uri="{FF2B5EF4-FFF2-40B4-BE49-F238E27FC236}">
                <a16:creationId xmlns:a16="http://schemas.microsoft.com/office/drawing/2014/main" id="{691C3529-A5A6-435C-87D3-704AFC7A8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Pablo Alba Gomez  |  Physical Address: Calle Alameda Azul 1351, 28013 Madrid, España</a:t>
            </a:r>
          </a:p>
        </p:txBody>
      </p:sp>
      <p:sp>
        <p:nvSpPr>
          <p:cNvPr id="14" name="record-evidence-3-3">
            <a:extLst xmlns:a="http://schemas.openxmlformats.org/drawingml/2006/main">
              <a:ext uri="{FF2B5EF4-FFF2-40B4-BE49-F238E27FC236}">
                <a16:creationId xmlns:a16="http://schemas.microsoft.com/office/drawing/2014/main" id="{FBCA4178-1074-41BE-A9F3-EF616D75F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Documento nacional de identidad; DNI; Ministerio del Interior</a:t>
            </a:r>
          </a:p>
        </p:txBody>
      </p:sp>
      <p:sp>
        <p:nvSpPr>
          <p:cNvPr id="15" name="record-panel-3-4">
            <a:extLst xmlns:a="http://schemas.openxmlformats.org/drawingml/2006/main">
              <a:ext uri="{FF2B5EF4-FFF2-40B4-BE49-F238E27FC236}">
                <a16:creationId xmlns:a16="http://schemas.microsoft.com/office/drawing/2014/main" id="{9DF681F3-F057-468B-8304-25F93B0FE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3-4">
            <a:extLst xmlns:a="http://schemas.openxmlformats.org/drawingml/2006/main">
              <a:ext uri="{FF2B5EF4-FFF2-40B4-BE49-F238E27FC236}">
                <a16:creationId xmlns:a16="http://schemas.microsoft.com/office/drawing/2014/main" id="{D8DE032E-5593-4B28-A5F8-66227F35F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TEST-014  |  Documento Nacional de Identidad (DNI): 10000013-G</a:t>
            </a:r>
          </a:p>
        </p:txBody>
      </p:sp>
      <p:sp>
        <p:nvSpPr>
          <p:cNvPr id="17" name="record-person-3-4">
            <a:extLst xmlns:a="http://schemas.openxmlformats.org/drawingml/2006/main">
              <a:ext uri="{FF2B5EF4-FFF2-40B4-BE49-F238E27FC236}">
                <a16:creationId xmlns:a16="http://schemas.microsoft.com/office/drawing/2014/main" id="{A65D5937-2FE4-4AFE-8F21-101A40AFB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Valeria Javier Dominguez  |  Physical Address: Calle Almendro Azul 1388, 03001 Alicante, España</a:t>
            </a:r>
          </a:p>
        </p:txBody>
      </p:sp>
      <p:sp>
        <p:nvSpPr>
          <p:cNvPr id="18" name="record-evidence-3-4">
            <a:extLst xmlns:a="http://schemas.openxmlformats.org/drawingml/2006/main">
              <a:ext uri="{FF2B5EF4-FFF2-40B4-BE49-F238E27FC236}">
                <a16:creationId xmlns:a16="http://schemas.microsoft.com/office/drawing/2014/main" id="{6BD4A20E-CB38-4FDF-B840-A7EF4B295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Documento nacional de identidad; DNI; Ministerio del Interior</a:t>
            </a:r>
          </a:p>
        </p:txBody>
      </p:sp>
      <p:sp>
        <p:nvSpPr>
          <p:cNvPr id="19" name="record-panel-3-5">
            <a:extLst xmlns:a="http://schemas.openxmlformats.org/drawingml/2006/main">
              <a:ext uri="{FF2B5EF4-FFF2-40B4-BE49-F238E27FC236}">
                <a16:creationId xmlns:a16="http://schemas.microsoft.com/office/drawing/2014/main" id="{CE4AA1D5-1B86-4DC8-B1E8-A4AB1A829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3-5">
            <a:extLst xmlns:a="http://schemas.openxmlformats.org/drawingml/2006/main">
              <a:ext uri="{FF2B5EF4-FFF2-40B4-BE49-F238E27FC236}">
                <a16:creationId xmlns:a16="http://schemas.microsoft.com/office/drawing/2014/main" id="{3A14474C-DDFB-4716-AD14-5980F8A35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TEST-015  |  Documento Nacional de Identidad (DNI): 10000014-M</a:t>
            </a:r>
          </a:p>
        </p:txBody>
      </p:sp>
      <p:sp>
        <p:nvSpPr>
          <p:cNvPr id="21" name="record-person-3-5">
            <a:extLst xmlns:a="http://schemas.openxmlformats.org/drawingml/2006/main">
              <a:ext uri="{FF2B5EF4-FFF2-40B4-BE49-F238E27FC236}">
                <a16:creationId xmlns:a16="http://schemas.microsoft.com/office/drawing/2014/main" id="{6E1139AE-1EDC-4DAD-A4FE-481D76971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Alejandro Sofia Hernandez  |  Physical Address: Calle Azahar Azul 1425, 46001 Valencia, España</a:t>
            </a:r>
          </a:p>
        </p:txBody>
      </p:sp>
      <p:sp>
        <p:nvSpPr>
          <p:cNvPr id="22" name="record-evidence-3-5">
            <a:extLst xmlns:a="http://schemas.openxmlformats.org/drawingml/2006/main">
              <a:ext uri="{FF2B5EF4-FFF2-40B4-BE49-F238E27FC236}">
                <a16:creationId xmlns:a16="http://schemas.microsoft.com/office/drawing/2014/main" id="{801954EE-7E34-41AA-B6B7-5DF06CCCE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Documento nacional de identidad; DNI; Ministerio del Interior</a:t>
            </a:r>
          </a:p>
        </p:txBody>
      </p:sp>
      <p:sp>
        <p:nvSpPr>
          <p:cNvPr id="23" name="footer-3">
            <a:extLst xmlns:a="http://schemas.openxmlformats.org/drawingml/2006/main">
              <a:ext uri="{FF2B5EF4-FFF2-40B4-BE49-F238E27FC236}">
                <a16:creationId xmlns:a16="http://schemas.microsoft.com/office/drawing/2014/main" id="{F77B8614-C3ED-44A2-88B8-173D82A86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Spain DNI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106600835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4">
            <a:extLst xmlns:a="http://schemas.openxmlformats.org/drawingml/2006/main">
              <a:ext uri="{FF2B5EF4-FFF2-40B4-BE49-F238E27FC236}">
                <a16:creationId xmlns:a16="http://schemas.microsoft.com/office/drawing/2014/main" id="{D62B23E7-BFCA-4E80-A846-144A65738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Spanish National ID</a:t>
            </a:r>
          </a:p>
        </p:txBody>
      </p:sp>
      <p:sp>
        <p:nvSpPr>
          <p:cNvPr id="2" name="counter-4">
            <a:extLst xmlns:a="http://schemas.openxmlformats.org/drawingml/2006/main">
              <a:ext uri="{FF2B5EF4-FFF2-40B4-BE49-F238E27FC236}">
                <a16:creationId xmlns:a16="http://schemas.microsoft.com/office/drawing/2014/main" id="{2210F689-B0AA-410E-86FF-DD4834228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16-20 of 150</a:t>
            </a:r>
          </a:p>
        </p:txBody>
      </p:sp>
      <p:sp>
        <p:nvSpPr>
          <p:cNvPr id="3" name="record-panel-4-1">
            <a:extLst xmlns:a="http://schemas.openxmlformats.org/drawingml/2006/main">
              <a:ext uri="{FF2B5EF4-FFF2-40B4-BE49-F238E27FC236}">
                <a16:creationId xmlns:a16="http://schemas.microsoft.com/office/drawing/2014/main" id="{1028C571-097F-4ECE-B120-EC0EDAAD9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4-1">
            <a:extLst xmlns:a="http://schemas.openxmlformats.org/drawingml/2006/main">
              <a:ext uri="{FF2B5EF4-FFF2-40B4-BE49-F238E27FC236}">
                <a16:creationId xmlns:a16="http://schemas.microsoft.com/office/drawing/2014/main" id="{C5402BFF-9BF0-43B4-ABAA-54BAF78B3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TEST-016  |  Documento Nacional de Identidad (DNI): 10000015-Y</a:t>
            </a:r>
          </a:p>
        </p:txBody>
      </p:sp>
      <p:sp>
        <p:nvSpPr>
          <p:cNvPr id="5" name="record-person-4-1">
            <a:extLst xmlns:a="http://schemas.openxmlformats.org/drawingml/2006/main">
              <a:ext uri="{FF2B5EF4-FFF2-40B4-BE49-F238E27FC236}">
                <a16:creationId xmlns:a16="http://schemas.microsoft.com/office/drawing/2014/main" id="{DF2EBEC1-029C-4E03-AC84-CC1FD8905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Paula Irene Rodriguez  |  Physical Address: Calle Castillo Azul 1462, 18001 Granada, España</a:t>
            </a:r>
          </a:p>
        </p:txBody>
      </p:sp>
      <p:sp>
        <p:nvSpPr>
          <p:cNvPr id="6" name="record-evidence-4-1">
            <a:extLst xmlns:a="http://schemas.openxmlformats.org/drawingml/2006/main">
              <a:ext uri="{FF2B5EF4-FFF2-40B4-BE49-F238E27FC236}">
                <a16:creationId xmlns:a16="http://schemas.microsoft.com/office/drawing/2014/main" id="{146C5577-968E-400B-8371-364EED2F2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Documento nacional de identidad; DNI; Ministerio del Interior</a:t>
            </a:r>
          </a:p>
        </p:txBody>
      </p:sp>
      <p:sp>
        <p:nvSpPr>
          <p:cNvPr id="7" name="record-panel-4-2">
            <a:extLst xmlns:a="http://schemas.openxmlformats.org/drawingml/2006/main">
              <a:ext uri="{FF2B5EF4-FFF2-40B4-BE49-F238E27FC236}">
                <a16:creationId xmlns:a16="http://schemas.microsoft.com/office/drawing/2014/main" id="{A3F29F7D-E3CB-4E88-B1C8-DE54614B5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4-2">
            <a:extLst xmlns:a="http://schemas.openxmlformats.org/drawingml/2006/main">
              <a:ext uri="{FF2B5EF4-FFF2-40B4-BE49-F238E27FC236}">
                <a16:creationId xmlns:a16="http://schemas.microsoft.com/office/drawing/2014/main" id="{C82CC708-E9D9-4B5B-B7EB-2D9F38F3D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TEST-017  |  Documento Nacional de Identidad (DNI): 10000016-F</a:t>
            </a:r>
          </a:p>
        </p:txBody>
      </p:sp>
      <p:sp>
        <p:nvSpPr>
          <p:cNvPr id="9" name="record-person-4-2">
            <a:extLst xmlns:a="http://schemas.openxmlformats.org/drawingml/2006/main">
              <a:ext uri="{FF2B5EF4-FFF2-40B4-BE49-F238E27FC236}">
                <a16:creationId xmlns:a16="http://schemas.microsoft.com/office/drawing/2014/main" id="{5D17DAB2-06F2-4699-B28A-49EAFEF61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Daniel Alba Munoz  |  Physical Address: Calle Encina Azul 1499, 48001 Bilbao, España</a:t>
            </a:r>
          </a:p>
        </p:txBody>
      </p:sp>
      <p:sp>
        <p:nvSpPr>
          <p:cNvPr id="10" name="record-evidence-4-2">
            <a:extLst xmlns:a="http://schemas.openxmlformats.org/drawingml/2006/main">
              <a:ext uri="{FF2B5EF4-FFF2-40B4-BE49-F238E27FC236}">
                <a16:creationId xmlns:a16="http://schemas.microsoft.com/office/drawing/2014/main" id="{14DF3BE8-9ED2-4A7A-82E2-BCA34F438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Documento nacional de identidad; DNI; Ministerio del Interior</a:t>
            </a:r>
          </a:p>
        </p:txBody>
      </p:sp>
      <p:sp>
        <p:nvSpPr>
          <p:cNvPr id="11" name="record-panel-4-3">
            <a:extLst xmlns:a="http://schemas.openxmlformats.org/drawingml/2006/main">
              <a:ext uri="{FF2B5EF4-FFF2-40B4-BE49-F238E27FC236}">
                <a16:creationId xmlns:a16="http://schemas.microsoft.com/office/drawing/2014/main" id="{66454A29-AA11-4F2C-A549-27A4065DF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4-3">
            <a:extLst xmlns:a="http://schemas.openxmlformats.org/drawingml/2006/main">
              <a:ext uri="{FF2B5EF4-FFF2-40B4-BE49-F238E27FC236}">
                <a16:creationId xmlns:a16="http://schemas.microsoft.com/office/drawing/2014/main" id="{332E95C8-87F5-48E4-ABB9-1E995222A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TEST-018  |  Documento Nacional de Identidad (DNI): 10000017-P</a:t>
            </a:r>
          </a:p>
        </p:txBody>
      </p:sp>
      <p:sp>
        <p:nvSpPr>
          <p:cNvPr id="13" name="record-person-4-3">
            <a:extLst xmlns:a="http://schemas.openxmlformats.org/drawingml/2006/main">
              <a:ext uri="{FF2B5EF4-FFF2-40B4-BE49-F238E27FC236}">
                <a16:creationId xmlns:a16="http://schemas.microsoft.com/office/drawing/2014/main" id="{7B032CA8-20F5-4B21-917D-DC67579EB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Martina Valeria Martinez  |  Physical Address: Calle Fuente Azul 1536, 14001 Cordoba, España</a:t>
            </a:r>
          </a:p>
        </p:txBody>
      </p:sp>
      <p:sp>
        <p:nvSpPr>
          <p:cNvPr id="14" name="record-evidence-4-3">
            <a:extLst xmlns:a="http://schemas.openxmlformats.org/drawingml/2006/main">
              <a:ext uri="{FF2B5EF4-FFF2-40B4-BE49-F238E27FC236}">
                <a16:creationId xmlns:a16="http://schemas.microsoft.com/office/drawing/2014/main" id="{4444B2D9-AE50-4D8D-A606-3642914EC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Documento nacional de identidad; DNI; Ministerio del Interior</a:t>
            </a:r>
          </a:p>
        </p:txBody>
      </p:sp>
      <p:sp>
        <p:nvSpPr>
          <p:cNvPr id="15" name="record-panel-4-4">
            <a:extLst xmlns:a="http://schemas.openxmlformats.org/drawingml/2006/main">
              <a:ext uri="{FF2B5EF4-FFF2-40B4-BE49-F238E27FC236}">
                <a16:creationId xmlns:a16="http://schemas.microsoft.com/office/drawing/2014/main" id="{015BE0FB-86F3-464B-9BFE-9F3735C3E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4-4">
            <a:extLst xmlns:a="http://schemas.openxmlformats.org/drawingml/2006/main">
              <a:ext uri="{FF2B5EF4-FFF2-40B4-BE49-F238E27FC236}">
                <a16:creationId xmlns:a16="http://schemas.microsoft.com/office/drawing/2014/main" id="{CB499440-33D6-4B0B-8B27-30A714C6E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TEST-019  |  Documento Nacional de Identidad (DNI): 10000018-D</a:t>
            </a:r>
          </a:p>
        </p:txBody>
      </p:sp>
      <p:sp>
        <p:nvSpPr>
          <p:cNvPr id="17" name="record-person-4-4">
            <a:extLst xmlns:a="http://schemas.openxmlformats.org/drawingml/2006/main">
              <a:ext uri="{FF2B5EF4-FFF2-40B4-BE49-F238E27FC236}">
                <a16:creationId xmlns:a16="http://schemas.microsoft.com/office/drawing/2014/main" id="{8B72C652-99EE-4CA4-92F2-D862102CC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Mateo Sofia Gutierrez  |  Physical Address: Calle Jazmin Azul 1573, 50001 Zaragoza, España</a:t>
            </a:r>
          </a:p>
        </p:txBody>
      </p:sp>
      <p:sp>
        <p:nvSpPr>
          <p:cNvPr id="18" name="record-evidence-4-4">
            <a:extLst xmlns:a="http://schemas.openxmlformats.org/drawingml/2006/main">
              <a:ext uri="{FF2B5EF4-FFF2-40B4-BE49-F238E27FC236}">
                <a16:creationId xmlns:a16="http://schemas.microsoft.com/office/drawing/2014/main" id="{23B145DA-9C31-49DF-BDA9-ECCA85D24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Documento nacional de identidad; DNI; Ministerio del Interior</a:t>
            </a:r>
          </a:p>
        </p:txBody>
      </p:sp>
      <p:sp>
        <p:nvSpPr>
          <p:cNvPr id="19" name="record-panel-4-5">
            <a:extLst xmlns:a="http://schemas.openxmlformats.org/drawingml/2006/main">
              <a:ext uri="{FF2B5EF4-FFF2-40B4-BE49-F238E27FC236}">
                <a16:creationId xmlns:a16="http://schemas.microsoft.com/office/drawing/2014/main" id="{AE77B8F9-A641-46F1-9236-965C3C88A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4-5">
            <a:extLst xmlns:a="http://schemas.openxmlformats.org/drawingml/2006/main">
              <a:ext uri="{FF2B5EF4-FFF2-40B4-BE49-F238E27FC236}">
                <a16:creationId xmlns:a16="http://schemas.microsoft.com/office/drawing/2014/main" id="{7ED34059-5159-4D06-968C-63D7E8358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TEST-020  |  Documento Nacional de Identidad (DNI): 10000019-X</a:t>
            </a:r>
          </a:p>
        </p:txBody>
      </p:sp>
      <p:sp>
        <p:nvSpPr>
          <p:cNvPr id="21" name="record-person-4-5">
            <a:extLst xmlns:a="http://schemas.openxmlformats.org/drawingml/2006/main">
              <a:ext uri="{FF2B5EF4-FFF2-40B4-BE49-F238E27FC236}">
                <a16:creationId xmlns:a16="http://schemas.microsoft.com/office/drawing/2014/main" id="{7D93F379-E9B3-440C-A649-CDDDCB1B4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Sofia Irene Gomez  |  Physical Address: Calle Laurel Azul 1610, 08002 Barcelona, España</a:t>
            </a:r>
          </a:p>
        </p:txBody>
      </p:sp>
      <p:sp>
        <p:nvSpPr>
          <p:cNvPr id="22" name="record-evidence-4-5">
            <a:extLst xmlns:a="http://schemas.openxmlformats.org/drawingml/2006/main">
              <a:ext uri="{FF2B5EF4-FFF2-40B4-BE49-F238E27FC236}">
                <a16:creationId xmlns:a16="http://schemas.microsoft.com/office/drawing/2014/main" id="{A56BD2C8-FFAD-4FA7-AF47-C334FAAFA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Documento nacional de identidad; DNI; Ministerio del Interior</a:t>
            </a:r>
          </a:p>
        </p:txBody>
      </p:sp>
      <p:sp>
        <p:nvSpPr>
          <p:cNvPr id="23" name="footer-4">
            <a:extLst xmlns:a="http://schemas.openxmlformats.org/drawingml/2006/main">
              <a:ext uri="{FF2B5EF4-FFF2-40B4-BE49-F238E27FC236}">
                <a16:creationId xmlns:a16="http://schemas.microsoft.com/office/drawing/2014/main" id="{7C9146FD-80A7-4959-858B-853590870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Spain DNI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56499269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5">
            <a:extLst xmlns:a="http://schemas.openxmlformats.org/drawingml/2006/main">
              <a:ext uri="{FF2B5EF4-FFF2-40B4-BE49-F238E27FC236}">
                <a16:creationId xmlns:a16="http://schemas.microsoft.com/office/drawing/2014/main" id="{0BAE0596-899F-488C-8DA6-0C040DCD8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Spanish National ID</a:t>
            </a:r>
          </a:p>
        </p:txBody>
      </p:sp>
      <p:sp>
        <p:nvSpPr>
          <p:cNvPr id="2" name="counter-5">
            <a:extLst xmlns:a="http://schemas.openxmlformats.org/drawingml/2006/main">
              <a:ext uri="{FF2B5EF4-FFF2-40B4-BE49-F238E27FC236}">
                <a16:creationId xmlns:a16="http://schemas.microsoft.com/office/drawing/2014/main" id="{94FA71B4-3968-46FD-ADAD-01C3B02FD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21-25 of 150</a:t>
            </a:r>
          </a:p>
        </p:txBody>
      </p:sp>
      <p:sp>
        <p:nvSpPr>
          <p:cNvPr id="3" name="record-panel-5-1">
            <a:extLst xmlns:a="http://schemas.openxmlformats.org/drawingml/2006/main">
              <a:ext uri="{FF2B5EF4-FFF2-40B4-BE49-F238E27FC236}">
                <a16:creationId xmlns:a16="http://schemas.microsoft.com/office/drawing/2014/main" id="{1E029BC2-C96F-427F-BC17-BF2BC0FFC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5-1">
            <a:extLst xmlns:a="http://schemas.openxmlformats.org/drawingml/2006/main">
              <a:ext uri="{FF2B5EF4-FFF2-40B4-BE49-F238E27FC236}">
                <a16:creationId xmlns:a16="http://schemas.microsoft.com/office/drawing/2014/main" id="{6D25B79B-1340-4C01-8EE9-5753B1240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TEST-021  |  Documento Nacional de Identidad (DNI): 10000020-B</a:t>
            </a:r>
          </a:p>
        </p:txBody>
      </p:sp>
      <p:sp>
        <p:nvSpPr>
          <p:cNvPr id="5" name="record-person-5-1">
            <a:extLst xmlns:a="http://schemas.openxmlformats.org/drawingml/2006/main">
              <a:ext uri="{FF2B5EF4-FFF2-40B4-BE49-F238E27FC236}">
                <a16:creationId xmlns:a16="http://schemas.microsoft.com/office/drawing/2014/main" id="{B3F93611-0BB0-4F3C-B1CF-8353A9619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Hugo Alba Dominguez  |  Physical Address: Calle Olivo Azul 1647, 30001 Murcia, España</a:t>
            </a:r>
          </a:p>
        </p:txBody>
      </p:sp>
      <p:sp>
        <p:nvSpPr>
          <p:cNvPr id="6" name="record-evidence-5-1">
            <a:extLst xmlns:a="http://schemas.openxmlformats.org/drawingml/2006/main">
              <a:ext uri="{FF2B5EF4-FFF2-40B4-BE49-F238E27FC236}">
                <a16:creationId xmlns:a16="http://schemas.microsoft.com/office/drawing/2014/main" id="{7DEA21DF-F806-4D22-AC91-B10FB8463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Documento nacional de identidad; DNI; Ministerio del Interior</a:t>
            </a:r>
          </a:p>
        </p:txBody>
      </p:sp>
      <p:sp>
        <p:nvSpPr>
          <p:cNvPr id="7" name="record-panel-5-2">
            <a:extLst xmlns:a="http://schemas.openxmlformats.org/drawingml/2006/main">
              <a:ext uri="{FF2B5EF4-FFF2-40B4-BE49-F238E27FC236}">
                <a16:creationId xmlns:a16="http://schemas.microsoft.com/office/drawing/2014/main" id="{8A06F475-8FFD-471F-A1D4-22D822A72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5-2">
            <a:extLst xmlns:a="http://schemas.openxmlformats.org/drawingml/2006/main">
              <a:ext uri="{FF2B5EF4-FFF2-40B4-BE49-F238E27FC236}">
                <a16:creationId xmlns:a16="http://schemas.microsoft.com/office/drawing/2014/main" id="{777FD892-7885-4D8B-BD9C-3395E329E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TEST-022  |  Documento Nacional de Identidad (DNI): 10000021-N</a:t>
            </a:r>
          </a:p>
        </p:txBody>
      </p:sp>
      <p:sp>
        <p:nvSpPr>
          <p:cNvPr id="9" name="record-person-5-2">
            <a:extLst xmlns:a="http://schemas.openxmlformats.org/drawingml/2006/main">
              <a:ext uri="{FF2B5EF4-FFF2-40B4-BE49-F238E27FC236}">
                <a16:creationId xmlns:a16="http://schemas.microsoft.com/office/drawing/2014/main" id="{AA346229-5B80-4378-B7F5-EE01FF067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Lucia Valeria Hernandez  |  Physical Address: Calle Palmera Azul 1684, 41001 Sevilla, España</a:t>
            </a:r>
          </a:p>
        </p:txBody>
      </p:sp>
      <p:sp>
        <p:nvSpPr>
          <p:cNvPr id="10" name="record-evidence-5-2">
            <a:extLst xmlns:a="http://schemas.openxmlformats.org/drawingml/2006/main">
              <a:ext uri="{FF2B5EF4-FFF2-40B4-BE49-F238E27FC236}">
                <a16:creationId xmlns:a16="http://schemas.microsoft.com/office/drawing/2014/main" id="{BC7613B0-1522-4ECF-BE75-254902147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Documento nacional de identidad; DNI; Ministerio del Interior</a:t>
            </a:r>
          </a:p>
        </p:txBody>
      </p:sp>
      <p:sp>
        <p:nvSpPr>
          <p:cNvPr id="11" name="record-panel-5-3">
            <a:extLst xmlns:a="http://schemas.openxmlformats.org/drawingml/2006/main">
              <a:ext uri="{FF2B5EF4-FFF2-40B4-BE49-F238E27FC236}">
                <a16:creationId xmlns:a16="http://schemas.microsoft.com/office/drawing/2014/main" id="{963AA7DF-FF86-4A43-901D-6B45D31A1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5-3">
            <a:extLst xmlns:a="http://schemas.openxmlformats.org/drawingml/2006/main">
              <a:ext uri="{FF2B5EF4-FFF2-40B4-BE49-F238E27FC236}">
                <a16:creationId xmlns:a16="http://schemas.microsoft.com/office/drawing/2014/main" id="{9823CB54-D696-417D-933B-F5C41129A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TEST-023  |  Documento Nacional de Identidad (DNI): 10000022-J</a:t>
            </a:r>
          </a:p>
        </p:txBody>
      </p:sp>
      <p:sp>
        <p:nvSpPr>
          <p:cNvPr id="13" name="record-person-5-3">
            <a:extLst xmlns:a="http://schemas.openxmlformats.org/drawingml/2006/main">
              <a:ext uri="{FF2B5EF4-FFF2-40B4-BE49-F238E27FC236}">
                <a16:creationId xmlns:a16="http://schemas.microsoft.com/office/drawing/2014/main" id="{48877835-4BEF-4509-8A6B-319ADACBB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Carlos Hugo Gonzalez  |  Physical Address: Calle Prado Azul 1721, 47001 Valladolid, España</a:t>
            </a:r>
          </a:p>
        </p:txBody>
      </p:sp>
      <p:sp>
        <p:nvSpPr>
          <p:cNvPr id="14" name="record-evidence-5-3">
            <a:extLst xmlns:a="http://schemas.openxmlformats.org/drawingml/2006/main">
              <a:ext uri="{FF2B5EF4-FFF2-40B4-BE49-F238E27FC236}">
                <a16:creationId xmlns:a16="http://schemas.microsoft.com/office/drawing/2014/main" id="{559AC133-663D-4F70-BBE5-3514813BC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Documento nacional de identidad; DNI; Ministerio del Interior</a:t>
            </a:r>
          </a:p>
        </p:txBody>
      </p:sp>
      <p:sp>
        <p:nvSpPr>
          <p:cNvPr id="15" name="record-panel-5-4">
            <a:extLst xmlns:a="http://schemas.openxmlformats.org/drawingml/2006/main">
              <a:ext uri="{FF2B5EF4-FFF2-40B4-BE49-F238E27FC236}">
                <a16:creationId xmlns:a16="http://schemas.microsoft.com/office/drawing/2014/main" id="{27B40829-ED0F-4994-82E7-74C835107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5-4">
            <a:extLst xmlns:a="http://schemas.openxmlformats.org/drawingml/2006/main">
              <a:ext uri="{FF2B5EF4-FFF2-40B4-BE49-F238E27FC236}">
                <a16:creationId xmlns:a16="http://schemas.microsoft.com/office/drawing/2014/main" id="{247FD066-EF0C-4A71-ADCE-E9BE380E2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TEST-024  |  Documento Nacional de Identidad (DNI): 10000023-Z</a:t>
            </a:r>
          </a:p>
        </p:txBody>
      </p:sp>
      <p:sp>
        <p:nvSpPr>
          <p:cNvPr id="17" name="record-person-5-4">
            <a:extLst xmlns:a="http://schemas.openxmlformats.org/drawingml/2006/main">
              <a:ext uri="{FF2B5EF4-FFF2-40B4-BE49-F238E27FC236}">
                <a16:creationId xmlns:a16="http://schemas.microsoft.com/office/drawing/2014/main" id="{18DC6C8A-33B8-41CE-9AD4-6DF7B6C32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Sara Marco Munoz  |  Physical Address: Calle Rosal Azul 1758, 29001 Malaga, España</a:t>
            </a:r>
          </a:p>
        </p:txBody>
      </p:sp>
      <p:sp>
        <p:nvSpPr>
          <p:cNvPr id="18" name="record-evidence-5-4">
            <a:extLst xmlns:a="http://schemas.openxmlformats.org/drawingml/2006/main">
              <a:ext uri="{FF2B5EF4-FFF2-40B4-BE49-F238E27FC236}">
                <a16:creationId xmlns:a16="http://schemas.microsoft.com/office/drawing/2014/main" id="{C65208AF-581A-446F-A755-03101FB02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Documento nacional de identidad; DNI; Ministerio del Interior</a:t>
            </a:r>
          </a:p>
        </p:txBody>
      </p:sp>
      <p:sp>
        <p:nvSpPr>
          <p:cNvPr id="19" name="record-panel-5-5">
            <a:extLst xmlns:a="http://schemas.openxmlformats.org/drawingml/2006/main">
              <a:ext uri="{FF2B5EF4-FFF2-40B4-BE49-F238E27FC236}">
                <a16:creationId xmlns:a16="http://schemas.microsoft.com/office/drawing/2014/main" id="{D311EB25-3438-4E2B-B2E6-52209A1DD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5-5">
            <a:extLst xmlns:a="http://schemas.openxmlformats.org/drawingml/2006/main">
              <a:ext uri="{FF2B5EF4-FFF2-40B4-BE49-F238E27FC236}">
                <a16:creationId xmlns:a16="http://schemas.microsoft.com/office/drawing/2014/main" id="{9C5716F4-8C03-4A37-9AE1-3578BCC04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TEST-025  |  Documento Nacional de Identidad (DNI): 10000024-S</a:t>
            </a:r>
          </a:p>
        </p:txBody>
      </p:sp>
      <p:sp>
        <p:nvSpPr>
          <p:cNvPr id="21" name="record-person-5-5">
            <a:extLst xmlns:a="http://schemas.openxmlformats.org/drawingml/2006/main">
              <a:ext uri="{FF2B5EF4-FFF2-40B4-BE49-F238E27FC236}">
                <a16:creationId xmlns:a16="http://schemas.microsoft.com/office/drawing/2014/main" id="{2671A066-3126-4BAF-8005-BF1594EF7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Ruben Adrian Martinez  |  Physical Address: Calle Alameda Central 1795, 28013 Madrid, España</a:t>
            </a:r>
          </a:p>
        </p:txBody>
      </p:sp>
      <p:sp>
        <p:nvSpPr>
          <p:cNvPr id="22" name="record-evidence-5-5">
            <a:extLst xmlns:a="http://schemas.openxmlformats.org/drawingml/2006/main">
              <a:ext uri="{FF2B5EF4-FFF2-40B4-BE49-F238E27FC236}">
                <a16:creationId xmlns:a16="http://schemas.microsoft.com/office/drawing/2014/main" id="{1A90E817-C572-4EC1-9296-453946F97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Documento nacional de identidad; DNI; Ministerio del Interior</a:t>
            </a:r>
          </a:p>
        </p:txBody>
      </p:sp>
      <p:sp>
        <p:nvSpPr>
          <p:cNvPr id="23" name="footer-5">
            <a:extLst xmlns:a="http://schemas.openxmlformats.org/drawingml/2006/main">
              <a:ext uri="{FF2B5EF4-FFF2-40B4-BE49-F238E27FC236}">
                <a16:creationId xmlns:a16="http://schemas.microsoft.com/office/drawing/2014/main" id="{BF8FE1B3-1C26-48FA-A5D4-A5B61CA6F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Spain DNI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59119192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6">
            <a:extLst xmlns:a="http://schemas.openxmlformats.org/drawingml/2006/main">
              <a:ext uri="{FF2B5EF4-FFF2-40B4-BE49-F238E27FC236}">
                <a16:creationId xmlns:a16="http://schemas.microsoft.com/office/drawing/2014/main" id="{D4D22871-719D-4922-8AEF-FD96FB5CE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Spanish National ID</a:t>
            </a:r>
          </a:p>
        </p:txBody>
      </p:sp>
      <p:sp>
        <p:nvSpPr>
          <p:cNvPr id="2" name="counter-6">
            <a:extLst xmlns:a="http://schemas.openxmlformats.org/drawingml/2006/main">
              <a:ext uri="{FF2B5EF4-FFF2-40B4-BE49-F238E27FC236}">
                <a16:creationId xmlns:a16="http://schemas.microsoft.com/office/drawing/2014/main" id="{4BA3A77A-5CC6-4BA4-A416-DB1455729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26-30 of 150</a:t>
            </a:r>
          </a:p>
        </p:txBody>
      </p:sp>
      <p:sp>
        <p:nvSpPr>
          <p:cNvPr id="3" name="record-panel-6-1">
            <a:extLst xmlns:a="http://schemas.openxmlformats.org/drawingml/2006/main">
              <a:ext uri="{FF2B5EF4-FFF2-40B4-BE49-F238E27FC236}">
                <a16:creationId xmlns:a16="http://schemas.microsoft.com/office/drawing/2014/main" id="{6EAAADFE-AE68-4FAC-886E-5724605C5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6-1">
            <a:extLst xmlns:a="http://schemas.openxmlformats.org/drawingml/2006/main">
              <a:ext uri="{FF2B5EF4-FFF2-40B4-BE49-F238E27FC236}">
                <a16:creationId xmlns:a16="http://schemas.microsoft.com/office/drawing/2014/main" id="{856DB8B6-08EF-4BA0-A105-99F5DDD3D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TEST-026  |  Documento Nacional de Identidad (DNI): 10000025-Q</a:t>
            </a:r>
          </a:p>
        </p:txBody>
      </p:sp>
      <p:sp>
        <p:nvSpPr>
          <p:cNvPr id="5" name="record-person-6-1">
            <a:extLst xmlns:a="http://schemas.openxmlformats.org/drawingml/2006/main">
              <a:ext uri="{FF2B5EF4-FFF2-40B4-BE49-F238E27FC236}">
                <a16:creationId xmlns:a16="http://schemas.microsoft.com/office/drawing/2014/main" id="{5419A265-33DE-45D4-AEEA-F1CE4F3CA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Irene Alejandro Gutierrez  |  Physical Address: Calle Almendro Central 1832, 03001 Alicante, España</a:t>
            </a:r>
          </a:p>
        </p:txBody>
      </p:sp>
      <p:sp>
        <p:nvSpPr>
          <p:cNvPr id="6" name="record-evidence-6-1">
            <a:extLst xmlns:a="http://schemas.openxmlformats.org/drawingml/2006/main">
              <a:ext uri="{FF2B5EF4-FFF2-40B4-BE49-F238E27FC236}">
                <a16:creationId xmlns:a16="http://schemas.microsoft.com/office/drawing/2014/main" id="{340122DB-BBBE-4742-80D7-6E06435FF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Documento nacional de identidad; DNI; Ministerio del Interior</a:t>
            </a:r>
          </a:p>
        </p:txBody>
      </p:sp>
      <p:sp>
        <p:nvSpPr>
          <p:cNvPr id="7" name="record-panel-6-2">
            <a:extLst xmlns:a="http://schemas.openxmlformats.org/drawingml/2006/main">
              <a:ext uri="{FF2B5EF4-FFF2-40B4-BE49-F238E27FC236}">
                <a16:creationId xmlns:a16="http://schemas.microsoft.com/office/drawing/2014/main" id="{ABE9540B-6513-4A4F-95C2-364EC57C6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6-2">
            <a:extLst xmlns:a="http://schemas.openxmlformats.org/drawingml/2006/main">
              <a:ext uri="{FF2B5EF4-FFF2-40B4-BE49-F238E27FC236}">
                <a16:creationId xmlns:a16="http://schemas.microsoft.com/office/drawing/2014/main" id="{A576EBD7-5801-4312-AD5D-551D6C1C1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TEST-027  |  Documento Nacional de Identidad (DNI): 10000026-V</a:t>
            </a:r>
          </a:p>
        </p:txBody>
      </p:sp>
      <p:sp>
        <p:nvSpPr>
          <p:cNvPr id="9" name="record-person-6-2">
            <a:extLst xmlns:a="http://schemas.openxmlformats.org/drawingml/2006/main">
              <a:ext uri="{FF2B5EF4-FFF2-40B4-BE49-F238E27FC236}">
                <a16:creationId xmlns:a16="http://schemas.microsoft.com/office/drawing/2014/main" id="{4CF81537-5E9F-41DD-A5FA-5E4AC6E34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Marco Hugo Martin  |  Physical Address: Calle Azahar Central 1869, 46001 Valencia, España</a:t>
            </a:r>
          </a:p>
        </p:txBody>
      </p:sp>
      <p:sp>
        <p:nvSpPr>
          <p:cNvPr id="10" name="record-evidence-6-2">
            <a:extLst xmlns:a="http://schemas.openxmlformats.org/drawingml/2006/main">
              <a:ext uri="{FF2B5EF4-FFF2-40B4-BE49-F238E27FC236}">
                <a16:creationId xmlns:a16="http://schemas.microsoft.com/office/drawing/2014/main" id="{A2961DEC-783B-440C-9826-7BE48B562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Documento nacional de identidad; DNI; Ministerio del Interior</a:t>
            </a:r>
          </a:p>
        </p:txBody>
      </p:sp>
      <p:sp>
        <p:nvSpPr>
          <p:cNvPr id="11" name="record-panel-6-3">
            <a:extLst xmlns:a="http://schemas.openxmlformats.org/drawingml/2006/main">
              <a:ext uri="{FF2B5EF4-FFF2-40B4-BE49-F238E27FC236}">
                <a16:creationId xmlns:a16="http://schemas.microsoft.com/office/drawing/2014/main" id="{6B342F79-576C-4AD3-9DDC-C84D2EC37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6-3">
            <a:extLst xmlns:a="http://schemas.openxmlformats.org/drawingml/2006/main">
              <a:ext uri="{FF2B5EF4-FFF2-40B4-BE49-F238E27FC236}">
                <a16:creationId xmlns:a16="http://schemas.microsoft.com/office/drawing/2014/main" id="{B2B9AB27-E3EE-4F98-9941-3660BA168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TEST-028  |  Documento Nacional de Identidad (DNI): 10000027-H</a:t>
            </a:r>
          </a:p>
        </p:txBody>
      </p:sp>
      <p:sp>
        <p:nvSpPr>
          <p:cNvPr id="13" name="record-person-6-3">
            <a:extLst xmlns:a="http://schemas.openxmlformats.org/drawingml/2006/main">
              <a:ext uri="{FF2B5EF4-FFF2-40B4-BE49-F238E27FC236}">
                <a16:creationId xmlns:a16="http://schemas.microsoft.com/office/drawing/2014/main" id="{FB2842E2-3D03-467B-A1DB-BBEBA9026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Claudia Marco Dominguez  |  Physical Address: Calle Castillo Central 1906, 18001 Granada, España</a:t>
            </a:r>
          </a:p>
        </p:txBody>
      </p:sp>
      <p:sp>
        <p:nvSpPr>
          <p:cNvPr id="14" name="record-evidence-6-3">
            <a:extLst xmlns:a="http://schemas.openxmlformats.org/drawingml/2006/main">
              <a:ext uri="{FF2B5EF4-FFF2-40B4-BE49-F238E27FC236}">
                <a16:creationId xmlns:a16="http://schemas.microsoft.com/office/drawing/2014/main" id="{56E36C0D-8781-4F9B-A03A-FF7A3F511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Documento nacional de identidad; DNI; Ministerio del Interior</a:t>
            </a:r>
          </a:p>
        </p:txBody>
      </p:sp>
      <p:sp>
        <p:nvSpPr>
          <p:cNvPr id="15" name="record-panel-6-4">
            <a:extLst xmlns:a="http://schemas.openxmlformats.org/drawingml/2006/main">
              <a:ext uri="{FF2B5EF4-FFF2-40B4-BE49-F238E27FC236}">
                <a16:creationId xmlns:a16="http://schemas.microsoft.com/office/drawing/2014/main" id="{4BF95E60-522D-4988-875E-AF788BD44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6-4">
            <a:extLst xmlns:a="http://schemas.openxmlformats.org/drawingml/2006/main">
              <a:ext uri="{FF2B5EF4-FFF2-40B4-BE49-F238E27FC236}">
                <a16:creationId xmlns:a16="http://schemas.microsoft.com/office/drawing/2014/main" id="{AFD94091-6ED9-4B6C-B839-2311878AC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TEST-029  |  Documento Nacional de Identidad (DNI): 10000028-L</a:t>
            </a:r>
          </a:p>
        </p:txBody>
      </p:sp>
      <p:sp>
        <p:nvSpPr>
          <p:cNvPr id="17" name="record-person-6-4">
            <a:extLst xmlns:a="http://schemas.openxmlformats.org/drawingml/2006/main">
              <a:ext uri="{FF2B5EF4-FFF2-40B4-BE49-F238E27FC236}">
                <a16:creationId xmlns:a16="http://schemas.microsoft.com/office/drawing/2014/main" id="{AFA88564-D6A1-4969-8E75-82EBF7559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Sergio Adrian Hernandez  |  Physical Address: Calle Encina Central 1943, 48001 Bilbao, España</a:t>
            </a:r>
          </a:p>
        </p:txBody>
      </p:sp>
      <p:sp>
        <p:nvSpPr>
          <p:cNvPr id="18" name="record-evidence-6-4">
            <a:extLst xmlns:a="http://schemas.openxmlformats.org/drawingml/2006/main">
              <a:ext uri="{FF2B5EF4-FFF2-40B4-BE49-F238E27FC236}">
                <a16:creationId xmlns:a16="http://schemas.microsoft.com/office/drawing/2014/main" id="{6B4EFD08-C137-4F09-897A-D7B740532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Documento nacional de identidad; DNI; Ministerio del Interior</a:t>
            </a:r>
          </a:p>
        </p:txBody>
      </p:sp>
      <p:sp>
        <p:nvSpPr>
          <p:cNvPr id="19" name="record-panel-6-5">
            <a:extLst xmlns:a="http://schemas.openxmlformats.org/drawingml/2006/main">
              <a:ext uri="{FF2B5EF4-FFF2-40B4-BE49-F238E27FC236}">
                <a16:creationId xmlns:a16="http://schemas.microsoft.com/office/drawing/2014/main" id="{D7C63784-B5E0-4DB5-A6C4-631731F9E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6-5">
            <a:extLst xmlns:a="http://schemas.openxmlformats.org/drawingml/2006/main">
              <a:ext uri="{FF2B5EF4-FFF2-40B4-BE49-F238E27FC236}">
                <a16:creationId xmlns:a16="http://schemas.microsoft.com/office/drawing/2014/main" id="{5216606D-EBB9-4430-BF94-B30BF623A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TEST-030  |  Documento Nacional de Identidad (DNI): 10000029-C</a:t>
            </a:r>
          </a:p>
        </p:txBody>
      </p:sp>
      <p:sp>
        <p:nvSpPr>
          <p:cNvPr id="21" name="record-person-6-5">
            <a:extLst xmlns:a="http://schemas.openxmlformats.org/drawingml/2006/main">
              <a:ext uri="{FF2B5EF4-FFF2-40B4-BE49-F238E27FC236}">
                <a16:creationId xmlns:a16="http://schemas.microsoft.com/office/drawing/2014/main" id="{1B389CB2-C3D8-4D95-AD76-93E788DF8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Nora Alejandro Gonzalez  |  Physical Address: Calle Fuente Central 1980, 14001 Cordoba, España</a:t>
            </a:r>
          </a:p>
        </p:txBody>
      </p:sp>
      <p:sp>
        <p:nvSpPr>
          <p:cNvPr id="22" name="record-evidence-6-5">
            <a:extLst xmlns:a="http://schemas.openxmlformats.org/drawingml/2006/main">
              <a:ext uri="{FF2B5EF4-FFF2-40B4-BE49-F238E27FC236}">
                <a16:creationId xmlns:a16="http://schemas.microsoft.com/office/drawing/2014/main" id="{B8DDD44E-98E7-40D8-B965-CAD10E98A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Documento nacional de identidad; DNI; Ministerio del Interior</a:t>
            </a:r>
          </a:p>
        </p:txBody>
      </p:sp>
      <p:sp>
        <p:nvSpPr>
          <p:cNvPr id="23" name="footer-6">
            <a:extLst xmlns:a="http://schemas.openxmlformats.org/drawingml/2006/main">
              <a:ext uri="{FF2B5EF4-FFF2-40B4-BE49-F238E27FC236}">
                <a16:creationId xmlns:a16="http://schemas.microsoft.com/office/drawing/2014/main" id="{62FB5A49-6222-453F-B3A9-FE38A1F10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Spain DNI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69307298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7">
            <a:extLst xmlns:a="http://schemas.openxmlformats.org/drawingml/2006/main">
              <a:ext uri="{FF2B5EF4-FFF2-40B4-BE49-F238E27FC236}">
                <a16:creationId xmlns:a16="http://schemas.microsoft.com/office/drawing/2014/main" id="{B8DD36B2-566A-48E8-A579-5BE80731E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Spanish National ID</a:t>
            </a:r>
          </a:p>
        </p:txBody>
      </p:sp>
      <p:sp>
        <p:nvSpPr>
          <p:cNvPr id="2" name="counter-7">
            <a:extLst xmlns:a="http://schemas.openxmlformats.org/drawingml/2006/main">
              <a:ext uri="{FF2B5EF4-FFF2-40B4-BE49-F238E27FC236}">
                <a16:creationId xmlns:a16="http://schemas.microsoft.com/office/drawing/2014/main" id="{8F43003B-E564-4E0B-9444-807A14340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31-35 of 150</a:t>
            </a:r>
          </a:p>
        </p:txBody>
      </p:sp>
      <p:sp>
        <p:nvSpPr>
          <p:cNvPr id="3" name="record-panel-7-1">
            <a:extLst xmlns:a="http://schemas.openxmlformats.org/drawingml/2006/main">
              <a:ext uri="{FF2B5EF4-FFF2-40B4-BE49-F238E27FC236}">
                <a16:creationId xmlns:a16="http://schemas.microsoft.com/office/drawing/2014/main" id="{49C83129-7A1B-4996-99BD-B84F12DB0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7-1">
            <a:extLst xmlns:a="http://schemas.openxmlformats.org/drawingml/2006/main">
              <a:ext uri="{FF2B5EF4-FFF2-40B4-BE49-F238E27FC236}">
                <a16:creationId xmlns:a16="http://schemas.microsoft.com/office/drawing/2014/main" id="{0752ACDD-92B4-4664-9B30-29DDE642D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TEST-031  |  Documento Nacional de Identidad (DNI): 10000030-K</a:t>
            </a:r>
          </a:p>
        </p:txBody>
      </p:sp>
      <p:sp>
        <p:nvSpPr>
          <p:cNvPr id="5" name="record-person-7-1">
            <a:extLst xmlns:a="http://schemas.openxmlformats.org/drawingml/2006/main">
              <a:ext uri="{FF2B5EF4-FFF2-40B4-BE49-F238E27FC236}">
                <a16:creationId xmlns:a16="http://schemas.microsoft.com/office/drawing/2014/main" id="{9CE1BE49-3EA0-4550-977A-49306DE1D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Javier Hugo Alvarez  |  Physical Address: Calle Jazmin Central 2017, 50001 Zaragoza, España</a:t>
            </a:r>
          </a:p>
        </p:txBody>
      </p:sp>
      <p:sp>
        <p:nvSpPr>
          <p:cNvPr id="6" name="record-evidence-7-1">
            <a:extLst xmlns:a="http://schemas.openxmlformats.org/drawingml/2006/main">
              <a:ext uri="{FF2B5EF4-FFF2-40B4-BE49-F238E27FC236}">
                <a16:creationId xmlns:a16="http://schemas.microsoft.com/office/drawing/2014/main" id="{4B5BDF4E-8410-4A44-8CF0-C08525906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Documento nacional de identidad; DNI; Ministerio del Interior</a:t>
            </a:r>
          </a:p>
        </p:txBody>
      </p:sp>
      <p:sp>
        <p:nvSpPr>
          <p:cNvPr id="7" name="record-panel-7-2">
            <a:extLst xmlns:a="http://schemas.openxmlformats.org/drawingml/2006/main">
              <a:ext uri="{FF2B5EF4-FFF2-40B4-BE49-F238E27FC236}">
                <a16:creationId xmlns:a16="http://schemas.microsoft.com/office/drawing/2014/main" id="{08DA3EAD-A8ED-44E8-BDB4-38C973E06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7-2">
            <a:extLst xmlns:a="http://schemas.openxmlformats.org/drawingml/2006/main">
              <a:ext uri="{FF2B5EF4-FFF2-40B4-BE49-F238E27FC236}">
                <a16:creationId xmlns:a16="http://schemas.microsoft.com/office/drawing/2014/main" id="{3A583A3B-7C77-417F-8F27-A3C6F7817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TEST-032  |  Documento Nacional de Identidad (DNI): 10000031-E</a:t>
            </a:r>
          </a:p>
        </p:txBody>
      </p:sp>
      <p:sp>
        <p:nvSpPr>
          <p:cNvPr id="9" name="record-person-7-2">
            <a:extLst xmlns:a="http://schemas.openxmlformats.org/drawingml/2006/main">
              <a:ext uri="{FF2B5EF4-FFF2-40B4-BE49-F238E27FC236}">
                <a16:creationId xmlns:a16="http://schemas.microsoft.com/office/drawing/2014/main" id="{0E4F201C-3735-4039-A8BF-559C82C64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Alba Marco Martinez  |  Physical Address: Calle Laurel Central 2054, 08002 Barcelona, España</a:t>
            </a:r>
          </a:p>
        </p:txBody>
      </p:sp>
      <p:sp>
        <p:nvSpPr>
          <p:cNvPr id="10" name="record-evidence-7-2">
            <a:extLst xmlns:a="http://schemas.openxmlformats.org/drawingml/2006/main">
              <a:ext uri="{FF2B5EF4-FFF2-40B4-BE49-F238E27FC236}">
                <a16:creationId xmlns:a16="http://schemas.microsoft.com/office/drawing/2014/main" id="{A7E22DD5-376F-4081-9D5C-AC10FAD4D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Documento nacional de identidad; DNI; Ministerio del Interior</a:t>
            </a:r>
          </a:p>
        </p:txBody>
      </p:sp>
      <p:sp>
        <p:nvSpPr>
          <p:cNvPr id="11" name="record-panel-7-3">
            <a:extLst xmlns:a="http://schemas.openxmlformats.org/drawingml/2006/main">
              <a:ext uri="{FF2B5EF4-FFF2-40B4-BE49-F238E27FC236}">
                <a16:creationId xmlns:a16="http://schemas.microsoft.com/office/drawing/2014/main" id="{1CE55531-0ABC-4DC9-BABC-2829F8BD3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7-3">
            <a:extLst xmlns:a="http://schemas.openxmlformats.org/drawingml/2006/main">
              <a:ext uri="{FF2B5EF4-FFF2-40B4-BE49-F238E27FC236}">
                <a16:creationId xmlns:a16="http://schemas.microsoft.com/office/drawing/2014/main" id="{C50E13A8-5CB0-4867-9732-D21949427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TEST-033  |  Documento Nacional de Identidad (DNI): 10000032-T</a:t>
            </a:r>
          </a:p>
        </p:txBody>
      </p:sp>
      <p:sp>
        <p:nvSpPr>
          <p:cNvPr id="13" name="record-person-7-3">
            <a:extLst xmlns:a="http://schemas.openxmlformats.org/drawingml/2006/main">
              <a:ext uri="{FF2B5EF4-FFF2-40B4-BE49-F238E27FC236}">
                <a16:creationId xmlns:a16="http://schemas.microsoft.com/office/drawing/2014/main" id="{D75B4F1C-7719-49A0-BCE9-CBB6AD8E6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Adrian Irene Gutierrez  |  Physical Address: Calle Olivo Central 2091, 30001 Murcia, España</a:t>
            </a:r>
          </a:p>
        </p:txBody>
      </p:sp>
      <p:sp>
        <p:nvSpPr>
          <p:cNvPr id="14" name="record-evidence-7-3">
            <a:extLst xmlns:a="http://schemas.openxmlformats.org/drawingml/2006/main">
              <a:ext uri="{FF2B5EF4-FFF2-40B4-BE49-F238E27FC236}">
                <a16:creationId xmlns:a16="http://schemas.microsoft.com/office/drawing/2014/main" id="{00354E72-DD74-4615-9A21-185698CB3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Documento nacional de identidad; DNI; Ministerio del Interior</a:t>
            </a:r>
          </a:p>
        </p:txBody>
      </p:sp>
      <p:sp>
        <p:nvSpPr>
          <p:cNvPr id="15" name="record-panel-7-4">
            <a:extLst xmlns:a="http://schemas.openxmlformats.org/drawingml/2006/main">
              <a:ext uri="{FF2B5EF4-FFF2-40B4-BE49-F238E27FC236}">
                <a16:creationId xmlns:a16="http://schemas.microsoft.com/office/drawing/2014/main" id="{E7DAF29A-BB08-4E5B-8C2A-9E3E41A3B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7-4">
            <a:extLst xmlns:a="http://schemas.openxmlformats.org/drawingml/2006/main">
              <a:ext uri="{FF2B5EF4-FFF2-40B4-BE49-F238E27FC236}">
                <a16:creationId xmlns:a16="http://schemas.microsoft.com/office/drawing/2014/main" id="{D38CD400-0399-46E6-ACE9-E309659CB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TEST-034  |  Documento Nacional de Identidad (DNI): 10000033-R</a:t>
            </a:r>
          </a:p>
        </p:txBody>
      </p:sp>
      <p:sp>
        <p:nvSpPr>
          <p:cNvPr id="17" name="record-person-7-4">
            <a:extLst xmlns:a="http://schemas.openxmlformats.org/drawingml/2006/main">
              <a:ext uri="{FF2B5EF4-FFF2-40B4-BE49-F238E27FC236}">
                <a16:creationId xmlns:a16="http://schemas.microsoft.com/office/drawing/2014/main" id="{8AB56728-C707-4B4C-A07D-E26E7DCA8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Elena Alejandro Martin  |  Physical Address: Calle Palmera Central 2128, 41001 Sevilla, España</a:t>
            </a:r>
          </a:p>
        </p:txBody>
      </p:sp>
      <p:sp>
        <p:nvSpPr>
          <p:cNvPr id="18" name="record-evidence-7-4">
            <a:extLst xmlns:a="http://schemas.openxmlformats.org/drawingml/2006/main">
              <a:ext uri="{FF2B5EF4-FFF2-40B4-BE49-F238E27FC236}">
                <a16:creationId xmlns:a16="http://schemas.microsoft.com/office/drawing/2014/main" id="{58112047-ADC7-488C-89E9-AC0C131CD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Documento nacional de identidad; DNI; Ministerio del Interior</a:t>
            </a:r>
          </a:p>
        </p:txBody>
      </p:sp>
      <p:sp>
        <p:nvSpPr>
          <p:cNvPr id="19" name="record-panel-7-5">
            <a:extLst xmlns:a="http://schemas.openxmlformats.org/drawingml/2006/main">
              <a:ext uri="{FF2B5EF4-FFF2-40B4-BE49-F238E27FC236}">
                <a16:creationId xmlns:a16="http://schemas.microsoft.com/office/drawing/2014/main" id="{71B98C04-968F-4E1D-9FCC-9CE8729B0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7-5">
            <a:extLst xmlns:a="http://schemas.openxmlformats.org/drawingml/2006/main">
              <a:ext uri="{FF2B5EF4-FFF2-40B4-BE49-F238E27FC236}">
                <a16:creationId xmlns:a16="http://schemas.microsoft.com/office/drawing/2014/main" id="{0F866E97-7E2B-41EF-80BF-A128F74F1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TEST-035  |  Documento Nacional de Identidad (DNI): 10000034-W</a:t>
            </a:r>
          </a:p>
        </p:txBody>
      </p:sp>
      <p:sp>
        <p:nvSpPr>
          <p:cNvPr id="21" name="record-person-7-5">
            <a:extLst xmlns:a="http://schemas.openxmlformats.org/drawingml/2006/main">
              <a:ext uri="{FF2B5EF4-FFF2-40B4-BE49-F238E27FC236}">
                <a16:creationId xmlns:a16="http://schemas.microsoft.com/office/drawing/2014/main" id="{C3481349-DA27-4E32-A61D-BC04C3AA9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Diego Hugo Vazquez  |  Physical Address: Calle Prado Central 2165, 47001 Valladolid, España</a:t>
            </a:r>
          </a:p>
        </p:txBody>
      </p:sp>
      <p:sp>
        <p:nvSpPr>
          <p:cNvPr id="22" name="record-evidence-7-5">
            <a:extLst xmlns:a="http://schemas.openxmlformats.org/drawingml/2006/main">
              <a:ext uri="{FF2B5EF4-FFF2-40B4-BE49-F238E27FC236}">
                <a16:creationId xmlns:a16="http://schemas.microsoft.com/office/drawing/2014/main" id="{8DC78DA0-67EF-4477-9EF4-51CA768FC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Documento nacional de identidad; DNI; Ministerio del Interior</a:t>
            </a:r>
          </a:p>
        </p:txBody>
      </p:sp>
      <p:sp>
        <p:nvSpPr>
          <p:cNvPr id="23" name="footer-7">
            <a:extLst xmlns:a="http://schemas.openxmlformats.org/drawingml/2006/main">
              <a:ext uri="{FF2B5EF4-FFF2-40B4-BE49-F238E27FC236}">
                <a16:creationId xmlns:a16="http://schemas.microsoft.com/office/drawing/2014/main" id="{072337A2-9578-41BE-8312-1380509A0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Spain DNI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33360337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8">
            <a:extLst xmlns:a="http://schemas.openxmlformats.org/drawingml/2006/main">
              <a:ext uri="{FF2B5EF4-FFF2-40B4-BE49-F238E27FC236}">
                <a16:creationId xmlns:a16="http://schemas.microsoft.com/office/drawing/2014/main" id="{855C2F38-587B-47B9-8E5F-7315BAA6D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Spanish National ID</a:t>
            </a:r>
          </a:p>
        </p:txBody>
      </p:sp>
      <p:sp>
        <p:nvSpPr>
          <p:cNvPr id="2" name="counter-8">
            <a:extLst xmlns:a="http://schemas.openxmlformats.org/drawingml/2006/main">
              <a:ext uri="{FF2B5EF4-FFF2-40B4-BE49-F238E27FC236}">
                <a16:creationId xmlns:a16="http://schemas.microsoft.com/office/drawing/2014/main" id="{F7377930-3472-4986-8D1D-60E7D188A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36-40 of 150</a:t>
            </a:r>
          </a:p>
        </p:txBody>
      </p:sp>
      <p:sp>
        <p:nvSpPr>
          <p:cNvPr id="3" name="record-panel-8-1">
            <a:extLst xmlns:a="http://schemas.openxmlformats.org/drawingml/2006/main">
              <a:ext uri="{FF2B5EF4-FFF2-40B4-BE49-F238E27FC236}">
                <a16:creationId xmlns:a16="http://schemas.microsoft.com/office/drawing/2014/main" id="{52641661-7223-415D-B3C7-A939017DD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8-1">
            <a:extLst xmlns:a="http://schemas.openxmlformats.org/drawingml/2006/main">
              <a:ext uri="{FF2B5EF4-FFF2-40B4-BE49-F238E27FC236}">
                <a16:creationId xmlns:a16="http://schemas.microsoft.com/office/drawing/2014/main" id="{F35B7F0B-8D48-4271-8561-EF0F2A376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TEST-036  |  Documento Nacional de Identidad (DNI): 10000035-A</a:t>
            </a:r>
          </a:p>
        </p:txBody>
      </p:sp>
      <p:sp>
        <p:nvSpPr>
          <p:cNvPr id="5" name="record-person-8-1">
            <a:extLst xmlns:a="http://schemas.openxmlformats.org/drawingml/2006/main">
              <a:ext uri="{FF2B5EF4-FFF2-40B4-BE49-F238E27FC236}">
                <a16:creationId xmlns:a16="http://schemas.microsoft.com/office/drawing/2014/main" id="{81279299-E51D-4415-A3DA-5F2034DAB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Carmen Marco Hernandez  |  Physical Address: Calle Rosal Central 2202, 29001 Malaga, España</a:t>
            </a:r>
          </a:p>
        </p:txBody>
      </p:sp>
      <p:sp>
        <p:nvSpPr>
          <p:cNvPr id="6" name="record-evidence-8-1">
            <a:extLst xmlns:a="http://schemas.openxmlformats.org/drawingml/2006/main">
              <a:ext uri="{FF2B5EF4-FFF2-40B4-BE49-F238E27FC236}">
                <a16:creationId xmlns:a16="http://schemas.microsoft.com/office/drawing/2014/main" id="{531C5776-418B-424D-AA37-689420D40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Documento nacional de identidad; DNI; Ministerio del Interior</a:t>
            </a:r>
          </a:p>
        </p:txBody>
      </p:sp>
      <p:sp>
        <p:nvSpPr>
          <p:cNvPr id="7" name="record-panel-8-2">
            <a:extLst xmlns:a="http://schemas.openxmlformats.org/drawingml/2006/main">
              <a:ext uri="{FF2B5EF4-FFF2-40B4-BE49-F238E27FC236}">
                <a16:creationId xmlns:a16="http://schemas.microsoft.com/office/drawing/2014/main" id="{842AEE20-BA78-485A-BB62-217BAF2A7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8-2">
            <a:extLst xmlns:a="http://schemas.openxmlformats.org/drawingml/2006/main">
              <a:ext uri="{FF2B5EF4-FFF2-40B4-BE49-F238E27FC236}">
                <a16:creationId xmlns:a16="http://schemas.microsoft.com/office/drawing/2014/main" id="{79D73A31-6BBB-4DE0-B575-C49C909FA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TEST-037  |  Documento Nacional de Identidad (DNI): 10000036-G</a:t>
            </a:r>
          </a:p>
        </p:txBody>
      </p:sp>
      <p:sp>
        <p:nvSpPr>
          <p:cNvPr id="9" name="record-person-8-2">
            <a:extLst xmlns:a="http://schemas.openxmlformats.org/drawingml/2006/main">
              <a:ext uri="{FF2B5EF4-FFF2-40B4-BE49-F238E27FC236}">
                <a16:creationId xmlns:a16="http://schemas.microsoft.com/office/drawing/2014/main" id="{7896F072-D5CA-457D-9F26-627D7D9CD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Pablo Adrian Gonzalez  |  Physical Address: Calle Alameda Clara 2239, 28013 Madrid, España</a:t>
            </a:r>
          </a:p>
        </p:txBody>
      </p:sp>
      <p:sp>
        <p:nvSpPr>
          <p:cNvPr id="10" name="record-evidence-8-2">
            <a:extLst xmlns:a="http://schemas.openxmlformats.org/drawingml/2006/main">
              <a:ext uri="{FF2B5EF4-FFF2-40B4-BE49-F238E27FC236}">
                <a16:creationId xmlns:a16="http://schemas.microsoft.com/office/drawing/2014/main" id="{53156DC1-995B-4031-958D-4DE407132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Documento nacional de identidad; DNI; Ministerio del Interior</a:t>
            </a:r>
          </a:p>
        </p:txBody>
      </p:sp>
      <p:sp>
        <p:nvSpPr>
          <p:cNvPr id="11" name="record-panel-8-3">
            <a:extLst xmlns:a="http://schemas.openxmlformats.org/drawingml/2006/main">
              <a:ext uri="{FF2B5EF4-FFF2-40B4-BE49-F238E27FC236}">
                <a16:creationId xmlns:a16="http://schemas.microsoft.com/office/drawing/2014/main" id="{55FB970B-5198-467D-8CDB-0866BAB1B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8-3">
            <a:extLst xmlns:a="http://schemas.openxmlformats.org/drawingml/2006/main">
              <a:ext uri="{FF2B5EF4-FFF2-40B4-BE49-F238E27FC236}">
                <a16:creationId xmlns:a16="http://schemas.microsoft.com/office/drawing/2014/main" id="{86A6B2B8-C200-4A2C-A496-065D4BA12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TEST-038  |  Documento Nacional de Identidad (DNI): 10000037-M</a:t>
            </a:r>
          </a:p>
        </p:txBody>
      </p:sp>
      <p:sp>
        <p:nvSpPr>
          <p:cNvPr id="13" name="record-person-8-3">
            <a:extLst xmlns:a="http://schemas.openxmlformats.org/drawingml/2006/main">
              <a:ext uri="{FF2B5EF4-FFF2-40B4-BE49-F238E27FC236}">
                <a16:creationId xmlns:a16="http://schemas.microsoft.com/office/drawing/2014/main" id="{411254BD-9172-476A-B127-9AF973941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Valeria Alejandro Alvarez  |  Physical Address: Calle Almendro Clara 2276, 03001 Alicante, España</a:t>
            </a:r>
          </a:p>
        </p:txBody>
      </p:sp>
      <p:sp>
        <p:nvSpPr>
          <p:cNvPr id="14" name="record-evidence-8-3">
            <a:extLst xmlns:a="http://schemas.openxmlformats.org/drawingml/2006/main">
              <a:ext uri="{FF2B5EF4-FFF2-40B4-BE49-F238E27FC236}">
                <a16:creationId xmlns:a16="http://schemas.microsoft.com/office/drawing/2014/main" id="{DED86146-4D4F-4039-91CF-33A701611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Documento nacional de identidad; DNI; Ministerio del Interior</a:t>
            </a:r>
          </a:p>
        </p:txBody>
      </p:sp>
      <p:sp>
        <p:nvSpPr>
          <p:cNvPr id="15" name="record-panel-8-4">
            <a:extLst xmlns:a="http://schemas.openxmlformats.org/drawingml/2006/main">
              <a:ext uri="{FF2B5EF4-FFF2-40B4-BE49-F238E27FC236}">
                <a16:creationId xmlns:a16="http://schemas.microsoft.com/office/drawing/2014/main" id="{25D1B134-F590-4422-B553-3958C7190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8-4">
            <a:extLst xmlns:a="http://schemas.openxmlformats.org/drawingml/2006/main">
              <a:ext uri="{FF2B5EF4-FFF2-40B4-BE49-F238E27FC236}">
                <a16:creationId xmlns:a16="http://schemas.microsoft.com/office/drawing/2014/main" id="{BA5B7E6F-32DF-4913-A294-95B5DBEB8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TEST-039  |  Documento Nacional de Identidad (DNI): 10000038-Y</a:t>
            </a:r>
          </a:p>
        </p:txBody>
      </p:sp>
      <p:sp>
        <p:nvSpPr>
          <p:cNvPr id="17" name="record-person-8-4">
            <a:extLst xmlns:a="http://schemas.openxmlformats.org/drawingml/2006/main">
              <a:ext uri="{FF2B5EF4-FFF2-40B4-BE49-F238E27FC236}">
                <a16:creationId xmlns:a16="http://schemas.microsoft.com/office/drawing/2014/main" id="{45665851-6F6E-4C2B-8E88-A7446FD64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Alejandro Hugo Sanchez  |  Physical Address: Calle Azahar Clara 2313, 46001 Valencia, España</a:t>
            </a:r>
          </a:p>
        </p:txBody>
      </p:sp>
      <p:sp>
        <p:nvSpPr>
          <p:cNvPr id="18" name="record-evidence-8-4">
            <a:extLst xmlns:a="http://schemas.openxmlformats.org/drawingml/2006/main">
              <a:ext uri="{FF2B5EF4-FFF2-40B4-BE49-F238E27FC236}">
                <a16:creationId xmlns:a16="http://schemas.microsoft.com/office/drawing/2014/main" id="{027EA5E5-F258-4104-8EAC-E445C83EF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Documento nacional de identidad; DNI; Ministerio del Interior</a:t>
            </a:r>
          </a:p>
        </p:txBody>
      </p:sp>
      <p:sp>
        <p:nvSpPr>
          <p:cNvPr id="19" name="record-panel-8-5">
            <a:extLst xmlns:a="http://schemas.openxmlformats.org/drawingml/2006/main">
              <a:ext uri="{FF2B5EF4-FFF2-40B4-BE49-F238E27FC236}">
                <a16:creationId xmlns:a16="http://schemas.microsoft.com/office/drawing/2014/main" id="{B6E53F0C-8858-4BFC-AD72-DDEBA4C6F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8-5">
            <a:extLst xmlns:a="http://schemas.openxmlformats.org/drawingml/2006/main">
              <a:ext uri="{FF2B5EF4-FFF2-40B4-BE49-F238E27FC236}">
                <a16:creationId xmlns:a16="http://schemas.microsoft.com/office/drawing/2014/main" id="{0E82FDC0-2C43-4502-9649-B7EBFDFA2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TEST-040  |  Documento Nacional de Identidad (DNI): 10000039-F</a:t>
            </a:r>
          </a:p>
        </p:txBody>
      </p:sp>
      <p:sp>
        <p:nvSpPr>
          <p:cNvPr id="21" name="record-person-8-5">
            <a:extLst xmlns:a="http://schemas.openxmlformats.org/drawingml/2006/main">
              <a:ext uri="{FF2B5EF4-FFF2-40B4-BE49-F238E27FC236}">
                <a16:creationId xmlns:a16="http://schemas.microsoft.com/office/drawing/2014/main" id="{71D0DF03-5053-46A4-9B48-4A34001C6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Paula Marco Gutierrez  |  Physical Address: Calle Castillo Clara 2350, 18001 Granada, España</a:t>
            </a:r>
          </a:p>
        </p:txBody>
      </p:sp>
      <p:sp>
        <p:nvSpPr>
          <p:cNvPr id="22" name="record-evidence-8-5">
            <a:extLst xmlns:a="http://schemas.openxmlformats.org/drawingml/2006/main">
              <a:ext uri="{FF2B5EF4-FFF2-40B4-BE49-F238E27FC236}">
                <a16:creationId xmlns:a16="http://schemas.microsoft.com/office/drawing/2014/main" id="{C894D83F-C3F3-4177-A1E2-E0211B6B7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Documento nacional de identidad; DNI; Ministerio del Interior</a:t>
            </a:r>
          </a:p>
        </p:txBody>
      </p:sp>
      <p:sp>
        <p:nvSpPr>
          <p:cNvPr id="23" name="footer-8">
            <a:extLst xmlns:a="http://schemas.openxmlformats.org/drawingml/2006/main">
              <a:ext uri="{FF2B5EF4-FFF2-40B4-BE49-F238E27FC236}">
                <a16:creationId xmlns:a16="http://schemas.microsoft.com/office/drawing/2014/main" id="{4723C32B-D319-4A4D-BBD4-36381FB5C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Spain DNI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62684115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9">
            <a:extLst xmlns:a="http://schemas.openxmlformats.org/drawingml/2006/main">
              <a:ext uri="{FF2B5EF4-FFF2-40B4-BE49-F238E27FC236}">
                <a16:creationId xmlns:a16="http://schemas.microsoft.com/office/drawing/2014/main" id="{253A148C-DEAC-488C-BBFC-3A91EAFC2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Spanish National ID</a:t>
            </a:r>
          </a:p>
        </p:txBody>
      </p:sp>
      <p:sp>
        <p:nvSpPr>
          <p:cNvPr id="2" name="counter-9">
            <a:extLst xmlns:a="http://schemas.openxmlformats.org/drawingml/2006/main">
              <a:ext uri="{FF2B5EF4-FFF2-40B4-BE49-F238E27FC236}">
                <a16:creationId xmlns:a16="http://schemas.microsoft.com/office/drawing/2014/main" id="{5FD4EC00-3DD3-4A6A-9059-77DEF8889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41-45 of 150</a:t>
            </a:r>
          </a:p>
        </p:txBody>
      </p:sp>
      <p:sp>
        <p:nvSpPr>
          <p:cNvPr id="3" name="record-panel-9-1">
            <a:extLst xmlns:a="http://schemas.openxmlformats.org/drawingml/2006/main">
              <a:ext uri="{FF2B5EF4-FFF2-40B4-BE49-F238E27FC236}">
                <a16:creationId xmlns:a16="http://schemas.microsoft.com/office/drawing/2014/main" id="{4053C56A-043A-44C4-8700-5A4BC87F5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9-1">
            <a:extLst xmlns:a="http://schemas.openxmlformats.org/drawingml/2006/main">
              <a:ext uri="{FF2B5EF4-FFF2-40B4-BE49-F238E27FC236}">
                <a16:creationId xmlns:a16="http://schemas.microsoft.com/office/drawing/2014/main" id="{361833BD-0FFA-4840-BE30-1B66AF24A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TEST-041  |  Documento Nacional de Identidad (DNI): 10000040-P</a:t>
            </a:r>
          </a:p>
        </p:txBody>
      </p:sp>
      <p:sp>
        <p:nvSpPr>
          <p:cNvPr id="5" name="record-person-9-1">
            <a:extLst xmlns:a="http://schemas.openxmlformats.org/drawingml/2006/main">
              <a:ext uri="{FF2B5EF4-FFF2-40B4-BE49-F238E27FC236}">
                <a16:creationId xmlns:a16="http://schemas.microsoft.com/office/drawing/2014/main" id="{8FC220B5-359A-48F4-8AF2-58926EB40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Daniel Adrian Martin  |  Physical Address: Calle Encina Clara 2387, 48001 Bilbao, España</a:t>
            </a:r>
          </a:p>
        </p:txBody>
      </p:sp>
      <p:sp>
        <p:nvSpPr>
          <p:cNvPr id="6" name="record-evidence-9-1">
            <a:extLst xmlns:a="http://schemas.openxmlformats.org/drawingml/2006/main">
              <a:ext uri="{FF2B5EF4-FFF2-40B4-BE49-F238E27FC236}">
                <a16:creationId xmlns:a16="http://schemas.microsoft.com/office/drawing/2014/main" id="{ED93776B-BDBB-4A3C-98DC-7DDF3CCBD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Documento nacional de identidad; DNI; Ministerio del Interior</a:t>
            </a:r>
          </a:p>
        </p:txBody>
      </p:sp>
      <p:sp>
        <p:nvSpPr>
          <p:cNvPr id="7" name="record-panel-9-2">
            <a:extLst xmlns:a="http://schemas.openxmlformats.org/drawingml/2006/main">
              <a:ext uri="{FF2B5EF4-FFF2-40B4-BE49-F238E27FC236}">
                <a16:creationId xmlns:a16="http://schemas.microsoft.com/office/drawing/2014/main" id="{C62DE87B-4AE9-4341-8620-63E6701CE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9-2">
            <a:extLst xmlns:a="http://schemas.openxmlformats.org/drawingml/2006/main">
              <a:ext uri="{FF2B5EF4-FFF2-40B4-BE49-F238E27FC236}">
                <a16:creationId xmlns:a16="http://schemas.microsoft.com/office/drawing/2014/main" id="{C92C4191-7F99-4344-9A15-291FD13B2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TEST-042  |  Documento Nacional de Identidad (DNI): 10000041-D</a:t>
            </a:r>
          </a:p>
        </p:txBody>
      </p:sp>
      <p:sp>
        <p:nvSpPr>
          <p:cNvPr id="9" name="record-person-9-2">
            <a:extLst xmlns:a="http://schemas.openxmlformats.org/drawingml/2006/main">
              <a:ext uri="{FF2B5EF4-FFF2-40B4-BE49-F238E27FC236}">
                <a16:creationId xmlns:a16="http://schemas.microsoft.com/office/drawing/2014/main" id="{61039A44-FA9A-4CEB-A6D6-9FC682B40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Martina Alejandro Vazquez  |  Physical Address: Calle Fuente Clara 2424, 14001 Cordoba, España</a:t>
            </a:r>
          </a:p>
        </p:txBody>
      </p:sp>
      <p:sp>
        <p:nvSpPr>
          <p:cNvPr id="10" name="record-evidence-9-2">
            <a:extLst xmlns:a="http://schemas.openxmlformats.org/drawingml/2006/main">
              <a:ext uri="{FF2B5EF4-FFF2-40B4-BE49-F238E27FC236}">
                <a16:creationId xmlns:a16="http://schemas.microsoft.com/office/drawing/2014/main" id="{052B8B0F-7D84-4A73-A776-70A4B3EC1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Documento nacional de identidad; DNI; Ministerio del Interior</a:t>
            </a:r>
          </a:p>
        </p:txBody>
      </p:sp>
      <p:sp>
        <p:nvSpPr>
          <p:cNvPr id="11" name="record-panel-9-3">
            <a:extLst xmlns:a="http://schemas.openxmlformats.org/drawingml/2006/main">
              <a:ext uri="{FF2B5EF4-FFF2-40B4-BE49-F238E27FC236}">
                <a16:creationId xmlns:a16="http://schemas.microsoft.com/office/drawing/2014/main" id="{4F8DB153-DFB6-46B8-8AAF-F81802D93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9-3">
            <a:extLst xmlns:a="http://schemas.openxmlformats.org/drawingml/2006/main">
              <a:ext uri="{FF2B5EF4-FFF2-40B4-BE49-F238E27FC236}">
                <a16:creationId xmlns:a16="http://schemas.microsoft.com/office/drawing/2014/main" id="{EB5B8138-7A32-4F11-A9D0-56DA59142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TEST-043  |  Documento Nacional de Identidad (DNI): 10000042-X</a:t>
            </a:r>
          </a:p>
        </p:txBody>
      </p:sp>
      <p:sp>
        <p:nvSpPr>
          <p:cNvPr id="13" name="record-person-9-3">
            <a:extLst xmlns:a="http://schemas.openxmlformats.org/drawingml/2006/main">
              <a:ext uri="{FF2B5EF4-FFF2-40B4-BE49-F238E27FC236}">
                <a16:creationId xmlns:a16="http://schemas.microsoft.com/office/drawing/2014/main" id="{592E1200-62A5-43D7-871E-06E1FFD6A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Mateo Hugo Diaz  |  Physical Address: Calle Jazmin Clara 2461, 50001 Zaragoza, España</a:t>
            </a:r>
          </a:p>
        </p:txBody>
      </p:sp>
      <p:sp>
        <p:nvSpPr>
          <p:cNvPr id="14" name="record-evidence-9-3">
            <a:extLst xmlns:a="http://schemas.openxmlformats.org/drawingml/2006/main">
              <a:ext uri="{FF2B5EF4-FFF2-40B4-BE49-F238E27FC236}">
                <a16:creationId xmlns:a16="http://schemas.microsoft.com/office/drawing/2014/main" id="{CF593E68-8271-4F1A-9523-D59B96207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Documento nacional de identidad; DNI; Ministerio del Interior</a:t>
            </a:r>
          </a:p>
        </p:txBody>
      </p:sp>
      <p:sp>
        <p:nvSpPr>
          <p:cNvPr id="15" name="record-panel-9-4">
            <a:extLst xmlns:a="http://schemas.openxmlformats.org/drawingml/2006/main">
              <a:ext uri="{FF2B5EF4-FFF2-40B4-BE49-F238E27FC236}">
                <a16:creationId xmlns:a16="http://schemas.microsoft.com/office/drawing/2014/main" id="{2B90E9E8-E339-448B-A8C8-250003DC4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9-4">
            <a:extLst xmlns:a="http://schemas.openxmlformats.org/drawingml/2006/main">
              <a:ext uri="{FF2B5EF4-FFF2-40B4-BE49-F238E27FC236}">
                <a16:creationId xmlns:a16="http://schemas.microsoft.com/office/drawing/2014/main" id="{75D16F56-3C06-486A-AAF8-63370A472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TEST-044  |  Documento Nacional de Identidad (DNI): 10000043-B</a:t>
            </a:r>
          </a:p>
        </p:txBody>
      </p:sp>
      <p:sp>
        <p:nvSpPr>
          <p:cNvPr id="17" name="record-person-9-4">
            <a:extLst xmlns:a="http://schemas.openxmlformats.org/drawingml/2006/main">
              <a:ext uri="{FF2B5EF4-FFF2-40B4-BE49-F238E27FC236}">
                <a16:creationId xmlns:a16="http://schemas.microsoft.com/office/drawing/2014/main" id="{1255C2DA-116D-454A-A035-F7D616240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Sofia Marco Gonzalez  |  Physical Address: Calle Laurel Clara 2498, 08002 Barcelona, España</a:t>
            </a:r>
          </a:p>
        </p:txBody>
      </p:sp>
      <p:sp>
        <p:nvSpPr>
          <p:cNvPr id="18" name="record-evidence-9-4">
            <a:extLst xmlns:a="http://schemas.openxmlformats.org/drawingml/2006/main">
              <a:ext uri="{FF2B5EF4-FFF2-40B4-BE49-F238E27FC236}">
                <a16:creationId xmlns:a16="http://schemas.microsoft.com/office/drawing/2014/main" id="{49576201-C5B6-45E9-9CA0-427A24E15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Documento nacional de identidad; DNI; Ministerio del Interior</a:t>
            </a:r>
          </a:p>
        </p:txBody>
      </p:sp>
      <p:sp>
        <p:nvSpPr>
          <p:cNvPr id="19" name="record-panel-9-5">
            <a:extLst xmlns:a="http://schemas.openxmlformats.org/drawingml/2006/main">
              <a:ext uri="{FF2B5EF4-FFF2-40B4-BE49-F238E27FC236}">
                <a16:creationId xmlns:a16="http://schemas.microsoft.com/office/drawing/2014/main" id="{1D06D37C-765D-441E-9467-8B607E275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9-5">
            <a:extLst xmlns:a="http://schemas.openxmlformats.org/drawingml/2006/main">
              <a:ext uri="{FF2B5EF4-FFF2-40B4-BE49-F238E27FC236}">
                <a16:creationId xmlns:a16="http://schemas.microsoft.com/office/drawing/2014/main" id="{F08C36A0-FB47-427C-9CF5-6F7221FB1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TEST-045  |  Documento Nacional de Identidad (DNI): 10000044-N</a:t>
            </a:r>
          </a:p>
        </p:txBody>
      </p:sp>
      <p:sp>
        <p:nvSpPr>
          <p:cNvPr id="21" name="record-person-9-5">
            <a:extLst xmlns:a="http://schemas.openxmlformats.org/drawingml/2006/main">
              <a:ext uri="{FF2B5EF4-FFF2-40B4-BE49-F238E27FC236}">
                <a16:creationId xmlns:a16="http://schemas.microsoft.com/office/drawing/2014/main" id="{A24A9124-EF24-4598-AFE2-483984504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Hugo Adrian Alvarez  |  Physical Address: Calle Olivo Clara 2535, 30001 Murcia, España</a:t>
            </a:r>
          </a:p>
        </p:txBody>
      </p:sp>
      <p:sp>
        <p:nvSpPr>
          <p:cNvPr id="22" name="record-evidence-9-5">
            <a:extLst xmlns:a="http://schemas.openxmlformats.org/drawingml/2006/main">
              <a:ext uri="{FF2B5EF4-FFF2-40B4-BE49-F238E27FC236}">
                <a16:creationId xmlns:a16="http://schemas.microsoft.com/office/drawing/2014/main" id="{F3E95666-9165-412C-A6F7-62350DAA8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Documento nacional de identidad; DNI; Ministerio del Interior</a:t>
            </a:r>
          </a:p>
        </p:txBody>
      </p:sp>
      <p:sp>
        <p:nvSpPr>
          <p:cNvPr id="23" name="footer-9">
            <a:extLst xmlns:a="http://schemas.openxmlformats.org/drawingml/2006/main">
              <a:ext uri="{FF2B5EF4-FFF2-40B4-BE49-F238E27FC236}">
                <a16:creationId xmlns:a16="http://schemas.microsoft.com/office/drawing/2014/main" id="{A970BCD7-AD89-4A92-8508-06A86355E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Spain DNI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84112640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0">
            <a:extLst xmlns:a="http://schemas.openxmlformats.org/drawingml/2006/main">
              <a:ext uri="{FF2B5EF4-FFF2-40B4-BE49-F238E27FC236}">
                <a16:creationId xmlns:a16="http://schemas.microsoft.com/office/drawing/2014/main" id="{B115E5CC-FEE6-43FE-8BA2-0B8F81769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Spanish National ID</a:t>
            </a:r>
          </a:p>
        </p:txBody>
      </p:sp>
      <p:sp>
        <p:nvSpPr>
          <p:cNvPr id="2" name="counter-10">
            <a:extLst xmlns:a="http://schemas.openxmlformats.org/drawingml/2006/main">
              <a:ext uri="{FF2B5EF4-FFF2-40B4-BE49-F238E27FC236}">
                <a16:creationId xmlns:a16="http://schemas.microsoft.com/office/drawing/2014/main" id="{4EC962B1-CCAB-478C-A145-2C70068AE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46-50 of 150</a:t>
            </a:r>
          </a:p>
        </p:txBody>
      </p:sp>
      <p:sp>
        <p:nvSpPr>
          <p:cNvPr id="3" name="record-panel-10-1">
            <a:extLst xmlns:a="http://schemas.openxmlformats.org/drawingml/2006/main">
              <a:ext uri="{FF2B5EF4-FFF2-40B4-BE49-F238E27FC236}">
                <a16:creationId xmlns:a16="http://schemas.microsoft.com/office/drawing/2014/main" id="{70BC76CC-634B-4ED9-84EC-67BBD3344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10-1">
            <a:extLst xmlns:a="http://schemas.openxmlformats.org/drawingml/2006/main">
              <a:ext uri="{FF2B5EF4-FFF2-40B4-BE49-F238E27FC236}">
                <a16:creationId xmlns:a16="http://schemas.microsoft.com/office/drawing/2014/main" id="{8C00FEDC-ECC2-4ECB-A963-A7E9EB6B1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TEST-046  |  Documento Nacional de Identidad (DNI): 10000045-J</a:t>
            </a:r>
          </a:p>
        </p:txBody>
      </p:sp>
      <p:sp>
        <p:nvSpPr>
          <p:cNvPr id="5" name="record-person-10-1">
            <a:extLst xmlns:a="http://schemas.openxmlformats.org/drawingml/2006/main">
              <a:ext uri="{FF2B5EF4-FFF2-40B4-BE49-F238E27FC236}">
                <a16:creationId xmlns:a16="http://schemas.microsoft.com/office/drawing/2014/main" id="{7E70856A-86A6-4624-A279-8F6988101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Lucia Alejandro Sanchez  |  Physical Address: Calle Palmera Clara 2572, 41001 Sevilla, España</a:t>
            </a:r>
          </a:p>
        </p:txBody>
      </p:sp>
      <p:sp>
        <p:nvSpPr>
          <p:cNvPr id="6" name="record-evidence-10-1">
            <a:extLst xmlns:a="http://schemas.openxmlformats.org/drawingml/2006/main">
              <a:ext uri="{FF2B5EF4-FFF2-40B4-BE49-F238E27FC236}">
                <a16:creationId xmlns:a16="http://schemas.microsoft.com/office/drawing/2014/main" id="{ECD0C913-BA28-42B1-9DAC-BB93CED5D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Documento nacional de identidad; DNI; Ministerio del Interior</a:t>
            </a:r>
          </a:p>
        </p:txBody>
      </p:sp>
      <p:sp>
        <p:nvSpPr>
          <p:cNvPr id="7" name="record-panel-10-2">
            <a:extLst xmlns:a="http://schemas.openxmlformats.org/drawingml/2006/main">
              <a:ext uri="{FF2B5EF4-FFF2-40B4-BE49-F238E27FC236}">
                <a16:creationId xmlns:a16="http://schemas.microsoft.com/office/drawing/2014/main" id="{374B2F04-0549-458C-BC10-D65DFD62A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10-2">
            <a:extLst xmlns:a="http://schemas.openxmlformats.org/drawingml/2006/main">
              <a:ext uri="{FF2B5EF4-FFF2-40B4-BE49-F238E27FC236}">
                <a16:creationId xmlns:a16="http://schemas.microsoft.com/office/drawing/2014/main" id="{EE245D59-8123-4B9F-8BE8-CB0C55BEB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TEST-047  |  Documento Nacional de Identidad (DNI): 10000046-Z</a:t>
            </a:r>
          </a:p>
        </p:txBody>
      </p:sp>
      <p:sp>
        <p:nvSpPr>
          <p:cNvPr id="9" name="record-person-10-2">
            <a:extLst xmlns:a="http://schemas.openxmlformats.org/drawingml/2006/main">
              <a:ext uri="{FF2B5EF4-FFF2-40B4-BE49-F238E27FC236}">
                <a16:creationId xmlns:a16="http://schemas.microsoft.com/office/drawing/2014/main" id="{F7A49804-4F3A-48B3-A47F-7A72B73FE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Carlos Lucia Navarro  |  Physical Address: Calle Prado Clara 2609, 47001 Valladolid, España</a:t>
            </a:r>
          </a:p>
        </p:txBody>
      </p:sp>
      <p:sp>
        <p:nvSpPr>
          <p:cNvPr id="10" name="record-evidence-10-2">
            <a:extLst xmlns:a="http://schemas.openxmlformats.org/drawingml/2006/main">
              <a:ext uri="{FF2B5EF4-FFF2-40B4-BE49-F238E27FC236}">
                <a16:creationId xmlns:a16="http://schemas.microsoft.com/office/drawing/2014/main" id="{86F86578-06DB-4573-82AE-71A5F186D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Documento nacional de identidad; DNI; Ministerio del Interior</a:t>
            </a:r>
          </a:p>
        </p:txBody>
      </p:sp>
      <p:sp>
        <p:nvSpPr>
          <p:cNvPr id="11" name="record-panel-10-3">
            <a:extLst xmlns:a="http://schemas.openxmlformats.org/drawingml/2006/main">
              <a:ext uri="{FF2B5EF4-FFF2-40B4-BE49-F238E27FC236}">
                <a16:creationId xmlns:a16="http://schemas.microsoft.com/office/drawing/2014/main" id="{E1EC45B6-33D6-4836-9374-21EDC7A9A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10-3">
            <a:extLst xmlns:a="http://schemas.openxmlformats.org/drawingml/2006/main">
              <a:ext uri="{FF2B5EF4-FFF2-40B4-BE49-F238E27FC236}">
                <a16:creationId xmlns:a16="http://schemas.microsoft.com/office/drawing/2014/main" id="{9CF86F91-A25B-4B9F-A77E-4845234F1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TEST-048  |  Documento Nacional de Identidad (DNI): 10000047-S</a:t>
            </a:r>
          </a:p>
        </p:txBody>
      </p:sp>
      <p:sp>
        <p:nvSpPr>
          <p:cNvPr id="13" name="record-person-10-3">
            <a:extLst xmlns:a="http://schemas.openxmlformats.org/drawingml/2006/main">
              <a:ext uri="{FF2B5EF4-FFF2-40B4-BE49-F238E27FC236}">
                <a16:creationId xmlns:a16="http://schemas.microsoft.com/office/drawing/2014/main" id="{D527DD02-7392-41BB-AA36-2994FF437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Sara Claudia Martin  |  Physical Address: Calle Rosal Clara 2646, 29001 Malaga, España</a:t>
            </a:r>
          </a:p>
        </p:txBody>
      </p:sp>
      <p:sp>
        <p:nvSpPr>
          <p:cNvPr id="14" name="record-evidence-10-3">
            <a:extLst xmlns:a="http://schemas.openxmlformats.org/drawingml/2006/main">
              <a:ext uri="{FF2B5EF4-FFF2-40B4-BE49-F238E27FC236}">
                <a16:creationId xmlns:a16="http://schemas.microsoft.com/office/drawing/2014/main" id="{11FD0788-03D8-475D-9BC1-3B1D3255A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Documento nacional de identidad; DNI; Ministerio del Interior</a:t>
            </a:r>
          </a:p>
        </p:txBody>
      </p:sp>
      <p:sp>
        <p:nvSpPr>
          <p:cNvPr id="15" name="record-panel-10-4">
            <a:extLst xmlns:a="http://schemas.openxmlformats.org/drawingml/2006/main">
              <a:ext uri="{FF2B5EF4-FFF2-40B4-BE49-F238E27FC236}">
                <a16:creationId xmlns:a16="http://schemas.microsoft.com/office/drawing/2014/main" id="{96461EB3-762D-453D-851C-77C38314F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10-4">
            <a:extLst xmlns:a="http://schemas.openxmlformats.org/drawingml/2006/main">
              <a:ext uri="{FF2B5EF4-FFF2-40B4-BE49-F238E27FC236}">
                <a16:creationId xmlns:a16="http://schemas.microsoft.com/office/drawing/2014/main" id="{6826F07A-1DA5-46F0-9313-DD42A8640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TEST-049  |  Documento Nacional de Identidad (DNI): 10000048-Q</a:t>
            </a:r>
          </a:p>
        </p:txBody>
      </p:sp>
      <p:sp>
        <p:nvSpPr>
          <p:cNvPr id="17" name="record-person-10-4">
            <a:extLst xmlns:a="http://schemas.openxmlformats.org/drawingml/2006/main">
              <a:ext uri="{FF2B5EF4-FFF2-40B4-BE49-F238E27FC236}">
                <a16:creationId xmlns:a16="http://schemas.microsoft.com/office/drawing/2014/main" id="{3F1F9A71-A924-4C77-9A7B-4C9B72830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Ruben Elena Vazquez  |  Physical Address: Calle Alameda Dorada 2683, 28013 Madrid, España</a:t>
            </a:r>
          </a:p>
        </p:txBody>
      </p:sp>
      <p:sp>
        <p:nvSpPr>
          <p:cNvPr id="18" name="record-evidence-10-4">
            <a:extLst xmlns:a="http://schemas.openxmlformats.org/drawingml/2006/main">
              <a:ext uri="{FF2B5EF4-FFF2-40B4-BE49-F238E27FC236}">
                <a16:creationId xmlns:a16="http://schemas.microsoft.com/office/drawing/2014/main" id="{9A0DE5E6-992A-41CE-B613-11C3F5ED9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Documento nacional de identidad; DNI; Ministerio del Interior</a:t>
            </a:r>
          </a:p>
        </p:txBody>
      </p:sp>
      <p:sp>
        <p:nvSpPr>
          <p:cNvPr id="19" name="record-panel-10-5">
            <a:extLst xmlns:a="http://schemas.openxmlformats.org/drawingml/2006/main">
              <a:ext uri="{FF2B5EF4-FFF2-40B4-BE49-F238E27FC236}">
                <a16:creationId xmlns:a16="http://schemas.microsoft.com/office/drawing/2014/main" id="{31CC4FD8-5151-458F-8C27-6D4CBFCAB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10-5">
            <a:extLst xmlns:a="http://schemas.openxmlformats.org/drawingml/2006/main">
              <a:ext uri="{FF2B5EF4-FFF2-40B4-BE49-F238E27FC236}">
                <a16:creationId xmlns:a16="http://schemas.microsoft.com/office/drawing/2014/main" id="{7BD90A92-0C98-4280-A2A4-140F52B2E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TEST-050  |  Documento Nacional de Identidad (DNI): 10000049-V</a:t>
            </a:r>
          </a:p>
        </p:txBody>
      </p:sp>
      <p:sp>
        <p:nvSpPr>
          <p:cNvPr id="21" name="record-person-10-5">
            <a:extLst xmlns:a="http://schemas.openxmlformats.org/drawingml/2006/main">
              <a:ext uri="{FF2B5EF4-FFF2-40B4-BE49-F238E27FC236}">
                <a16:creationId xmlns:a16="http://schemas.microsoft.com/office/drawing/2014/main" id="{EAA77722-ABB3-4C47-8036-055A59D49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Irene Paula Diaz  |  Physical Address: Calle Almendro Dorada 2720, 03001 Alicante, España</a:t>
            </a:r>
          </a:p>
        </p:txBody>
      </p:sp>
      <p:sp>
        <p:nvSpPr>
          <p:cNvPr id="22" name="record-evidence-10-5">
            <a:extLst xmlns:a="http://schemas.openxmlformats.org/drawingml/2006/main">
              <a:ext uri="{FF2B5EF4-FFF2-40B4-BE49-F238E27FC236}">
                <a16:creationId xmlns:a16="http://schemas.microsoft.com/office/drawing/2014/main" id="{92A33407-1FCA-4F74-B71C-9F9C87E3D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Documento nacional de identidad; DNI; Ministerio del Interior</a:t>
            </a:r>
          </a:p>
        </p:txBody>
      </p:sp>
      <p:sp>
        <p:nvSpPr>
          <p:cNvPr id="23" name="footer-10">
            <a:extLst xmlns:a="http://schemas.openxmlformats.org/drawingml/2006/main">
              <a:ext uri="{FF2B5EF4-FFF2-40B4-BE49-F238E27FC236}">
                <a16:creationId xmlns:a16="http://schemas.microsoft.com/office/drawing/2014/main" id="{E5D58A03-E066-41E9-9E89-1055E45EA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Spain DNI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199223622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1">
            <a:extLst xmlns:a="http://schemas.openxmlformats.org/drawingml/2006/main">
              <a:ext uri="{FF2B5EF4-FFF2-40B4-BE49-F238E27FC236}">
                <a16:creationId xmlns:a16="http://schemas.microsoft.com/office/drawing/2014/main" id="{96E99AF9-F1D8-4317-96CB-840467E4B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Spanish National ID</a:t>
            </a:r>
          </a:p>
        </p:txBody>
      </p:sp>
      <p:sp>
        <p:nvSpPr>
          <p:cNvPr id="2" name="counter-11">
            <a:extLst xmlns:a="http://schemas.openxmlformats.org/drawingml/2006/main">
              <a:ext uri="{FF2B5EF4-FFF2-40B4-BE49-F238E27FC236}">
                <a16:creationId xmlns:a16="http://schemas.microsoft.com/office/drawing/2014/main" id="{BEEA3486-EADC-40F7-8CA3-C82507060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51-55 of 150</a:t>
            </a:r>
          </a:p>
        </p:txBody>
      </p:sp>
      <p:sp>
        <p:nvSpPr>
          <p:cNvPr id="3" name="record-panel-11-1">
            <a:extLst xmlns:a="http://schemas.openxmlformats.org/drawingml/2006/main">
              <a:ext uri="{FF2B5EF4-FFF2-40B4-BE49-F238E27FC236}">
                <a16:creationId xmlns:a16="http://schemas.microsoft.com/office/drawing/2014/main" id="{B25C98A3-1F59-4D8E-ABB8-35CCD2DC9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11-1">
            <a:extLst xmlns:a="http://schemas.openxmlformats.org/drawingml/2006/main">
              <a:ext uri="{FF2B5EF4-FFF2-40B4-BE49-F238E27FC236}">
                <a16:creationId xmlns:a16="http://schemas.microsoft.com/office/drawing/2014/main" id="{81E51A76-10D8-4EC8-AECC-BAE784296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TEST-051  |  Documento Nacional de Identidad (DNI): 10000050-H</a:t>
            </a:r>
          </a:p>
        </p:txBody>
      </p:sp>
      <p:sp>
        <p:nvSpPr>
          <p:cNvPr id="5" name="record-person-11-1">
            <a:extLst xmlns:a="http://schemas.openxmlformats.org/drawingml/2006/main">
              <a:ext uri="{FF2B5EF4-FFF2-40B4-BE49-F238E27FC236}">
                <a16:creationId xmlns:a16="http://schemas.microsoft.com/office/drawing/2014/main" id="{CA1F3F0F-87A1-4548-8ED0-A7E1286E4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Marco Lucia Fernandez  |  Physical Address: Calle Azahar Dorada 2757, 46001 Valencia, España</a:t>
            </a:r>
          </a:p>
        </p:txBody>
      </p:sp>
      <p:sp>
        <p:nvSpPr>
          <p:cNvPr id="6" name="record-evidence-11-1">
            <a:extLst xmlns:a="http://schemas.openxmlformats.org/drawingml/2006/main">
              <a:ext uri="{FF2B5EF4-FFF2-40B4-BE49-F238E27FC236}">
                <a16:creationId xmlns:a16="http://schemas.microsoft.com/office/drawing/2014/main" id="{FDC02BF3-8F05-4687-AB32-F1137DE9B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Documento nacional de identidad; DNI; Ministerio del Interior</a:t>
            </a:r>
          </a:p>
        </p:txBody>
      </p:sp>
      <p:sp>
        <p:nvSpPr>
          <p:cNvPr id="7" name="record-panel-11-2">
            <a:extLst xmlns:a="http://schemas.openxmlformats.org/drawingml/2006/main">
              <a:ext uri="{FF2B5EF4-FFF2-40B4-BE49-F238E27FC236}">
                <a16:creationId xmlns:a16="http://schemas.microsoft.com/office/drawing/2014/main" id="{4E02FA2E-0733-470B-B7E7-DEFF75D25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11-2">
            <a:extLst xmlns:a="http://schemas.openxmlformats.org/drawingml/2006/main">
              <a:ext uri="{FF2B5EF4-FFF2-40B4-BE49-F238E27FC236}">
                <a16:creationId xmlns:a16="http://schemas.microsoft.com/office/drawing/2014/main" id="{24244784-9611-4B3F-9DD6-9411F96B8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TEST-052  |  Documento Nacional de Identidad (DNI): 10000051-L</a:t>
            </a:r>
          </a:p>
        </p:txBody>
      </p:sp>
      <p:sp>
        <p:nvSpPr>
          <p:cNvPr id="9" name="record-person-11-2">
            <a:extLst xmlns:a="http://schemas.openxmlformats.org/drawingml/2006/main">
              <a:ext uri="{FF2B5EF4-FFF2-40B4-BE49-F238E27FC236}">
                <a16:creationId xmlns:a16="http://schemas.microsoft.com/office/drawing/2014/main" id="{13B2A521-6122-4D85-BD77-849910E80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Claudia Hugo Alvarez  |  Physical Address: Calle Castillo Dorada 2794, 18001 Granada, España</a:t>
            </a:r>
          </a:p>
        </p:txBody>
      </p:sp>
      <p:sp>
        <p:nvSpPr>
          <p:cNvPr id="10" name="record-evidence-11-2">
            <a:extLst xmlns:a="http://schemas.openxmlformats.org/drawingml/2006/main">
              <a:ext uri="{FF2B5EF4-FFF2-40B4-BE49-F238E27FC236}">
                <a16:creationId xmlns:a16="http://schemas.microsoft.com/office/drawing/2014/main" id="{367130AC-3401-4F35-9046-5A8ABE200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Documento nacional de identidad; DNI; Ministerio del Interior</a:t>
            </a:r>
          </a:p>
        </p:txBody>
      </p:sp>
      <p:sp>
        <p:nvSpPr>
          <p:cNvPr id="11" name="record-panel-11-3">
            <a:extLst xmlns:a="http://schemas.openxmlformats.org/drawingml/2006/main">
              <a:ext uri="{FF2B5EF4-FFF2-40B4-BE49-F238E27FC236}">
                <a16:creationId xmlns:a16="http://schemas.microsoft.com/office/drawing/2014/main" id="{831147A3-6A7B-48C9-A714-1AB9843FD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11-3">
            <a:extLst xmlns:a="http://schemas.openxmlformats.org/drawingml/2006/main">
              <a:ext uri="{FF2B5EF4-FFF2-40B4-BE49-F238E27FC236}">
                <a16:creationId xmlns:a16="http://schemas.microsoft.com/office/drawing/2014/main" id="{2D083A08-EF9D-4EBB-A5A2-89C98A939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TEST-053  |  Documento Nacional de Identidad (DNI): 10000052-C</a:t>
            </a:r>
          </a:p>
        </p:txBody>
      </p:sp>
      <p:sp>
        <p:nvSpPr>
          <p:cNvPr id="13" name="record-person-11-3">
            <a:extLst xmlns:a="http://schemas.openxmlformats.org/drawingml/2006/main">
              <a:ext uri="{FF2B5EF4-FFF2-40B4-BE49-F238E27FC236}">
                <a16:creationId xmlns:a16="http://schemas.microsoft.com/office/drawing/2014/main" id="{5EFC257B-2B03-4DB6-93C0-E756044E0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Sergio Elena Sanchez  |  Physical Address: Calle Encina Dorada 2831, 48001 Bilbao, España</a:t>
            </a:r>
          </a:p>
        </p:txBody>
      </p:sp>
      <p:sp>
        <p:nvSpPr>
          <p:cNvPr id="14" name="record-evidence-11-3">
            <a:extLst xmlns:a="http://schemas.openxmlformats.org/drawingml/2006/main">
              <a:ext uri="{FF2B5EF4-FFF2-40B4-BE49-F238E27FC236}">
                <a16:creationId xmlns:a16="http://schemas.microsoft.com/office/drawing/2014/main" id="{8B249399-F5CC-4645-8636-92797E4D3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Documento nacional de identidad; DNI; Ministerio del Interior</a:t>
            </a:r>
          </a:p>
        </p:txBody>
      </p:sp>
      <p:sp>
        <p:nvSpPr>
          <p:cNvPr id="15" name="record-panel-11-4">
            <a:extLst xmlns:a="http://schemas.openxmlformats.org/drawingml/2006/main">
              <a:ext uri="{FF2B5EF4-FFF2-40B4-BE49-F238E27FC236}">
                <a16:creationId xmlns:a16="http://schemas.microsoft.com/office/drawing/2014/main" id="{AFE1BF41-BEE3-41F5-87D2-29ED6B177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11-4">
            <a:extLst xmlns:a="http://schemas.openxmlformats.org/drawingml/2006/main">
              <a:ext uri="{FF2B5EF4-FFF2-40B4-BE49-F238E27FC236}">
                <a16:creationId xmlns:a16="http://schemas.microsoft.com/office/drawing/2014/main" id="{48E80EF6-B95D-4CCD-A6C3-9220A5B41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TEST-054  |  Documento Nacional de Identidad (DNI): 10000053-K</a:t>
            </a:r>
          </a:p>
        </p:txBody>
      </p:sp>
      <p:sp>
        <p:nvSpPr>
          <p:cNvPr id="17" name="record-person-11-4">
            <a:extLst xmlns:a="http://schemas.openxmlformats.org/drawingml/2006/main">
              <a:ext uri="{FF2B5EF4-FFF2-40B4-BE49-F238E27FC236}">
                <a16:creationId xmlns:a16="http://schemas.microsoft.com/office/drawing/2014/main" id="{D33E6F85-3DBF-491E-A13B-F2A8F2CEF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Nora Paula Navarro  |  Physical Address: Calle Fuente Dorada 2868, 14001 Cordoba, España</a:t>
            </a:r>
          </a:p>
        </p:txBody>
      </p:sp>
      <p:sp>
        <p:nvSpPr>
          <p:cNvPr id="18" name="record-evidence-11-4">
            <a:extLst xmlns:a="http://schemas.openxmlformats.org/drawingml/2006/main">
              <a:ext uri="{FF2B5EF4-FFF2-40B4-BE49-F238E27FC236}">
                <a16:creationId xmlns:a16="http://schemas.microsoft.com/office/drawing/2014/main" id="{A13893A2-4733-4376-8B1F-31CBF17C6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Documento nacional de identidad; DNI; Ministerio del Interior</a:t>
            </a:r>
          </a:p>
        </p:txBody>
      </p:sp>
      <p:sp>
        <p:nvSpPr>
          <p:cNvPr id="19" name="record-panel-11-5">
            <a:extLst xmlns:a="http://schemas.openxmlformats.org/drawingml/2006/main">
              <a:ext uri="{FF2B5EF4-FFF2-40B4-BE49-F238E27FC236}">
                <a16:creationId xmlns:a16="http://schemas.microsoft.com/office/drawing/2014/main" id="{8C2EB9A5-7D9B-46CF-8A15-7EBE938BE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11-5">
            <a:extLst xmlns:a="http://schemas.openxmlformats.org/drawingml/2006/main">
              <a:ext uri="{FF2B5EF4-FFF2-40B4-BE49-F238E27FC236}">
                <a16:creationId xmlns:a16="http://schemas.microsoft.com/office/drawing/2014/main" id="{97CC86DF-5C8A-4713-B5C6-3FEE4BCBE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TEST-055  |  Documento Nacional de Identidad (DNI): 10000054-E</a:t>
            </a:r>
          </a:p>
        </p:txBody>
      </p:sp>
      <p:sp>
        <p:nvSpPr>
          <p:cNvPr id="21" name="record-person-11-5">
            <a:extLst xmlns:a="http://schemas.openxmlformats.org/drawingml/2006/main">
              <a:ext uri="{FF2B5EF4-FFF2-40B4-BE49-F238E27FC236}">
                <a16:creationId xmlns:a16="http://schemas.microsoft.com/office/drawing/2014/main" id="{7FC2516E-2423-4307-8A46-7D0AC8701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Javier Lucia Jimenez  |  Physical Address: Calle Jazmin Dorada 2905, 50001 Zaragoza, España</a:t>
            </a:r>
          </a:p>
        </p:txBody>
      </p:sp>
      <p:sp>
        <p:nvSpPr>
          <p:cNvPr id="22" name="record-evidence-11-5">
            <a:extLst xmlns:a="http://schemas.openxmlformats.org/drawingml/2006/main">
              <a:ext uri="{FF2B5EF4-FFF2-40B4-BE49-F238E27FC236}">
                <a16:creationId xmlns:a16="http://schemas.microsoft.com/office/drawing/2014/main" id="{06F8E309-E51E-4B62-BD1D-8E609359D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Documento nacional de identidad; DNI; Ministerio del Interior</a:t>
            </a:r>
          </a:p>
        </p:txBody>
      </p:sp>
      <p:sp>
        <p:nvSpPr>
          <p:cNvPr id="23" name="footer-11">
            <a:extLst xmlns:a="http://schemas.openxmlformats.org/drawingml/2006/main">
              <a:ext uri="{FF2B5EF4-FFF2-40B4-BE49-F238E27FC236}">
                <a16:creationId xmlns:a16="http://schemas.microsoft.com/office/drawing/2014/main" id="{18C3550F-E99D-48EF-8849-7B69A78C7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Spain DNI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199082992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2">
            <a:extLst xmlns:a="http://schemas.openxmlformats.org/drawingml/2006/main">
              <a:ext uri="{FF2B5EF4-FFF2-40B4-BE49-F238E27FC236}">
                <a16:creationId xmlns:a16="http://schemas.microsoft.com/office/drawing/2014/main" id="{5319CBFA-10D5-4611-A297-7D30B970A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Spanish National ID</a:t>
            </a:r>
          </a:p>
        </p:txBody>
      </p:sp>
      <p:sp>
        <p:nvSpPr>
          <p:cNvPr id="2" name="counter-12">
            <a:extLst xmlns:a="http://schemas.openxmlformats.org/drawingml/2006/main">
              <a:ext uri="{FF2B5EF4-FFF2-40B4-BE49-F238E27FC236}">
                <a16:creationId xmlns:a16="http://schemas.microsoft.com/office/drawing/2014/main" id="{1FFB65FB-3CB3-4503-A251-2778171C3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56-60 of 150</a:t>
            </a:r>
          </a:p>
        </p:txBody>
      </p:sp>
      <p:sp>
        <p:nvSpPr>
          <p:cNvPr id="3" name="record-panel-12-1">
            <a:extLst xmlns:a="http://schemas.openxmlformats.org/drawingml/2006/main">
              <a:ext uri="{FF2B5EF4-FFF2-40B4-BE49-F238E27FC236}">
                <a16:creationId xmlns:a16="http://schemas.microsoft.com/office/drawing/2014/main" id="{47D90982-14FE-486E-B2FD-FEA2E31AA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12-1">
            <a:extLst xmlns:a="http://schemas.openxmlformats.org/drawingml/2006/main">
              <a:ext uri="{FF2B5EF4-FFF2-40B4-BE49-F238E27FC236}">
                <a16:creationId xmlns:a16="http://schemas.microsoft.com/office/drawing/2014/main" id="{1A678409-1DAB-44A3-8EA7-55CA5C7B1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TEST-056  |  Documento Nacional de Identidad (DNI): 10000055-T</a:t>
            </a:r>
          </a:p>
        </p:txBody>
      </p:sp>
      <p:sp>
        <p:nvSpPr>
          <p:cNvPr id="5" name="record-person-12-1">
            <a:extLst xmlns:a="http://schemas.openxmlformats.org/drawingml/2006/main">
              <a:ext uri="{FF2B5EF4-FFF2-40B4-BE49-F238E27FC236}">
                <a16:creationId xmlns:a16="http://schemas.microsoft.com/office/drawing/2014/main" id="{F72A586F-6852-4371-BDD0-CF96BED82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Alba Claudia Vazquez  |  Physical Address: Calle Laurel Dorada 2942, 08002 Barcelona, España</a:t>
            </a:r>
          </a:p>
        </p:txBody>
      </p:sp>
      <p:sp>
        <p:nvSpPr>
          <p:cNvPr id="6" name="record-evidence-12-1">
            <a:extLst xmlns:a="http://schemas.openxmlformats.org/drawingml/2006/main">
              <a:ext uri="{FF2B5EF4-FFF2-40B4-BE49-F238E27FC236}">
                <a16:creationId xmlns:a16="http://schemas.microsoft.com/office/drawing/2014/main" id="{BB50709F-2F36-479C-BF3B-F75002248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Documento nacional de identidad; DNI; Ministerio del Interior</a:t>
            </a:r>
          </a:p>
        </p:txBody>
      </p:sp>
      <p:sp>
        <p:nvSpPr>
          <p:cNvPr id="7" name="record-panel-12-2">
            <a:extLst xmlns:a="http://schemas.openxmlformats.org/drawingml/2006/main">
              <a:ext uri="{FF2B5EF4-FFF2-40B4-BE49-F238E27FC236}">
                <a16:creationId xmlns:a16="http://schemas.microsoft.com/office/drawing/2014/main" id="{66FD43A5-EFD8-4227-BFFA-40ADFAA6C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12-2">
            <a:extLst xmlns:a="http://schemas.openxmlformats.org/drawingml/2006/main">
              <a:ext uri="{FF2B5EF4-FFF2-40B4-BE49-F238E27FC236}">
                <a16:creationId xmlns:a16="http://schemas.microsoft.com/office/drawing/2014/main" id="{D8FDE2B2-9191-49ED-9B02-5D2A50432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TEST-057  |  Documento Nacional de Identidad (DNI): 10000056-R</a:t>
            </a:r>
          </a:p>
        </p:txBody>
      </p:sp>
      <p:sp>
        <p:nvSpPr>
          <p:cNvPr id="9" name="record-person-12-2">
            <a:extLst xmlns:a="http://schemas.openxmlformats.org/drawingml/2006/main">
              <a:ext uri="{FF2B5EF4-FFF2-40B4-BE49-F238E27FC236}">
                <a16:creationId xmlns:a16="http://schemas.microsoft.com/office/drawing/2014/main" id="{CF0A0BD0-9C63-4C96-89BE-400923441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Adrian Elena Diaz  |  Physical Address: Calle Olivo Dorada 2979, 30001 Murcia, España</a:t>
            </a:r>
          </a:p>
        </p:txBody>
      </p:sp>
      <p:sp>
        <p:nvSpPr>
          <p:cNvPr id="10" name="record-evidence-12-2">
            <a:extLst xmlns:a="http://schemas.openxmlformats.org/drawingml/2006/main">
              <a:ext uri="{FF2B5EF4-FFF2-40B4-BE49-F238E27FC236}">
                <a16:creationId xmlns:a16="http://schemas.microsoft.com/office/drawing/2014/main" id="{FC420CC1-95ED-4C48-8A77-B266D1527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Documento nacional de identidad; DNI; Ministerio del Interior</a:t>
            </a:r>
          </a:p>
        </p:txBody>
      </p:sp>
      <p:sp>
        <p:nvSpPr>
          <p:cNvPr id="11" name="record-panel-12-3">
            <a:extLst xmlns:a="http://schemas.openxmlformats.org/drawingml/2006/main">
              <a:ext uri="{FF2B5EF4-FFF2-40B4-BE49-F238E27FC236}">
                <a16:creationId xmlns:a16="http://schemas.microsoft.com/office/drawing/2014/main" id="{A1959436-429E-4A49-A272-6070E9B25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12-3">
            <a:extLst xmlns:a="http://schemas.openxmlformats.org/drawingml/2006/main">
              <a:ext uri="{FF2B5EF4-FFF2-40B4-BE49-F238E27FC236}">
                <a16:creationId xmlns:a16="http://schemas.microsoft.com/office/drawing/2014/main" id="{EBC99BCC-EDCD-42CF-AD09-1ADDDFEBC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TEST-058  |  Documento Nacional de Identidad (DNI): 10000057-W</a:t>
            </a:r>
          </a:p>
        </p:txBody>
      </p:sp>
      <p:sp>
        <p:nvSpPr>
          <p:cNvPr id="13" name="record-person-12-3">
            <a:extLst xmlns:a="http://schemas.openxmlformats.org/drawingml/2006/main">
              <a:ext uri="{FF2B5EF4-FFF2-40B4-BE49-F238E27FC236}">
                <a16:creationId xmlns:a16="http://schemas.microsoft.com/office/drawing/2014/main" id="{C6E6EA90-5CEE-4654-8A4D-8E4532542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Elena Paula Fernandez  |  Physical Address: Calle Palmera Dorada 3016, 41001 Sevilla, España</a:t>
            </a:r>
          </a:p>
        </p:txBody>
      </p:sp>
      <p:sp>
        <p:nvSpPr>
          <p:cNvPr id="14" name="record-evidence-12-3">
            <a:extLst xmlns:a="http://schemas.openxmlformats.org/drawingml/2006/main">
              <a:ext uri="{FF2B5EF4-FFF2-40B4-BE49-F238E27FC236}">
                <a16:creationId xmlns:a16="http://schemas.microsoft.com/office/drawing/2014/main" id="{63F0E1D9-E94E-4F00-B273-4E2916D48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Documento nacional de identidad; DNI; Ministerio del Interior</a:t>
            </a:r>
          </a:p>
        </p:txBody>
      </p:sp>
      <p:sp>
        <p:nvSpPr>
          <p:cNvPr id="15" name="record-panel-12-4">
            <a:extLst xmlns:a="http://schemas.openxmlformats.org/drawingml/2006/main">
              <a:ext uri="{FF2B5EF4-FFF2-40B4-BE49-F238E27FC236}">
                <a16:creationId xmlns:a16="http://schemas.microsoft.com/office/drawing/2014/main" id="{B63A4204-0FF4-446D-AF56-33CF894D3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12-4">
            <a:extLst xmlns:a="http://schemas.openxmlformats.org/drawingml/2006/main">
              <a:ext uri="{FF2B5EF4-FFF2-40B4-BE49-F238E27FC236}">
                <a16:creationId xmlns:a16="http://schemas.microsoft.com/office/drawing/2014/main" id="{FF0E1238-7570-49DC-8D07-DC6AF8D12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TEST-059  |  Documento Nacional de Identidad (DNI): 10000058-A</a:t>
            </a:r>
          </a:p>
        </p:txBody>
      </p:sp>
      <p:sp>
        <p:nvSpPr>
          <p:cNvPr id="17" name="record-person-12-4">
            <a:extLst xmlns:a="http://schemas.openxmlformats.org/drawingml/2006/main">
              <a:ext uri="{FF2B5EF4-FFF2-40B4-BE49-F238E27FC236}">
                <a16:creationId xmlns:a16="http://schemas.microsoft.com/office/drawing/2014/main" id="{FC04EDF2-BEEA-40E8-8363-A1001E31B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Diego Lucia Romero  |  Physical Address: Calle Prado Dorada 3053, 47001 Valladolid, España</a:t>
            </a:r>
          </a:p>
        </p:txBody>
      </p:sp>
      <p:sp>
        <p:nvSpPr>
          <p:cNvPr id="18" name="record-evidence-12-4">
            <a:extLst xmlns:a="http://schemas.openxmlformats.org/drawingml/2006/main">
              <a:ext uri="{FF2B5EF4-FFF2-40B4-BE49-F238E27FC236}">
                <a16:creationId xmlns:a16="http://schemas.microsoft.com/office/drawing/2014/main" id="{21FB69C3-C699-4E57-B942-49A586F7F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Documento nacional de identidad; DNI; Ministerio del Interior</a:t>
            </a:r>
          </a:p>
        </p:txBody>
      </p:sp>
      <p:sp>
        <p:nvSpPr>
          <p:cNvPr id="19" name="record-panel-12-5">
            <a:extLst xmlns:a="http://schemas.openxmlformats.org/drawingml/2006/main">
              <a:ext uri="{FF2B5EF4-FFF2-40B4-BE49-F238E27FC236}">
                <a16:creationId xmlns:a16="http://schemas.microsoft.com/office/drawing/2014/main" id="{2B7AFEB2-98B2-4168-8265-23520C6B0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12-5">
            <a:extLst xmlns:a="http://schemas.openxmlformats.org/drawingml/2006/main">
              <a:ext uri="{FF2B5EF4-FFF2-40B4-BE49-F238E27FC236}">
                <a16:creationId xmlns:a16="http://schemas.microsoft.com/office/drawing/2014/main" id="{AEB864BC-58C2-455F-B916-7A14C6F63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TEST-060  |  Documento Nacional de Identidad (DNI): 10000059-G</a:t>
            </a:r>
          </a:p>
        </p:txBody>
      </p:sp>
      <p:sp>
        <p:nvSpPr>
          <p:cNvPr id="21" name="record-person-12-5">
            <a:extLst xmlns:a="http://schemas.openxmlformats.org/drawingml/2006/main">
              <a:ext uri="{FF2B5EF4-FFF2-40B4-BE49-F238E27FC236}">
                <a16:creationId xmlns:a16="http://schemas.microsoft.com/office/drawing/2014/main" id="{ADB54E5C-830A-4F64-B87A-018FD8A0E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Carmen Claudia Sanchez  |  Physical Address: Calle Rosal Dorada 3090, 29001 Malaga, España</a:t>
            </a:r>
          </a:p>
        </p:txBody>
      </p:sp>
      <p:sp>
        <p:nvSpPr>
          <p:cNvPr id="22" name="record-evidence-12-5">
            <a:extLst xmlns:a="http://schemas.openxmlformats.org/drawingml/2006/main">
              <a:ext uri="{FF2B5EF4-FFF2-40B4-BE49-F238E27FC236}">
                <a16:creationId xmlns:a16="http://schemas.microsoft.com/office/drawing/2014/main" id="{9056DE1B-25C7-45A2-81AC-169D0AE9B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Documento nacional de identidad; DNI; Ministerio del Interior</a:t>
            </a:r>
          </a:p>
        </p:txBody>
      </p:sp>
      <p:sp>
        <p:nvSpPr>
          <p:cNvPr id="23" name="footer-12">
            <a:extLst xmlns:a="http://schemas.openxmlformats.org/drawingml/2006/main">
              <a:ext uri="{FF2B5EF4-FFF2-40B4-BE49-F238E27FC236}">
                <a16:creationId xmlns:a16="http://schemas.microsoft.com/office/drawing/2014/main" id="{FDEEFDB9-1BBB-4AD8-8EB5-F345208B0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Spain DNI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135581584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3">
            <a:extLst xmlns:a="http://schemas.openxmlformats.org/drawingml/2006/main">
              <a:ext uri="{FF2B5EF4-FFF2-40B4-BE49-F238E27FC236}">
                <a16:creationId xmlns:a16="http://schemas.microsoft.com/office/drawing/2014/main" id="{4A9F971F-DFC9-4D6C-881A-E50EDFAD5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Spanish National ID</a:t>
            </a:r>
          </a:p>
        </p:txBody>
      </p:sp>
      <p:sp>
        <p:nvSpPr>
          <p:cNvPr id="2" name="counter-13">
            <a:extLst xmlns:a="http://schemas.openxmlformats.org/drawingml/2006/main">
              <a:ext uri="{FF2B5EF4-FFF2-40B4-BE49-F238E27FC236}">
                <a16:creationId xmlns:a16="http://schemas.microsoft.com/office/drawing/2014/main" id="{AC5A5638-1316-4FB1-B370-67CC0CEF9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61-65 of 150</a:t>
            </a:r>
          </a:p>
        </p:txBody>
      </p:sp>
      <p:sp>
        <p:nvSpPr>
          <p:cNvPr id="3" name="record-panel-13-1">
            <a:extLst xmlns:a="http://schemas.openxmlformats.org/drawingml/2006/main">
              <a:ext uri="{FF2B5EF4-FFF2-40B4-BE49-F238E27FC236}">
                <a16:creationId xmlns:a16="http://schemas.microsoft.com/office/drawing/2014/main" id="{CFA5B074-D905-4E02-875C-02C3D5362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13-1">
            <a:extLst xmlns:a="http://schemas.openxmlformats.org/drawingml/2006/main">
              <a:ext uri="{FF2B5EF4-FFF2-40B4-BE49-F238E27FC236}">
                <a16:creationId xmlns:a16="http://schemas.microsoft.com/office/drawing/2014/main" id="{D46095E5-6546-4DF0-846E-DBB349899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TEST-061  |  Documento Nacional de Identidad (DNI): 10000060-M</a:t>
            </a:r>
          </a:p>
        </p:txBody>
      </p:sp>
      <p:sp>
        <p:nvSpPr>
          <p:cNvPr id="5" name="record-person-13-1">
            <a:extLst xmlns:a="http://schemas.openxmlformats.org/drawingml/2006/main">
              <a:ext uri="{FF2B5EF4-FFF2-40B4-BE49-F238E27FC236}">
                <a16:creationId xmlns:a16="http://schemas.microsoft.com/office/drawing/2014/main" id="{F4A03D0D-3E83-43AB-BB24-ABBB3E726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Pablo Elena Navarro  |  Physical Address: Calle Alameda Grande 3127, 28013 Madrid, España</a:t>
            </a:r>
          </a:p>
        </p:txBody>
      </p:sp>
      <p:sp>
        <p:nvSpPr>
          <p:cNvPr id="6" name="record-evidence-13-1">
            <a:extLst xmlns:a="http://schemas.openxmlformats.org/drawingml/2006/main">
              <a:ext uri="{FF2B5EF4-FFF2-40B4-BE49-F238E27FC236}">
                <a16:creationId xmlns:a16="http://schemas.microsoft.com/office/drawing/2014/main" id="{B7E2A121-A6FE-4A73-AFDF-94A661018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Documento nacional de identidad; DNI; Ministerio del Interior</a:t>
            </a:r>
          </a:p>
        </p:txBody>
      </p:sp>
      <p:sp>
        <p:nvSpPr>
          <p:cNvPr id="7" name="record-panel-13-2">
            <a:extLst xmlns:a="http://schemas.openxmlformats.org/drawingml/2006/main">
              <a:ext uri="{FF2B5EF4-FFF2-40B4-BE49-F238E27FC236}">
                <a16:creationId xmlns:a16="http://schemas.microsoft.com/office/drawing/2014/main" id="{68620B80-6C9F-4142-B49C-C6246A14B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13-2">
            <a:extLst xmlns:a="http://schemas.openxmlformats.org/drawingml/2006/main">
              <a:ext uri="{FF2B5EF4-FFF2-40B4-BE49-F238E27FC236}">
                <a16:creationId xmlns:a16="http://schemas.microsoft.com/office/drawing/2014/main" id="{3C43B025-491E-44ED-97E9-43F6FA2A6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TEST-062  |  Documento Nacional de Identidad (DNI): 10000061-Y</a:t>
            </a:r>
          </a:p>
        </p:txBody>
      </p:sp>
      <p:sp>
        <p:nvSpPr>
          <p:cNvPr id="9" name="record-person-13-2">
            <a:extLst xmlns:a="http://schemas.openxmlformats.org/drawingml/2006/main">
              <a:ext uri="{FF2B5EF4-FFF2-40B4-BE49-F238E27FC236}">
                <a16:creationId xmlns:a16="http://schemas.microsoft.com/office/drawing/2014/main" id="{BE89B0AB-56C3-4510-9F60-EC50C4B27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Valeria Paula Jimenez  |  Physical Address: Calle Almendro Grande 3164, 03001 Alicante, España</a:t>
            </a:r>
          </a:p>
        </p:txBody>
      </p:sp>
      <p:sp>
        <p:nvSpPr>
          <p:cNvPr id="10" name="record-evidence-13-2">
            <a:extLst xmlns:a="http://schemas.openxmlformats.org/drawingml/2006/main">
              <a:ext uri="{FF2B5EF4-FFF2-40B4-BE49-F238E27FC236}">
                <a16:creationId xmlns:a16="http://schemas.microsoft.com/office/drawing/2014/main" id="{CF6B12D9-8387-4163-B2F4-B2CB91DDF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Documento nacional de identidad; DNI; Ministerio del Interior</a:t>
            </a:r>
          </a:p>
        </p:txBody>
      </p:sp>
      <p:sp>
        <p:nvSpPr>
          <p:cNvPr id="11" name="record-panel-13-3">
            <a:extLst xmlns:a="http://schemas.openxmlformats.org/drawingml/2006/main">
              <a:ext uri="{FF2B5EF4-FFF2-40B4-BE49-F238E27FC236}">
                <a16:creationId xmlns:a16="http://schemas.microsoft.com/office/drawing/2014/main" id="{2447FFC0-FB3F-48DA-B31E-C280984FB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13-3">
            <a:extLst xmlns:a="http://schemas.openxmlformats.org/drawingml/2006/main">
              <a:ext uri="{FF2B5EF4-FFF2-40B4-BE49-F238E27FC236}">
                <a16:creationId xmlns:a16="http://schemas.microsoft.com/office/drawing/2014/main" id="{2EB52787-0118-40D2-A400-72C56CA6A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TEST-063  |  Documento Nacional de Identidad (DNI): 10000062-F</a:t>
            </a:r>
          </a:p>
        </p:txBody>
      </p:sp>
      <p:sp>
        <p:nvSpPr>
          <p:cNvPr id="13" name="record-person-13-3">
            <a:extLst xmlns:a="http://schemas.openxmlformats.org/drawingml/2006/main">
              <a:ext uri="{FF2B5EF4-FFF2-40B4-BE49-F238E27FC236}">
                <a16:creationId xmlns:a16="http://schemas.microsoft.com/office/drawing/2014/main" id="{7D6F6E34-060E-4E9A-B2FA-C0B1282EC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Alejandro Lucia Garcia  |  Physical Address: Calle Azahar Grande 3201, 46001 Valencia, España</a:t>
            </a:r>
          </a:p>
        </p:txBody>
      </p:sp>
      <p:sp>
        <p:nvSpPr>
          <p:cNvPr id="14" name="record-evidence-13-3">
            <a:extLst xmlns:a="http://schemas.openxmlformats.org/drawingml/2006/main">
              <a:ext uri="{FF2B5EF4-FFF2-40B4-BE49-F238E27FC236}">
                <a16:creationId xmlns:a16="http://schemas.microsoft.com/office/drawing/2014/main" id="{4265ABB1-62FD-4090-9B31-63CB5ED3A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Documento nacional de identidad; DNI; Ministerio del Interior</a:t>
            </a:r>
          </a:p>
        </p:txBody>
      </p:sp>
      <p:sp>
        <p:nvSpPr>
          <p:cNvPr id="15" name="record-panel-13-4">
            <a:extLst xmlns:a="http://schemas.openxmlformats.org/drawingml/2006/main">
              <a:ext uri="{FF2B5EF4-FFF2-40B4-BE49-F238E27FC236}">
                <a16:creationId xmlns:a16="http://schemas.microsoft.com/office/drawing/2014/main" id="{63034183-5B7A-4C05-88DF-FB942E412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13-4">
            <a:extLst xmlns:a="http://schemas.openxmlformats.org/drawingml/2006/main">
              <a:ext uri="{FF2B5EF4-FFF2-40B4-BE49-F238E27FC236}">
                <a16:creationId xmlns:a16="http://schemas.microsoft.com/office/drawing/2014/main" id="{1A330020-13B3-44FB-995E-D8A81B63F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TEST-064  |  Documento Nacional de Identidad (DNI): 10000063-P</a:t>
            </a:r>
          </a:p>
        </p:txBody>
      </p:sp>
      <p:sp>
        <p:nvSpPr>
          <p:cNvPr id="17" name="record-person-13-4">
            <a:extLst xmlns:a="http://schemas.openxmlformats.org/drawingml/2006/main">
              <a:ext uri="{FF2B5EF4-FFF2-40B4-BE49-F238E27FC236}">
                <a16:creationId xmlns:a16="http://schemas.microsoft.com/office/drawing/2014/main" id="{B241220C-575B-44B0-BF93-699BFCBC6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Paula Claudia Diaz  |  Physical Address: Calle Castillo Grande 3238, 18001 Granada, España</a:t>
            </a:r>
          </a:p>
        </p:txBody>
      </p:sp>
      <p:sp>
        <p:nvSpPr>
          <p:cNvPr id="18" name="record-evidence-13-4">
            <a:extLst xmlns:a="http://schemas.openxmlformats.org/drawingml/2006/main">
              <a:ext uri="{FF2B5EF4-FFF2-40B4-BE49-F238E27FC236}">
                <a16:creationId xmlns:a16="http://schemas.microsoft.com/office/drawing/2014/main" id="{80641294-AE45-4884-A353-4D6DF3244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Documento nacional de identidad; DNI; Ministerio del Interior</a:t>
            </a:r>
          </a:p>
        </p:txBody>
      </p:sp>
      <p:sp>
        <p:nvSpPr>
          <p:cNvPr id="19" name="record-panel-13-5">
            <a:extLst xmlns:a="http://schemas.openxmlformats.org/drawingml/2006/main">
              <a:ext uri="{FF2B5EF4-FFF2-40B4-BE49-F238E27FC236}">
                <a16:creationId xmlns:a16="http://schemas.microsoft.com/office/drawing/2014/main" id="{E866EC26-976A-432D-9616-B3D5F2093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13-5">
            <a:extLst xmlns:a="http://schemas.openxmlformats.org/drawingml/2006/main">
              <a:ext uri="{FF2B5EF4-FFF2-40B4-BE49-F238E27FC236}">
                <a16:creationId xmlns:a16="http://schemas.microsoft.com/office/drawing/2014/main" id="{1EDEBBD7-AD74-45C2-9FA1-F86F5EDC2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TEST-065  |  Documento Nacional de Identidad (DNI): 10000064-D</a:t>
            </a:r>
          </a:p>
        </p:txBody>
      </p:sp>
      <p:sp>
        <p:nvSpPr>
          <p:cNvPr id="21" name="record-person-13-5">
            <a:extLst xmlns:a="http://schemas.openxmlformats.org/drawingml/2006/main">
              <a:ext uri="{FF2B5EF4-FFF2-40B4-BE49-F238E27FC236}">
                <a16:creationId xmlns:a16="http://schemas.microsoft.com/office/drawing/2014/main" id="{6D4268D2-178F-428F-84A6-45E359E67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Daniel Elena Fernandez  |  Physical Address: Calle Encina Grande 3275, 48001 Bilbao, España</a:t>
            </a:r>
          </a:p>
        </p:txBody>
      </p:sp>
      <p:sp>
        <p:nvSpPr>
          <p:cNvPr id="22" name="record-evidence-13-5">
            <a:extLst xmlns:a="http://schemas.openxmlformats.org/drawingml/2006/main">
              <a:ext uri="{FF2B5EF4-FFF2-40B4-BE49-F238E27FC236}">
                <a16:creationId xmlns:a16="http://schemas.microsoft.com/office/drawing/2014/main" id="{FAD48DB5-9F1E-4E33-A2D3-2940F2DD9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Documento nacional de identidad; DNI; Ministerio del Interior</a:t>
            </a:r>
          </a:p>
        </p:txBody>
      </p:sp>
      <p:sp>
        <p:nvSpPr>
          <p:cNvPr id="23" name="footer-13">
            <a:extLst xmlns:a="http://schemas.openxmlformats.org/drawingml/2006/main">
              <a:ext uri="{FF2B5EF4-FFF2-40B4-BE49-F238E27FC236}">
                <a16:creationId xmlns:a16="http://schemas.microsoft.com/office/drawing/2014/main" id="{9EDCCE32-9F0C-4D9E-A15E-BD55A3CBA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Spain DNI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101786322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4">
            <a:extLst xmlns:a="http://schemas.openxmlformats.org/drawingml/2006/main">
              <a:ext uri="{FF2B5EF4-FFF2-40B4-BE49-F238E27FC236}">
                <a16:creationId xmlns:a16="http://schemas.microsoft.com/office/drawing/2014/main" id="{FCB6B125-0AF4-4825-BD2E-E900E25C8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Spanish National ID</a:t>
            </a:r>
          </a:p>
        </p:txBody>
      </p:sp>
      <p:sp>
        <p:nvSpPr>
          <p:cNvPr id="2" name="counter-14">
            <a:extLst xmlns:a="http://schemas.openxmlformats.org/drawingml/2006/main">
              <a:ext uri="{FF2B5EF4-FFF2-40B4-BE49-F238E27FC236}">
                <a16:creationId xmlns:a16="http://schemas.microsoft.com/office/drawing/2014/main" id="{A8A467BE-FE0F-4DD5-AFBE-58A8FFA12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66-70 of 150</a:t>
            </a:r>
          </a:p>
        </p:txBody>
      </p:sp>
      <p:sp>
        <p:nvSpPr>
          <p:cNvPr id="3" name="record-panel-14-1">
            <a:extLst xmlns:a="http://schemas.openxmlformats.org/drawingml/2006/main">
              <a:ext uri="{FF2B5EF4-FFF2-40B4-BE49-F238E27FC236}">
                <a16:creationId xmlns:a16="http://schemas.microsoft.com/office/drawing/2014/main" id="{071B9913-267C-4EEB-A679-13CBC04D9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14-1">
            <a:extLst xmlns:a="http://schemas.openxmlformats.org/drawingml/2006/main">
              <a:ext uri="{FF2B5EF4-FFF2-40B4-BE49-F238E27FC236}">
                <a16:creationId xmlns:a16="http://schemas.microsoft.com/office/drawing/2014/main" id="{9CECCCE1-238E-4646-8CA8-CD6014E15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TEST-066  |  Documento Nacional de Identidad (DNI): 10000065-X</a:t>
            </a:r>
          </a:p>
        </p:txBody>
      </p:sp>
      <p:sp>
        <p:nvSpPr>
          <p:cNvPr id="5" name="record-person-14-1">
            <a:extLst xmlns:a="http://schemas.openxmlformats.org/drawingml/2006/main">
              <a:ext uri="{FF2B5EF4-FFF2-40B4-BE49-F238E27FC236}">
                <a16:creationId xmlns:a16="http://schemas.microsoft.com/office/drawing/2014/main" id="{1AB6173F-656D-449D-94B7-3E9432B65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Martina Paula Romero  |  Physical Address: Calle Fuente Grande 3312, 14001 Cordoba, España</a:t>
            </a:r>
          </a:p>
        </p:txBody>
      </p:sp>
      <p:sp>
        <p:nvSpPr>
          <p:cNvPr id="6" name="record-evidence-14-1">
            <a:extLst xmlns:a="http://schemas.openxmlformats.org/drawingml/2006/main">
              <a:ext uri="{FF2B5EF4-FFF2-40B4-BE49-F238E27FC236}">
                <a16:creationId xmlns:a16="http://schemas.microsoft.com/office/drawing/2014/main" id="{9EB5AAAA-9158-4639-BD22-D56E996EA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Documento nacional de identidad; DNI; Ministerio del Interior</a:t>
            </a:r>
          </a:p>
        </p:txBody>
      </p:sp>
      <p:sp>
        <p:nvSpPr>
          <p:cNvPr id="7" name="record-panel-14-2">
            <a:extLst xmlns:a="http://schemas.openxmlformats.org/drawingml/2006/main">
              <a:ext uri="{FF2B5EF4-FFF2-40B4-BE49-F238E27FC236}">
                <a16:creationId xmlns:a16="http://schemas.microsoft.com/office/drawing/2014/main" id="{F3FBFE01-66BD-4014-9F29-DEFF9576B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14-2">
            <a:extLst xmlns:a="http://schemas.openxmlformats.org/drawingml/2006/main">
              <a:ext uri="{FF2B5EF4-FFF2-40B4-BE49-F238E27FC236}">
                <a16:creationId xmlns:a16="http://schemas.microsoft.com/office/drawing/2014/main" id="{FA3F5547-8F37-40F3-AF2D-BFECDD32A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TEST-067  |  Documento Nacional de Identidad (DNI): 10000066-B</a:t>
            </a:r>
          </a:p>
        </p:txBody>
      </p:sp>
      <p:sp>
        <p:nvSpPr>
          <p:cNvPr id="9" name="record-person-14-2">
            <a:extLst xmlns:a="http://schemas.openxmlformats.org/drawingml/2006/main">
              <a:ext uri="{FF2B5EF4-FFF2-40B4-BE49-F238E27FC236}">
                <a16:creationId xmlns:a16="http://schemas.microsoft.com/office/drawing/2014/main" id="{5DF55212-70DA-4465-A668-11833D38F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Mateo Lucia Perez  |  Physical Address: Calle Jazmin Grande 3349, 50001 Zaragoza, España</a:t>
            </a:r>
          </a:p>
        </p:txBody>
      </p:sp>
      <p:sp>
        <p:nvSpPr>
          <p:cNvPr id="10" name="record-evidence-14-2">
            <a:extLst xmlns:a="http://schemas.openxmlformats.org/drawingml/2006/main">
              <a:ext uri="{FF2B5EF4-FFF2-40B4-BE49-F238E27FC236}">
                <a16:creationId xmlns:a16="http://schemas.microsoft.com/office/drawing/2014/main" id="{878A3F2C-E524-496E-AD0A-D4FDC5029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Documento nacional de identidad; DNI; Ministerio del Interior</a:t>
            </a:r>
          </a:p>
        </p:txBody>
      </p:sp>
      <p:sp>
        <p:nvSpPr>
          <p:cNvPr id="11" name="record-panel-14-3">
            <a:extLst xmlns:a="http://schemas.openxmlformats.org/drawingml/2006/main">
              <a:ext uri="{FF2B5EF4-FFF2-40B4-BE49-F238E27FC236}">
                <a16:creationId xmlns:a16="http://schemas.microsoft.com/office/drawing/2014/main" id="{C2674C6B-1D68-48BF-AE13-233210F74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14-3">
            <a:extLst xmlns:a="http://schemas.openxmlformats.org/drawingml/2006/main">
              <a:ext uri="{FF2B5EF4-FFF2-40B4-BE49-F238E27FC236}">
                <a16:creationId xmlns:a16="http://schemas.microsoft.com/office/drawing/2014/main" id="{9AED819C-D40E-4194-84BB-645E654A7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TEST-068  |  Documento Nacional de Identidad (DNI): 10000067-N</a:t>
            </a:r>
          </a:p>
        </p:txBody>
      </p:sp>
      <p:sp>
        <p:nvSpPr>
          <p:cNvPr id="13" name="record-person-14-3">
            <a:extLst xmlns:a="http://schemas.openxmlformats.org/drawingml/2006/main">
              <a:ext uri="{FF2B5EF4-FFF2-40B4-BE49-F238E27FC236}">
                <a16:creationId xmlns:a16="http://schemas.microsoft.com/office/drawing/2014/main" id="{6D29D46F-2270-4B28-BA93-362EE4EF7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Sofia Claudia Navarro  |  Physical Address: Calle Laurel Grande 3386, 08002 Barcelona, España</a:t>
            </a:r>
          </a:p>
        </p:txBody>
      </p:sp>
      <p:sp>
        <p:nvSpPr>
          <p:cNvPr id="14" name="record-evidence-14-3">
            <a:extLst xmlns:a="http://schemas.openxmlformats.org/drawingml/2006/main">
              <a:ext uri="{FF2B5EF4-FFF2-40B4-BE49-F238E27FC236}">
                <a16:creationId xmlns:a16="http://schemas.microsoft.com/office/drawing/2014/main" id="{0DA45CDA-A243-4E81-A9ED-EC5594C4D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Documento nacional de identidad; DNI; Ministerio del Interior</a:t>
            </a:r>
          </a:p>
        </p:txBody>
      </p:sp>
      <p:sp>
        <p:nvSpPr>
          <p:cNvPr id="15" name="record-panel-14-4">
            <a:extLst xmlns:a="http://schemas.openxmlformats.org/drawingml/2006/main">
              <a:ext uri="{FF2B5EF4-FFF2-40B4-BE49-F238E27FC236}">
                <a16:creationId xmlns:a16="http://schemas.microsoft.com/office/drawing/2014/main" id="{15AE7624-828C-400B-B269-4CA732D73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14-4">
            <a:extLst xmlns:a="http://schemas.openxmlformats.org/drawingml/2006/main">
              <a:ext uri="{FF2B5EF4-FFF2-40B4-BE49-F238E27FC236}">
                <a16:creationId xmlns:a16="http://schemas.microsoft.com/office/drawing/2014/main" id="{6A527B45-43B8-4C0E-96E3-0E06AF373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TEST-069  |  Documento Nacional de Identidad (DNI): 10000068-J</a:t>
            </a:r>
          </a:p>
        </p:txBody>
      </p:sp>
      <p:sp>
        <p:nvSpPr>
          <p:cNvPr id="17" name="record-person-14-4">
            <a:extLst xmlns:a="http://schemas.openxmlformats.org/drawingml/2006/main">
              <a:ext uri="{FF2B5EF4-FFF2-40B4-BE49-F238E27FC236}">
                <a16:creationId xmlns:a16="http://schemas.microsoft.com/office/drawing/2014/main" id="{AB1C4A26-D245-4D33-99F0-A83A4FD29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Hugo Elena Jimenez  |  Physical Address: Calle Olivo Grande 3423, 30001 Murcia, España</a:t>
            </a:r>
          </a:p>
        </p:txBody>
      </p:sp>
      <p:sp>
        <p:nvSpPr>
          <p:cNvPr id="18" name="record-evidence-14-4">
            <a:extLst xmlns:a="http://schemas.openxmlformats.org/drawingml/2006/main">
              <a:ext uri="{FF2B5EF4-FFF2-40B4-BE49-F238E27FC236}">
                <a16:creationId xmlns:a16="http://schemas.microsoft.com/office/drawing/2014/main" id="{51E5873A-772A-41AE-B102-CB9E1BD05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Documento nacional de identidad; DNI; Ministerio del Interior</a:t>
            </a:r>
          </a:p>
        </p:txBody>
      </p:sp>
      <p:sp>
        <p:nvSpPr>
          <p:cNvPr id="19" name="record-panel-14-5">
            <a:extLst xmlns:a="http://schemas.openxmlformats.org/drawingml/2006/main">
              <a:ext uri="{FF2B5EF4-FFF2-40B4-BE49-F238E27FC236}">
                <a16:creationId xmlns:a16="http://schemas.microsoft.com/office/drawing/2014/main" id="{53E95AB5-A246-4A85-86C9-62BF689CC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14-5">
            <a:extLst xmlns:a="http://schemas.openxmlformats.org/drawingml/2006/main">
              <a:ext uri="{FF2B5EF4-FFF2-40B4-BE49-F238E27FC236}">
                <a16:creationId xmlns:a16="http://schemas.microsoft.com/office/drawing/2014/main" id="{E0C3D3D2-B1B3-4FC5-A59F-F4CE9B7C0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TEST-070  |  Documento Nacional de Identidad (DNI): 10000069-Z</a:t>
            </a:r>
          </a:p>
        </p:txBody>
      </p:sp>
      <p:sp>
        <p:nvSpPr>
          <p:cNvPr id="21" name="record-person-14-5">
            <a:extLst xmlns:a="http://schemas.openxmlformats.org/drawingml/2006/main">
              <a:ext uri="{FF2B5EF4-FFF2-40B4-BE49-F238E27FC236}">
                <a16:creationId xmlns:a16="http://schemas.microsoft.com/office/drawing/2014/main" id="{F1FB7299-6BA6-4671-952A-567F675CE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Lucia Paula Garcia  |  Physical Address: Calle Palmera Grande 3460, 41001 Sevilla, España</a:t>
            </a:r>
          </a:p>
        </p:txBody>
      </p:sp>
      <p:sp>
        <p:nvSpPr>
          <p:cNvPr id="22" name="record-evidence-14-5">
            <a:extLst xmlns:a="http://schemas.openxmlformats.org/drawingml/2006/main">
              <a:ext uri="{FF2B5EF4-FFF2-40B4-BE49-F238E27FC236}">
                <a16:creationId xmlns:a16="http://schemas.microsoft.com/office/drawing/2014/main" id="{BE0E0374-10C8-4608-B67A-236B4AC8B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Documento nacional de identidad; DNI; Ministerio del Interior</a:t>
            </a:r>
          </a:p>
        </p:txBody>
      </p:sp>
      <p:sp>
        <p:nvSpPr>
          <p:cNvPr id="23" name="footer-14">
            <a:extLst xmlns:a="http://schemas.openxmlformats.org/drawingml/2006/main">
              <a:ext uri="{FF2B5EF4-FFF2-40B4-BE49-F238E27FC236}">
                <a16:creationId xmlns:a16="http://schemas.microsoft.com/office/drawing/2014/main" id="{0C55D34C-C12E-4261-B30A-122D7B80C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Spain DNI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132864416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5">
            <a:extLst xmlns:a="http://schemas.openxmlformats.org/drawingml/2006/main">
              <a:ext uri="{FF2B5EF4-FFF2-40B4-BE49-F238E27FC236}">
                <a16:creationId xmlns:a16="http://schemas.microsoft.com/office/drawing/2014/main" id="{C098D834-FD40-4EC3-A9AE-90D80A006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Spanish National ID</a:t>
            </a:r>
          </a:p>
        </p:txBody>
      </p:sp>
      <p:sp>
        <p:nvSpPr>
          <p:cNvPr id="2" name="counter-15">
            <a:extLst xmlns:a="http://schemas.openxmlformats.org/drawingml/2006/main">
              <a:ext uri="{FF2B5EF4-FFF2-40B4-BE49-F238E27FC236}">
                <a16:creationId xmlns:a16="http://schemas.microsoft.com/office/drawing/2014/main" id="{CF02580F-614D-4CF2-B647-1E10F70D4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71-75 of 150</a:t>
            </a:r>
          </a:p>
        </p:txBody>
      </p:sp>
      <p:sp>
        <p:nvSpPr>
          <p:cNvPr id="3" name="record-panel-15-1">
            <a:extLst xmlns:a="http://schemas.openxmlformats.org/drawingml/2006/main">
              <a:ext uri="{FF2B5EF4-FFF2-40B4-BE49-F238E27FC236}">
                <a16:creationId xmlns:a16="http://schemas.microsoft.com/office/drawing/2014/main" id="{342330A8-A5FA-49D7-BA72-4D288DB07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15-1">
            <a:extLst xmlns:a="http://schemas.openxmlformats.org/drawingml/2006/main">
              <a:ext uri="{FF2B5EF4-FFF2-40B4-BE49-F238E27FC236}">
                <a16:creationId xmlns:a16="http://schemas.microsoft.com/office/drawing/2014/main" id="{31F84930-566F-4A80-A722-9D7A63693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TEST-071  |  Documento Nacional de Identidad (DNI): 10000070-S</a:t>
            </a:r>
          </a:p>
        </p:txBody>
      </p:sp>
      <p:sp>
        <p:nvSpPr>
          <p:cNvPr id="5" name="record-person-15-1">
            <a:extLst xmlns:a="http://schemas.openxmlformats.org/drawingml/2006/main">
              <a:ext uri="{FF2B5EF4-FFF2-40B4-BE49-F238E27FC236}">
                <a16:creationId xmlns:a16="http://schemas.microsoft.com/office/drawing/2014/main" id="{C6BCEB84-EE2B-48B6-B7EB-9855D3A95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Carlos Paula Diaz  |  Physical Address: Calle Prado Grande 3497, 47001 Valladolid, España</a:t>
            </a:r>
          </a:p>
        </p:txBody>
      </p:sp>
      <p:sp>
        <p:nvSpPr>
          <p:cNvPr id="6" name="record-evidence-15-1">
            <a:extLst xmlns:a="http://schemas.openxmlformats.org/drawingml/2006/main">
              <a:ext uri="{FF2B5EF4-FFF2-40B4-BE49-F238E27FC236}">
                <a16:creationId xmlns:a16="http://schemas.microsoft.com/office/drawing/2014/main" id="{B186CFCE-CD27-4FEC-B7EE-7DE537921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Documento nacional de identidad; DNI; Ministerio del Interior</a:t>
            </a:r>
          </a:p>
        </p:txBody>
      </p:sp>
      <p:sp>
        <p:nvSpPr>
          <p:cNvPr id="7" name="record-panel-15-2">
            <a:extLst xmlns:a="http://schemas.openxmlformats.org/drawingml/2006/main">
              <a:ext uri="{FF2B5EF4-FFF2-40B4-BE49-F238E27FC236}">
                <a16:creationId xmlns:a16="http://schemas.microsoft.com/office/drawing/2014/main" id="{2484F56E-9F52-48AB-AC8B-C0A3D227F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15-2">
            <a:extLst xmlns:a="http://schemas.openxmlformats.org/drawingml/2006/main">
              <a:ext uri="{FF2B5EF4-FFF2-40B4-BE49-F238E27FC236}">
                <a16:creationId xmlns:a16="http://schemas.microsoft.com/office/drawing/2014/main" id="{34CAD767-5BB7-4C57-8CCA-F9DD305C4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TEST-072  |  Documento Nacional de Identidad (DNI): 10000071-Q</a:t>
            </a:r>
          </a:p>
        </p:txBody>
      </p:sp>
      <p:sp>
        <p:nvSpPr>
          <p:cNvPr id="9" name="record-person-15-2">
            <a:extLst xmlns:a="http://schemas.openxmlformats.org/drawingml/2006/main">
              <a:ext uri="{FF2B5EF4-FFF2-40B4-BE49-F238E27FC236}">
                <a16:creationId xmlns:a16="http://schemas.microsoft.com/office/drawing/2014/main" id="{894564BD-EA8B-4B70-9268-57D4F64D9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Sara Sergio Fernandez  |  Physical Address: Calle Rosal Grande 3534, 29001 Malaga, España</a:t>
            </a:r>
          </a:p>
        </p:txBody>
      </p:sp>
      <p:sp>
        <p:nvSpPr>
          <p:cNvPr id="10" name="record-evidence-15-2">
            <a:extLst xmlns:a="http://schemas.openxmlformats.org/drawingml/2006/main">
              <a:ext uri="{FF2B5EF4-FFF2-40B4-BE49-F238E27FC236}">
                <a16:creationId xmlns:a16="http://schemas.microsoft.com/office/drawing/2014/main" id="{DEA72BD6-BBEB-4551-809C-89DBE1D25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Documento nacional de identidad; DNI; Ministerio del Interior</a:t>
            </a:r>
          </a:p>
        </p:txBody>
      </p:sp>
      <p:sp>
        <p:nvSpPr>
          <p:cNvPr id="11" name="record-panel-15-3">
            <a:extLst xmlns:a="http://schemas.openxmlformats.org/drawingml/2006/main">
              <a:ext uri="{FF2B5EF4-FFF2-40B4-BE49-F238E27FC236}">
                <a16:creationId xmlns:a16="http://schemas.microsoft.com/office/drawing/2014/main" id="{80D71998-2754-407B-8918-16B018EC6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15-3">
            <a:extLst xmlns:a="http://schemas.openxmlformats.org/drawingml/2006/main">
              <a:ext uri="{FF2B5EF4-FFF2-40B4-BE49-F238E27FC236}">
                <a16:creationId xmlns:a16="http://schemas.microsoft.com/office/drawing/2014/main" id="{6E2CBFE7-04F7-4EE7-AE00-33C39DFA3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TEST-073  |  Documento Nacional de Identidad (DNI): 10000072-V</a:t>
            </a:r>
          </a:p>
        </p:txBody>
      </p:sp>
      <p:sp>
        <p:nvSpPr>
          <p:cNvPr id="13" name="record-person-15-3">
            <a:extLst xmlns:a="http://schemas.openxmlformats.org/drawingml/2006/main">
              <a:ext uri="{FF2B5EF4-FFF2-40B4-BE49-F238E27FC236}">
                <a16:creationId xmlns:a16="http://schemas.microsoft.com/office/drawing/2014/main" id="{CB7BD6BA-4D82-4109-9C63-D3E9A8733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Ruben Diego Romero  |  Physical Address: Calle Alameda Nueva 3571, 28013 Madrid, España</a:t>
            </a:r>
          </a:p>
        </p:txBody>
      </p:sp>
      <p:sp>
        <p:nvSpPr>
          <p:cNvPr id="14" name="record-evidence-15-3">
            <a:extLst xmlns:a="http://schemas.openxmlformats.org/drawingml/2006/main">
              <a:ext uri="{FF2B5EF4-FFF2-40B4-BE49-F238E27FC236}">
                <a16:creationId xmlns:a16="http://schemas.microsoft.com/office/drawing/2014/main" id="{83D0A1B5-26F5-4DE1-A54E-676E1DAA8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Documento nacional de identidad; DNI; Ministerio del Interior</a:t>
            </a:r>
          </a:p>
        </p:txBody>
      </p:sp>
      <p:sp>
        <p:nvSpPr>
          <p:cNvPr id="15" name="record-panel-15-4">
            <a:extLst xmlns:a="http://schemas.openxmlformats.org/drawingml/2006/main">
              <a:ext uri="{FF2B5EF4-FFF2-40B4-BE49-F238E27FC236}">
                <a16:creationId xmlns:a16="http://schemas.microsoft.com/office/drawing/2014/main" id="{E9842069-8E3B-47C8-B4CF-3CE995C3F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15-4">
            <a:extLst xmlns:a="http://schemas.openxmlformats.org/drawingml/2006/main">
              <a:ext uri="{FF2B5EF4-FFF2-40B4-BE49-F238E27FC236}">
                <a16:creationId xmlns:a16="http://schemas.microsoft.com/office/drawing/2014/main" id="{B9A2BE2E-1EEA-4E4C-9112-E1AA69305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TEST-074  |  Documento Nacional de Identidad (DNI): 10000073-H</a:t>
            </a:r>
          </a:p>
        </p:txBody>
      </p:sp>
      <p:sp>
        <p:nvSpPr>
          <p:cNvPr id="17" name="record-person-15-4">
            <a:extLst xmlns:a="http://schemas.openxmlformats.org/drawingml/2006/main">
              <a:ext uri="{FF2B5EF4-FFF2-40B4-BE49-F238E27FC236}">
                <a16:creationId xmlns:a16="http://schemas.microsoft.com/office/drawing/2014/main" id="{A5EA9AEF-CB2C-40D6-83A9-11570D9DE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Irene Daniel Perez  |  Physical Address: Calle Almendro Nueva 3608, 03001 Alicante, España</a:t>
            </a:r>
          </a:p>
        </p:txBody>
      </p:sp>
      <p:sp>
        <p:nvSpPr>
          <p:cNvPr id="18" name="record-evidence-15-4">
            <a:extLst xmlns:a="http://schemas.openxmlformats.org/drawingml/2006/main">
              <a:ext uri="{FF2B5EF4-FFF2-40B4-BE49-F238E27FC236}">
                <a16:creationId xmlns:a16="http://schemas.microsoft.com/office/drawing/2014/main" id="{A6627374-E4B4-487B-B860-6D1341D96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Documento nacional de identidad; DNI; Ministerio del Interior</a:t>
            </a:r>
          </a:p>
        </p:txBody>
      </p:sp>
      <p:sp>
        <p:nvSpPr>
          <p:cNvPr id="19" name="record-panel-15-5">
            <a:extLst xmlns:a="http://schemas.openxmlformats.org/drawingml/2006/main">
              <a:ext uri="{FF2B5EF4-FFF2-40B4-BE49-F238E27FC236}">
                <a16:creationId xmlns:a16="http://schemas.microsoft.com/office/drawing/2014/main" id="{F90A149C-ECB4-4A9D-9999-003D0A72E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15-5">
            <a:extLst xmlns:a="http://schemas.openxmlformats.org/drawingml/2006/main">
              <a:ext uri="{FF2B5EF4-FFF2-40B4-BE49-F238E27FC236}">
                <a16:creationId xmlns:a16="http://schemas.microsoft.com/office/drawing/2014/main" id="{B0AAE86A-F13A-4F5F-95E6-103C68EF0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TEST-075  |  Documento Nacional de Identidad (DNI): 10000074-L</a:t>
            </a:r>
          </a:p>
        </p:txBody>
      </p:sp>
      <p:sp>
        <p:nvSpPr>
          <p:cNvPr id="21" name="record-person-15-5">
            <a:extLst xmlns:a="http://schemas.openxmlformats.org/drawingml/2006/main">
              <a:ext uri="{FF2B5EF4-FFF2-40B4-BE49-F238E27FC236}">
                <a16:creationId xmlns:a16="http://schemas.microsoft.com/office/drawing/2014/main" id="{B38FEAB6-19B2-41E6-954A-536F64AF6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Marco Carlos Navarro  |  Physical Address: Calle Azahar Nueva 3645, 46001 Valencia, España</a:t>
            </a:r>
          </a:p>
        </p:txBody>
      </p:sp>
      <p:sp>
        <p:nvSpPr>
          <p:cNvPr id="22" name="record-evidence-15-5">
            <a:extLst xmlns:a="http://schemas.openxmlformats.org/drawingml/2006/main">
              <a:ext uri="{FF2B5EF4-FFF2-40B4-BE49-F238E27FC236}">
                <a16:creationId xmlns:a16="http://schemas.microsoft.com/office/drawing/2014/main" id="{2D3EF6EE-28AA-4A5A-9ACA-55A3DBFC6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Documento nacional de identidad; DNI; Ministerio del Interior</a:t>
            </a:r>
          </a:p>
        </p:txBody>
      </p:sp>
      <p:sp>
        <p:nvSpPr>
          <p:cNvPr id="23" name="footer-15">
            <a:extLst xmlns:a="http://schemas.openxmlformats.org/drawingml/2006/main">
              <a:ext uri="{FF2B5EF4-FFF2-40B4-BE49-F238E27FC236}">
                <a16:creationId xmlns:a16="http://schemas.microsoft.com/office/drawing/2014/main" id="{7E8698DD-7D3F-48E1-926A-D07CED000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Spain DNI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21212287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6">
            <a:extLst xmlns:a="http://schemas.openxmlformats.org/drawingml/2006/main">
              <a:ext uri="{FF2B5EF4-FFF2-40B4-BE49-F238E27FC236}">
                <a16:creationId xmlns:a16="http://schemas.microsoft.com/office/drawing/2014/main" id="{5A70A4FF-5E63-4368-8439-8655EBF13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Spanish National ID</a:t>
            </a:r>
          </a:p>
        </p:txBody>
      </p:sp>
      <p:sp>
        <p:nvSpPr>
          <p:cNvPr id="2" name="counter-16">
            <a:extLst xmlns:a="http://schemas.openxmlformats.org/drawingml/2006/main">
              <a:ext uri="{FF2B5EF4-FFF2-40B4-BE49-F238E27FC236}">
                <a16:creationId xmlns:a16="http://schemas.microsoft.com/office/drawing/2014/main" id="{92ABA523-AC1A-416B-B511-508656D1E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76-80 of 150</a:t>
            </a:r>
          </a:p>
        </p:txBody>
      </p:sp>
      <p:sp>
        <p:nvSpPr>
          <p:cNvPr id="3" name="record-panel-16-1">
            <a:extLst xmlns:a="http://schemas.openxmlformats.org/drawingml/2006/main">
              <a:ext uri="{FF2B5EF4-FFF2-40B4-BE49-F238E27FC236}">
                <a16:creationId xmlns:a16="http://schemas.microsoft.com/office/drawing/2014/main" id="{7901365E-C1CB-43BD-97AE-878924FCF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16-1">
            <a:extLst xmlns:a="http://schemas.openxmlformats.org/drawingml/2006/main">
              <a:ext uri="{FF2B5EF4-FFF2-40B4-BE49-F238E27FC236}">
                <a16:creationId xmlns:a16="http://schemas.microsoft.com/office/drawing/2014/main" id="{948DA7AF-11AA-4216-8804-01E0ED122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TEST-076  |  Documento Nacional de Identidad (DNI): 10000075-C</a:t>
            </a:r>
          </a:p>
        </p:txBody>
      </p:sp>
      <p:sp>
        <p:nvSpPr>
          <p:cNvPr id="5" name="record-person-16-1">
            <a:extLst xmlns:a="http://schemas.openxmlformats.org/drawingml/2006/main">
              <a:ext uri="{FF2B5EF4-FFF2-40B4-BE49-F238E27FC236}">
                <a16:creationId xmlns:a16="http://schemas.microsoft.com/office/drawing/2014/main" id="{D31D6678-9555-41D7-8EBE-16180A108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Claudia Sergio Jimenez  |  Physical Address: Calle Castillo Nueva 3682, 18001 Granada, España</a:t>
            </a:r>
          </a:p>
        </p:txBody>
      </p:sp>
      <p:sp>
        <p:nvSpPr>
          <p:cNvPr id="6" name="record-evidence-16-1">
            <a:extLst xmlns:a="http://schemas.openxmlformats.org/drawingml/2006/main">
              <a:ext uri="{FF2B5EF4-FFF2-40B4-BE49-F238E27FC236}">
                <a16:creationId xmlns:a16="http://schemas.microsoft.com/office/drawing/2014/main" id="{677F3656-65F1-4A60-AEE4-8114ACE87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Documento nacional de identidad; DNI; Ministerio del Interior</a:t>
            </a:r>
          </a:p>
        </p:txBody>
      </p:sp>
      <p:sp>
        <p:nvSpPr>
          <p:cNvPr id="7" name="record-panel-16-2">
            <a:extLst xmlns:a="http://schemas.openxmlformats.org/drawingml/2006/main">
              <a:ext uri="{FF2B5EF4-FFF2-40B4-BE49-F238E27FC236}">
                <a16:creationId xmlns:a16="http://schemas.microsoft.com/office/drawing/2014/main" id="{6324D1E6-3168-4A82-8E85-47241D449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16-2">
            <a:extLst xmlns:a="http://schemas.openxmlformats.org/drawingml/2006/main">
              <a:ext uri="{FF2B5EF4-FFF2-40B4-BE49-F238E27FC236}">
                <a16:creationId xmlns:a16="http://schemas.microsoft.com/office/drawing/2014/main" id="{82017280-E69E-45DD-9110-E7793119D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TEST-077  |  Documento Nacional de Identidad (DNI): 10000076-K</a:t>
            </a:r>
          </a:p>
        </p:txBody>
      </p:sp>
      <p:sp>
        <p:nvSpPr>
          <p:cNvPr id="9" name="record-person-16-2">
            <a:extLst xmlns:a="http://schemas.openxmlformats.org/drawingml/2006/main">
              <a:ext uri="{FF2B5EF4-FFF2-40B4-BE49-F238E27FC236}">
                <a16:creationId xmlns:a16="http://schemas.microsoft.com/office/drawing/2014/main" id="{C3C94503-BDEB-489E-BF8A-66D8A67A8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Sergio Diego Garcia  |  Physical Address: Calle Encina Nueva 3719, 48001 Bilbao, España</a:t>
            </a:r>
          </a:p>
        </p:txBody>
      </p:sp>
      <p:sp>
        <p:nvSpPr>
          <p:cNvPr id="10" name="record-evidence-16-2">
            <a:extLst xmlns:a="http://schemas.openxmlformats.org/drawingml/2006/main">
              <a:ext uri="{FF2B5EF4-FFF2-40B4-BE49-F238E27FC236}">
                <a16:creationId xmlns:a16="http://schemas.microsoft.com/office/drawing/2014/main" id="{2A945BB2-A5C4-4F8E-A42C-2A1CA245E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Documento nacional de identidad; DNI; Ministerio del Interior</a:t>
            </a:r>
          </a:p>
        </p:txBody>
      </p:sp>
      <p:sp>
        <p:nvSpPr>
          <p:cNvPr id="11" name="record-panel-16-3">
            <a:extLst xmlns:a="http://schemas.openxmlformats.org/drawingml/2006/main">
              <a:ext uri="{FF2B5EF4-FFF2-40B4-BE49-F238E27FC236}">
                <a16:creationId xmlns:a16="http://schemas.microsoft.com/office/drawing/2014/main" id="{AAF02F7D-BFF5-4115-82FF-48BC356F8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16-3">
            <a:extLst xmlns:a="http://schemas.openxmlformats.org/drawingml/2006/main">
              <a:ext uri="{FF2B5EF4-FFF2-40B4-BE49-F238E27FC236}">
                <a16:creationId xmlns:a16="http://schemas.microsoft.com/office/drawing/2014/main" id="{EF3070CD-55FD-4973-8001-400812213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TEST-078  |  Documento Nacional de Identidad (DNI): 10000077-E</a:t>
            </a:r>
          </a:p>
        </p:txBody>
      </p:sp>
      <p:sp>
        <p:nvSpPr>
          <p:cNvPr id="13" name="record-person-16-3">
            <a:extLst xmlns:a="http://schemas.openxmlformats.org/drawingml/2006/main">
              <a:ext uri="{FF2B5EF4-FFF2-40B4-BE49-F238E27FC236}">
                <a16:creationId xmlns:a16="http://schemas.microsoft.com/office/drawing/2014/main" id="{014C5BE7-0F61-40F5-91E9-79130E979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Nora Daniel Moreno  |  Physical Address: Calle Fuente Nueva 3756, 14001 Cordoba, España</a:t>
            </a:r>
          </a:p>
        </p:txBody>
      </p:sp>
      <p:sp>
        <p:nvSpPr>
          <p:cNvPr id="14" name="record-evidence-16-3">
            <a:extLst xmlns:a="http://schemas.openxmlformats.org/drawingml/2006/main">
              <a:ext uri="{FF2B5EF4-FFF2-40B4-BE49-F238E27FC236}">
                <a16:creationId xmlns:a16="http://schemas.microsoft.com/office/drawing/2014/main" id="{61F9D81F-CA4A-42CA-98A9-448B8239B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Documento nacional de identidad; DNI; Ministerio del Interior</a:t>
            </a:r>
          </a:p>
        </p:txBody>
      </p:sp>
      <p:sp>
        <p:nvSpPr>
          <p:cNvPr id="15" name="record-panel-16-4">
            <a:extLst xmlns:a="http://schemas.openxmlformats.org/drawingml/2006/main">
              <a:ext uri="{FF2B5EF4-FFF2-40B4-BE49-F238E27FC236}">
                <a16:creationId xmlns:a16="http://schemas.microsoft.com/office/drawing/2014/main" id="{2FA9AFAA-F796-4CBA-A175-D11CF1EF7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16-4">
            <a:extLst xmlns:a="http://schemas.openxmlformats.org/drawingml/2006/main">
              <a:ext uri="{FF2B5EF4-FFF2-40B4-BE49-F238E27FC236}">
                <a16:creationId xmlns:a16="http://schemas.microsoft.com/office/drawing/2014/main" id="{2A38A72F-4416-4297-BC37-57BD38FF4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TEST-079  |  Documento Nacional de Identidad (DNI): 10000078-T</a:t>
            </a:r>
          </a:p>
        </p:txBody>
      </p:sp>
      <p:sp>
        <p:nvSpPr>
          <p:cNvPr id="17" name="record-person-16-4">
            <a:extLst xmlns:a="http://schemas.openxmlformats.org/drawingml/2006/main">
              <a:ext uri="{FF2B5EF4-FFF2-40B4-BE49-F238E27FC236}">
                <a16:creationId xmlns:a16="http://schemas.microsoft.com/office/drawing/2014/main" id="{F3AE2957-223B-413A-AACE-A5AEAD79D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Javier Carlos Fernandez  |  Physical Address: Calle Jazmin Nueva 3793, 50001 Zaragoza, España</a:t>
            </a:r>
          </a:p>
        </p:txBody>
      </p:sp>
      <p:sp>
        <p:nvSpPr>
          <p:cNvPr id="18" name="record-evidence-16-4">
            <a:extLst xmlns:a="http://schemas.openxmlformats.org/drawingml/2006/main">
              <a:ext uri="{FF2B5EF4-FFF2-40B4-BE49-F238E27FC236}">
                <a16:creationId xmlns:a16="http://schemas.microsoft.com/office/drawing/2014/main" id="{8BBE9060-DD96-47EE-B8D6-DA60CF795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Documento nacional de identidad; DNI; Ministerio del Interior</a:t>
            </a:r>
          </a:p>
        </p:txBody>
      </p:sp>
      <p:sp>
        <p:nvSpPr>
          <p:cNvPr id="19" name="record-panel-16-5">
            <a:extLst xmlns:a="http://schemas.openxmlformats.org/drawingml/2006/main">
              <a:ext uri="{FF2B5EF4-FFF2-40B4-BE49-F238E27FC236}">
                <a16:creationId xmlns:a16="http://schemas.microsoft.com/office/drawing/2014/main" id="{C37CD78C-6820-41F2-9428-C0BF750C3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16-5">
            <a:extLst xmlns:a="http://schemas.openxmlformats.org/drawingml/2006/main">
              <a:ext uri="{FF2B5EF4-FFF2-40B4-BE49-F238E27FC236}">
                <a16:creationId xmlns:a16="http://schemas.microsoft.com/office/drawing/2014/main" id="{3C757F14-65DC-46D1-84F0-CBF531F4E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TEST-080  |  Documento Nacional de Identidad (DNI): 10000079-R</a:t>
            </a:r>
          </a:p>
        </p:txBody>
      </p:sp>
      <p:sp>
        <p:nvSpPr>
          <p:cNvPr id="21" name="record-person-16-5">
            <a:extLst xmlns:a="http://schemas.openxmlformats.org/drawingml/2006/main">
              <a:ext uri="{FF2B5EF4-FFF2-40B4-BE49-F238E27FC236}">
                <a16:creationId xmlns:a16="http://schemas.microsoft.com/office/drawing/2014/main" id="{91DBFC12-2329-4FDA-AAA1-8EFDFC8ED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Alba Sergio Romero  |  Physical Address: Calle Laurel Nueva 3830, 08002 Barcelona, España</a:t>
            </a:r>
          </a:p>
        </p:txBody>
      </p:sp>
      <p:sp>
        <p:nvSpPr>
          <p:cNvPr id="22" name="record-evidence-16-5">
            <a:extLst xmlns:a="http://schemas.openxmlformats.org/drawingml/2006/main">
              <a:ext uri="{FF2B5EF4-FFF2-40B4-BE49-F238E27FC236}">
                <a16:creationId xmlns:a16="http://schemas.microsoft.com/office/drawing/2014/main" id="{D75EB09A-EB0B-4D76-9934-F769B183F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Documento nacional de identidad; DNI; Ministerio del Interior</a:t>
            </a:r>
          </a:p>
        </p:txBody>
      </p:sp>
      <p:sp>
        <p:nvSpPr>
          <p:cNvPr id="23" name="footer-16">
            <a:extLst xmlns:a="http://schemas.openxmlformats.org/drawingml/2006/main">
              <a:ext uri="{FF2B5EF4-FFF2-40B4-BE49-F238E27FC236}">
                <a16:creationId xmlns:a16="http://schemas.microsoft.com/office/drawing/2014/main" id="{432F28DC-34E3-4A49-849E-8726C6516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Spain DNI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115578420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7">
            <a:extLst xmlns:a="http://schemas.openxmlformats.org/drawingml/2006/main">
              <a:ext uri="{FF2B5EF4-FFF2-40B4-BE49-F238E27FC236}">
                <a16:creationId xmlns:a16="http://schemas.microsoft.com/office/drawing/2014/main" id="{692D0A68-0755-4141-B6CC-8A5AC222C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Spanish National ID</a:t>
            </a:r>
          </a:p>
        </p:txBody>
      </p:sp>
      <p:sp>
        <p:nvSpPr>
          <p:cNvPr id="2" name="counter-17">
            <a:extLst xmlns:a="http://schemas.openxmlformats.org/drawingml/2006/main">
              <a:ext uri="{FF2B5EF4-FFF2-40B4-BE49-F238E27FC236}">
                <a16:creationId xmlns:a16="http://schemas.microsoft.com/office/drawing/2014/main" id="{B614CB04-59F9-4416-BFB3-9025109DB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81-85 of 150</a:t>
            </a:r>
          </a:p>
        </p:txBody>
      </p:sp>
      <p:sp>
        <p:nvSpPr>
          <p:cNvPr id="3" name="record-panel-17-1">
            <a:extLst xmlns:a="http://schemas.openxmlformats.org/drawingml/2006/main">
              <a:ext uri="{FF2B5EF4-FFF2-40B4-BE49-F238E27FC236}">
                <a16:creationId xmlns:a16="http://schemas.microsoft.com/office/drawing/2014/main" id="{93C96BA4-11F1-447C-8CA8-EF5D2296F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17-1">
            <a:extLst xmlns:a="http://schemas.openxmlformats.org/drawingml/2006/main">
              <a:ext uri="{FF2B5EF4-FFF2-40B4-BE49-F238E27FC236}">
                <a16:creationId xmlns:a16="http://schemas.microsoft.com/office/drawing/2014/main" id="{6945DDD3-CB28-4B14-9037-95A0BF1C2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TEST-081  |  Documento Nacional de Identidad (DNI): 10000080-W</a:t>
            </a:r>
          </a:p>
        </p:txBody>
      </p:sp>
      <p:sp>
        <p:nvSpPr>
          <p:cNvPr id="5" name="record-person-17-1">
            <a:extLst xmlns:a="http://schemas.openxmlformats.org/drawingml/2006/main">
              <a:ext uri="{FF2B5EF4-FFF2-40B4-BE49-F238E27FC236}">
                <a16:creationId xmlns:a16="http://schemas.microsoft.com/office/drawing/2014/main" id="{76A57279-CD58-49B3-9253-AF9664473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Adrian Diego Perez  |  Physical Address: Calle Olivo Nueva 3867, 30001 Murcia, España</a:t>
            </a:r>
          </a:p>
        </p:txBody>
      </p:sp>
      <p:sp>
        <p:nvSpPr>
          <p:cNvPr id="6" name="record-evidence-17-1">
            <a:extLst xmlns:a="http://schemas.openxmlformats.org/drawingml/2006/main">
              <a:ext uri="{FF2B5EF4-FFF2-40B4-BE49-F238E27FC236}">
                <a16:creationId xmlns:a16="http://schemas.microsoft.com/office/drawing/2014/main" id="{14944CC3-45F2-4622-9B97-2D8ECA46C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Documento nacional de identidad; DNI; Ministerio del Interior</a:t>
            </a:r>
          </a:p>
        </p:txBody>
      </p:sp>
      <p:sp>
        <p:nvSpPr>
          <p:cNvPr id="7" name="record-panel-17-2">
            <a:extLst xmlns:a="http://schemas.openxmlformats.org/drawingml/2006/main">
              <a:ext uri="{FF2B5EF4-FFF2-40B4-BE49-F238E27FC236}">
                <a16:creationId xmlns:a16="http://schemas.microsoft.com/office/drawing/2014/main" id="{84545518-1FD8-4B5A-B10A-9B2EBFAAD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17-2">
            <a:extLst xmlns:a="http://schemas.openxmlformats.org/drawingml/2006/main">
              <a:ext uri="{FF2B5EF4-FFF2-40B4-BE49-F238E27FC236}">
                <a16:creationId xmlns:a16="http://schemas.microsoft.com/office/drawing/2014/main" id="{300BD57A-F72D-45EB-9930-EE2484EEC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TEST-082  |  Documento Nacional de Identidad (DNI): 10000081-A</a:t>
            </a:r>
          </a:p>
        </p:txBody>
      </p:sp>
      <p:sp>
        <p:nvSpPr>
          <p:cNvPr id="9" name="record-person-17-2">
            <a:extLst xmlns:a="http://schemas.openxmlformats.org/drawingml/2006/main">
              <a:ext uri="{FF2B5EF4-FFF2-40B4-BE49-F238E27FC236}">
                <a16:creationId xmlns:a16="http://schemas.microsoft.com/office/drawing/2014/main" id="{FC570E82-53D2-4B3C-AB60-05C38F37D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Elena Daniel Torres  |  Physical Address: Calle Palmera Nueva 3904, 41001 Sevilla, España</a:t>
            </a:r>
          </a:p>
        </p:txBody>
      </p:sp>
      <p:sp>
        <p:nvSpPr>
          <p:cNvPr id="10" name="record-evidence-17-2">
            <a:extLst xmlns:a="http://schemas.openxmlformats.org/drawingml/2006/main">
              <a:ext uri="{FF2B5EF4-FFF2-40B4-BE49-F238E27FC236}">
                <a16:creationId xmlns:a16="http://schemas.microsoft.com/office/drawing/2014/main" id="{2ED713DD-D0DF-4EC0-AD46-4582DAD3C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Documento nacional de identidad; DNI; Ministerio del Interior</a:t>
            </a:r>
          </a:p>
        </p:txBody>
      </p:sp>
      <p:sp>
        <p:nvSpPr>
          <p:cNvPr id="11" name="record-panel-17-3">
            <a:extLst xmlns:a="http://schemas.openxmlformats.org/drawingml/2006/main">
              <a:ext uri="{FF2B5EF4-FFF2-40B4-BE49-F238E27FC236}">
                <a16:creationId xmlns:a16="http://schemas.microsoft.com/office/drawing/2014/main" id="{5C5CF722-2745-425F-97B0-6D0C6DD85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17-3">
            <a:extLst xmlns:a="http://schemas.openxmlformats.org/drawingml/2006/main">
              <a:ext uri="{FF2B5EF4-FFF2-40B4-BE49-F238E27FC236}">
                <a16:creationId xmlns:a16="http://schemas.microsoft.com/office/drawing/2014/main" id="{06B98EB5-CAC3-4FD6-85DD-8DB134F79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TEST-083  |  Documento Nacional de Identidad (DNI): 10000082-G</a:t>
            </a:r>
          </a:p>
        </p:txBody>
      </p:sp>
      <p:sp>
        <p:nvSpPr>
          <p:cNvPr id="13" name="record-person-17-3">
            <a:extLst xmlns:a="http://schemas.openxmlformats.org/drawingml/2006/main">
              <a:ext uri="{FF2B5EF4-FFF2-40B4-BE49-F238E27FC236}">
                <a16:creationId xmlns:a16="http://schemas.microsoft.com/office/drawing/2014/main" id="{1311AE70-FBC8-498F-945E-BCA000381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Diego Carlos Jimenez  |  Physical Address: Calle Prado Nueva 3941, 47001 Valladolid, España</a:t>
            </a:r>
          </a:p>
        </p:txBody>
      </p:sp>
      <p:sp>
        <p:nvSpPr>
          <p:cNvPr id="14" name="record-evidence-17-3">
            <a:extLst xmlns:a="http://schemas.openxmlformats.org/drawingml/2006/main">
              <a:ext uri="{FF2B5EF4-FFF2-40B4-BE49-F238E27FC236}">
                <a16:creationId xmlns:a16="http://schemas.microsoft.com/office/drawing/2014/main" id="{DD89187A-2412-4F1A-BA26-4F54B31B9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Documento nacional de identidad; DNI; Ministerio del Interior</a:t>
            </a:r>
          </a:p>
        </p:txBody>
      </p:sp>
      <p:sp>
        <p:nvSpPr>
          <p:cNvPr id="15" name="record-panel-17-4">
            <a:extLst xmlns:a="http://schemas.openxmlformats.org/drawingml/2006/main">
              <a:ext uri="{FF2B5EF4-FFF2-40B4-BE49-F238E27FC236}">
                <a16:creationId xmlns:a16="http://schemas.microsoft.com/office/drawing/2014/main" id="{0802A661-8F85-403B-BA51-1AFDC9101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17-4">
            <a:extLst xmlns:a="http://schemas.openxmlformats.org/drawingml/2006/main">
              <a:ext uri="{FF2B5EF4-FFF2-40B4-BE49-F238E27FC236}">
                <a16:creationId xmlns:a16="http://schemas.microsoft.com/office/drawing/2014/main" id="{EFB51FD1-FB26-4F22-9D0A-FC40E3B58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TEST-084  |  Documento Nacional de Identidad (DNI): 10000083-M</a:t>
            </a:r>
          </a:p>
        </p:txBody>
      </p:sp>
      <p:sp>
        <p:nvSpPr>
          <p:cNvPr id="17" name="record-person-17-4">
            <a:extLst xmlns:a="http://schemas.openxmlformats.org/drawingml/2006/main">
              <a:ext uri="{FF2B5EF4-FFF2-40B4-BE49-F238E27FC236}">
                <a16:creationId xmlns:a16="http://schemas.microsoft.com/office/drawing/2014/main" id="{A0D35610-78DF-4869-B756-EC5A3FA94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Carmen Sergio Garcia  |  Physical Address: Calle Rosal Nueva 3978, 29001 Malaga, España</a:t>
            </a:r>
          </a:p>
        </p:txBody>
      </p:sp>
      <p:sp>
        <p:nvSpPr>
          <p:cNvPr id="18" name="record-evidence-17-4">
            <a:extLst xmlns:a="http://schemas.openxmlformats.org/drawingml/2006/main">
              <a:ext uri="{FF2B5EF4-FFF2-40B4-BE49-F238E27FC236}">
                <a16:creationId xmlns:a16="http://schemas.microsoft.com/office/drawing/2014/main" id="{A79BED8D-9566-45A0-981F-D25E2A8B0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Documento nacional de identidad; DNI; Ministerio del Interior</a:t>
            </a:r>
          </a:p>
        </p:txBody>
      </p:sp>
      <p:sp>
        <p:nvSpPr>
          <p:cNvPr id="19" name="record-panel-17-5">
            <a:extLst xmlns:a="http://schemas.openxmlformats.org/drawingml/2006/main">
              <a:ext uri="{FF2B5EF4-FFF2-40B4-BE49-F238E27FC236}">
                <a16:creationId xmlns:a16="http://schemas.microsoft.com/office/drawing/2014/main" id="{CB7EAF4C-966A-426C-ACB5-BF7FB72EE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17-5">
            <a:extLst xmlns:a="http://schemas.openxmlformats.org/drawingml/2006/main">
              <a:ext uri="{FF2B5EF4-FFF2-40B4-BE49-F238E27FC236}">
                <a16:creationId xmlns:a16="http://schemas.microsoft.com/office/drawing/2014/main" id="{D2E9A262-57FE-432B-86DA-029F37F21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TEST-085  |  Documento Nacional de Identidad (DNI): 10000084-Y</a:t>
            </a:r>
          </a:p>
        </p:txBody>
      </p:sp>
      <p:sp>
        <p:nvSpPr>
          <p:cNvPr id="21" name="record-person-17-5">
            <a:extLst xmlns:a="http://schemas.openxmlformats.org/drawingml/2006/main">
              <a:ext uri="{FF2B5EF4-FFF2-40B4-BE49-F238E27FC236}">
                <a16:creationId xmlns:a16="http://schemas.microsoft.com/office/drawing/2014/main" id="{B03A61BB-6026-4371-9D19-BB8B19289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Pablo Diego Moreno  |  Physical Address: Calle Alameda Real 4015, 28013 Madrid, España</a:t>
            </a:r>
          </a:p>
        </p:txBody>
      </p:sp>
      <p:sp>
        <p:nvSpPr>
          <p:cNvPr id="22" name="record-evidence-17-5">
            <a:extLst xmlns:a="http://schemas.openxmlformats.org/drawingml/2006/main">
              <a:ext uri="{FF2B5EF4-FFF2-40B4-BE49-F238E27FC236}">
                <a16:creationId xmlns:a16="http://schemas.microsoft.com/office/drawing/2014/main" id="{2CD31DEF-2CCD-4F88-B4F5-318DD04E2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Documento nacional de identidad; DNI; Ministerio del Interior</a:t>
            </a:r>
          </a:p>
        </p:txBody>
      </p:sp>
      <p:sp>
        <p:nvSpPr>
          <p:cNvPr id="23" name="footer-17">
            <a:extLst xmlns:a="http://schemas.openxmlformats.org/drawingml/2006/main">
              <a:ext uri="{FF2B5EF4-FFF2-40B4-BE49-F238E27FC236}">
                <a16:creationId xmlns:a16="http://schemas.microsoft.com/office/drawing/2014/main" id="{B55BDE7C-C014-4B86-9099-06B4BEE5A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Spain DNI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51696222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8">
            <a:extLst xmlns:a="http://schemas.openxmlformats.org/drawingml/2006/main">
              <a:ext uri="{FF2B5EF4-FFF2-40B4-BE49-F238E27FC236}">
                <a16:creationId xmlns:a16="http://schemas.microsoft.com/office/drawing/2014/main" id="{4E3B58FD-450A-49B7-9CA7-FCCEE8BB4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Spanish National ID</a:t>
            </a:r>
          </a:p>
        </p:txBody>
      </p:sp>
      <p:sp>
        <p:nvSpPr>
          <p:cNvPr id="2" name="counter-18">
            <a:extLst xmlns:a="http://schemas.openxmlformats.org/drawingml/2006/main">
              <a:ext uri="{FF2B5EF4-FFF2-40B4-BE49-F238E27FC236}">
                <a16:creationId xmlns:a16="http://schemas.microsoft.com/office/drawing/2014/main" id="{AF04959E-6157-4C7A-8649-FC96F631B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86-90 of 150</a:t>
            </a:r>
          </a:p>
        </p:txBody>
      </p:sp>
      <p:sp>
        <p:nvSpPr>
          <p:cNvPr id="3" name="record-panel-18-1">
            <a:extLst xmlns:a="http://schemas.openxmlformats.org/drawingml/2006/main">
              <a:ext uri="{FF2B5EF4-FFF2-40B4-BE49-F238E27FC236}">
                <a16:creationId xmlns:a16="http://schemas.microsoft.com/office/drawing/2014/main" id="{F7D9E78B-0C38-4B94-B005-671CE8B76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18-1">
            <a:extLst xmlns:a="http://schemas.openxmlformats.org/drawingml/2006/main">
              <a:ext uri="{FF2B5EF4-FFF2-40B4-BE49-F238E27FC236}">
                <a16:creationId xmlns:a16="http://schemas.microsoft.com/office/drawing/2014/main" id="{38511C30-AB32-45E8-9139-B2EE813E5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TEST-086  |  Documento Nacional de Identidad (DNI): 10000085-F</a:t>
            </a:r>
          </a:p>
        </p:txBody>
      </p:sp>
      <p:sp>
        <p:nvSpPr>
          <p:cNvPr id="5" name="record-person-18-1">
            <a:extLst xmlns:a="http://schemas.openxmlformats.org/drawingml/2006/main">
              <a:ext uri="{FF2B5EF4-FFF2-40B4-BE49-F238E27FC236}">
                <a16:creationId xmlns:a16="http://schemas.microsoft.com/office/drawing/2014/main" id="{50AC4733-5780-4FC9-92A9-CC943D5BD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Valeria Daniel Lopez  |  Physical Address: Calle Almendro Real 4052, 03001 Alicante, España</a:t>
            </a:r>
          </a:p>
        </p:txBody>
      </p:sp>
      <p:sp>
        <p:nvSpPr>
          <p:cNvPr id="6" name="record-evidence-18-1">
            <a:extLst xmlns:a="http://schemas.openxmlformats.org/drawingml/2006/main">
              <a:ext uri="{FF2B5EF4-FFF2-40B4-BE49-F238E27FC236}">
                <a16:creationId xmlns:a16="http://schemas.microsoft.com/office/drawing/2014/main" id="{31F65D60-7E0F-496A-9463-F5949F649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Documento nacional de identidad; DNI; Ministerio del Interior</a:t>
            </a:r>
          </a:p>
        </p:txBody>
      </p:sp>
      <p:sp>
        <p:nvSpPr>
          <p:cNvPr id="7" name="record-panel-18-2">
            <a:extLst xmlns:a="http://schemas.openxmlformats.org/drawingml/2006/main">
              <a:ext uri="{FF2B5EF4-FFF2-40B4-BE49-F238E27FC236}">
                <a16:creationId xmlns:a16="http://schemas.microsoft.com/office/drawing/2014/main" id="{178CF034-4786-4E32-B440-B7E29F284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18-2">
            <a:extLst xmlns:a="http://schemas.openxmlformats.org/drawingml/2006/main">
              <a:ext uri="{FF2B5EF4-FFF2-40B4-BE49-F238E27FC236}">
                <a16:creationId xmlns:a16="http://schemas.microsoft.com/office/drawing/2014/main" id="{D6A2935E-0A26-4BF8-936C-9B686D58E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TEST-087  |  Documento Nacional de Identidad (DNI): 10000086-P</a:t>
            </a:r>
          </a:p>
        </p:txBody>
      </p:sp>
      <p:sp>
        <p:nvSpPr>
          <p:cNvPr id="9" name="record-person-18-2">
            <a:extLst xmlns:a="http://schemas.openxmlformats.org/drawingml/2006/main">
              <a:ext uri="{FF2B5EF4-FFF2-40B4-BE49-F238E27FC236}">
                <a16:creationId xmlns:a16="http://schemas.microsoft.com/office/drawing/2014/main" id="{E5D76146-B5AA-426A-A278-7D8F7D7C2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Alejandro Carlos Romero  |  Physical Address: Calle Azahar Real 4089, 46001 Valencia, España</a:t>
            </a:r>
          </a:p>
        </p:txBody>
      </p:sp>
      <p:sp>
        <p:nvSpPr>
          <p:cNvPr id="10" name="record-evidence-18-2">
            <a:extLst xmlns:a="http://schemas.openxmlformats.org/drawingml/2006/main">
              <a:ext uri="{FF2B5EF4-FFF2-40B4-BE49-F238E27FC236}">
                <a16:creationId xmlns:a16="http://schemas.microsoft.com/office/drawing/2014/main" id="{CD80AE0F-24F5-4BB8-8957-849492517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Documento nacional de identidad; DNI; Ministerio del Interior</a:t>
            </a:r>
          </a:p>
        </p:txBody>
      </p:sp>
      <p:sp>
        <p:nvSpPr>
          <p:cNvPr id="11" name="record-panel-18-3">
            <a:extLst xmlns:a="http://schemas.openxmlformats.org/drawingml/2006/main">
              <a:ext uri="{FF2B5EF4-FFF2-40B4-BE49-F238E27FC236}">
                <a16:creationId xmlns:a16="http://schemas.microsoft.com/office/drawing/2014/main" id="{9572E535-D96C-4F59-B9D4-93685A32C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18-3">
            <a:extLst xmlns:a="http://schemas.openxmlformats.org/drawingml/2006/main">
              <a:ext uri="{FF2B5EF4-FFF2-40B4-BE49-F238E27FC236}">
                <a16:creationId xmlns:a16="http://schemas.microsoft.com/office/drawing/2014/main" id="{99EEADB6-B522-4603-8568-3DF3A6BCB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TEST-088  |  Documento Nacional de Identidad (DNI): 10000087-D</a:t>
            </a:r>
          </a:p>
        </p:txBody>
      </p:sp>
      <p:sp>
        <p:nvSpPr>
          <p:cNvPr id="13" name="record-person-18-3">
            <a:extLst xmlns:a="http://schemas.openxmlformats.org/drawingml/2006/main">
              <a:ext uri="{FF2B5EF4-FFF2-40B4-BE49-F238E27FC236}">
                <a16:creationId xmlns:a16="http://schemas.microsoft.com/office/drawing/2014/main" id="{7D60BEA2-4640-4C04-A1FD-F7728332A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Paula Sergio Perez  |  Physical Address: Calle Castillo Real 4126, 18001 Granada, España</a:t>
            </a:r>
          </a:p>
        </p:txBody>
      </p:sp>
      <p:sp>
        <p:nvSpPr>
          <p:cNvPr id="14" name="record-evidence-18-3">
            <a:extLst xmlns:a="http://schemas.openxmlformats.org/drawingml/2006/main">
              <a:ext uri="{FF2B5EF4-FFF2-40B4-BE49-F238E27FC236}">
                <a16:creationId xmlns:a16="http://schemas.microsoft.com/office/drawing/2014/main" id="{989823DF-2E1D-4194-9B6E-29F445CD5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Documento nacional de identidad; DNI; Ministerio del Interior</a:t>
            </a:r>
          </a:p>
        </p:txBody>
      </p:sp>
      <p:sp>
        <p:nvSpPr>
          <p:cNvPr id="15" name="record-panel-18-4">
            <a:extLst xmlns:a="http://schemas.openxmlformats.org/drawingml/2006/main">
              <a:ext uri="{FF2B5EF4-FFF2-40B4-BE49-F238E27FC236}">
                <a16:creationId xmlns:a16="http://schemas.microsoft.com/office/drawing/2014/main" id="{6F3E1A2F-5CF3-4FD2-9757-6001C3832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18-4">
            <a:extLst xmlns:a="http://schemas.openxmlformats.org/drawingml/2006/main">
              <a:ext uri="{FF2B5EF4-FFF2-40B4-BE49-F238E27FC236}">
                <a16:creationId xmlns:a16="http://schemas.microsoft.com/office/drawing/2014/main" id="{B5A0F94A-54E3-48B3-9FE8-21D71CBAD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TEST-089  |  Documento Nacional de Identidad (DNI): 10000088-X</a:t>
            </a:r>
          </a:p>
        </p:txBody>
      </p:sp>
      <p:sp>
        <p:nvSpPr>
          <p:cNvPr id="17" name="record-person-18-4">
            <a:extLst xmlns:a="http://schemas.openxmlformats.org/drawingml/2006/main">
              <a:ext uri="{FF2B5EF4-FFF2-40B4-BE49-F238E27FC236}">
                <a16:creationId xmlns:a16="http://schemas.microsoft.com/office/drawing/2014/main" id="{52F9B1FA-210E-43DE-BFCD-18BAFD393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Daniel Diego Torres  |  Physical Address: Calle Encina Real 4163, 48001 Bilbao, España</a:t>
            </a:r>
          </a:p>
        </p:txBody>
      </p:sp>
      <p:sp>
        <p:nvSpPr>
          <p:cNvPr id="18" name="record-evidence-18-4">
            <a:extLst xmlns:a="http://schemas.openxmlformats.org/drawingml/2006/main">
              <a:ext uri="{FF2B5EF4-FFF2-40B4-BE49-F238E27FC236}">
                <a16:creationId xmlns:a16="http://schemas.microsoft.com/office/drawing/2014/main" id="{0BC14DA6-337E-4838-B045-7D6E25163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Documento nacional de identidad; DNI; Ministerio del Interior</a:t>
            </a:r>
          </a:p>
        </p:txBody>
      </p:sp>
      <p:sp>
        <p:nvSpPr>
          <p:cNvPr id="19" name="record-panel-18-5">
            <a:extLst xmlns:a="http://schemas.openxmlformats.org/drawingml/2006/main">
              <a:ext uri="{FF2B5EF4-FFF2-40B4-BE49-F238E27FC236}">
                <a16:creationId xmlns:a16="http://schemas.microsoft.com/office/drawing/2014/main" id="{97B7C466-8DD3-4F11-96FA-A9051445F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18-5">
            <a:extLst xmlns:a="http://schemas.openxmlformats.org/drawingml/2006/main">
              <a:ext uri="{FF2B5EF4-FFF2-40B4-BE49-F238E27FC236}">
                <a16:creationId xmlns:a16="http://schemas.microsoft.com/office/drawing/2014/main" id="{496EE915-CEAE-4841-A529-9907C9CC4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TEST-090  |  Documento Nacional de Identidad (DNI): 10000089-B</a:t>
            </a:r>
          </a:p>
        </p:txBody>
      </p:sp>
      <p:sp>
        <p:nvSpPr>
          <p:cNvPr id="21" name="record-person-18-5">
            <a:extLst xmlns:a="http://schemas.openxmlformats.org/drawingml/2006/main">
              <a:ext uri="{FF2B5EF4-FFF2-40B4-BE49-F238E27FC236}">
                <a16:creationId xmlns:a16="http://schemas.microsoft.com/office/drawing/2014/main" id="{A431C3CF-1C60-4822-8C32-C8E524203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Martina Daniel Ruiz  |  Physical Address: Calle Fuente Real 4200, 14001 Cordoba, España</a:t>
            </a:r>
          </a:p>
        </p:txBody>
      </p:sp>
      <p:sp>
        <p:nvSpPr>
          <p:cNvPr id="22" name="record-evidence-18-5">
            <a:extLst xmlns:a="http://schemas.openxmlformats.org/drawingml/2006/main">
              <a:ext uri="{FF2B5EF4-FFF2-40B4-BE49-F238E27FC236}">
                <a16:creationId xmlns:a16="http://schemas.microsoft.com/office/drawing/2014/main" id="{E0577911-8739-4B5E-B60E-8B5CB71DA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Documento nacional de identidad; DNI; Ministerio del Interior</a:t>
            </a:r>
          </a:p>
        </p:txBody>
      </p:sp>
      <p:sp>
        <p:nvSpPr>
          <p:cNvPr id="23" name="footer-18">
            <a:extLst xmlns:a="http://schemas.openxmlformats.org/drawingml/2006/main">
              <a:ext uri="{FF2B5EF4-FFF2-40B4-BE49-F238E27FC236}">
                <a16:creationId xmlns:a16="http://schemas.microsoft.com/office/drawing/2014/main" id="{749E947F-AA9A-4FFA-9509-15CF0186E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Spain DNI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1154408253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9">
            <a:extLst xmlns:a="http://schemas.openxmlformats.org/drawingml/2006/main">
              <a:ext uri="{FF2B5EF4-FFF2-40B4-BE49-F238E27FC236}">
                <a16:creationId xmlns:a16="http://schemas.microsoft.com/office/drawing/2014/main" id="{292AE0E2-41FF-4C1E-BC3B-91FBC2A69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Spanish National ID</a:t>
            </a:r>
          </a:p>
        </p:txBody>
      </p:sp>
      <p:sp>
        <p:nvSpPr>
          <p:cNvPr id="2" name="counter-19">
            <a:extLst xmlns:a="http://schemas.openxmlformats.org/drawingml/2006/main">
              <a:ext uri="{FF2B5EF4-FFF2-40B4-BE49-F238E27FC236}">
                <a16:creationId xmlns:a16="http://schemas.microsoft.com/office/drawing/2014/main" id="{5236600E-0B57-4E99-B20C-A0870B3AF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91-95 of 150</a:t>
            </a:r>
          </a:p>
        </p:txBody>
      </p:sp>
      <p:sp>
        <p:nvSpPr>
          <p:cNvPr id="3" name="record-panel-19-1">
            <a:extLst xmlns:a="http://schemas.openxmlformats.org/drawingml/2006/main">
              <a:ext uri="{FF2B5EF4-FFF2-40B4-BE49-F238E27FC236}">
                <a16:creationId xmlns:a16="http://schemas.microsoft.com/office/drawing/2014/main" id="{C8DA7F5B-A101-4EFC-8836-746D63D68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19-1">
            <a:extLst xmlns:a="http://schemas.openxmlformats.org/drawingml/2006/main">
              <a:ext uri="{FF2B5EF4-FFF2-40B4-BE49-F238E27FC236}">
                <a16:creationId xmlns:a16="http://schemas.microsoft.com/office/drawing/2014/main" id="{FECD4B2B-8170-48DE-BA29-EC90B4E00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TEST-091  |  Documento Nacional de Identidad (DNI): 10000090-N</a:t>
            </a:r>
          </a:p>
        </p:txBody>
      </p:sp>
      <p:sp>
        <p:nvSpPr>
          <p:cNvPr id="5" name="record-person-19-1">
            <a:extLst xmlns:a="http://schemas.openxmlformats.org/drawingml/2006/main">
              <a:ext uri="{FF2B5EF4-FFF2-40B4-BE49-F238E27FC236}">
                <a16:creationId xmlns:a16="http://schemas.microsoft.com/office/drawing/2014/main" id="{FEB489FF-D4B9-408C-B9F7-0F9553EC4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Mateo Carlos Garcia  |  Physical Address: Calle Jazmin Real 4237, 50001 Zaragoza, España</a:t>
            </a:r>
          </a:p>
        </p:txBody>
      </p:sp>
      <p:sp>
        <p:nvSpPr>
          <p:cNvPr id="6" name="record-evidence-19-1">
            <a:extLst xmlns:a="http://schemas.openxmlformats.org/drawingml/2006/main">
              <a:ext uri="{FF2B5EF4-FFF2-40B4-BE49-F238E27FC236}">
                <a16:creationId xmlns:a16="http://schemas.microsoft.com/office/drawing/2014/main" id="{D2905929-D3DC-4BAD-9EDD-DDC1A27B8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Documento nacional de identidad; DNI; Ministerio del Interior</a:t>
            </a:r>
          </a:p>
        </p:txBody>
      </p:sp>
      <p:sp>
        <p:nvSpPr>
          <p:cNvPr id="7" name="record-panel-19-2">
            <a:extLst xmlns:a="http://schemas.openxmlformats.org/drawingml/2006/main">
              <a:ext uri="{FF2B5EF4-FFF2-40B4-BE49-F238E27FC236}">
                <a16:creationId xmlns:a16="http://schemas.microsoft.com/office/drawing/2014/main" id="{5720F5D3-CB95-4811-B372-FD592F299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19-2">
            <a:extLst xmlns:a="http://schemas.openxmlformats.org/drawingml/2006/main">
              <a:ext uri="{FF2B5EF4-FFF2-40B4-BE49-F238E27FC236}">
                <a16:creationId xmlns:a16="http://schemas.microsoft.com/office/drawing/2014/main" id="{A6632694-F9F3-4105-84AA-02D51E9DE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TEST-092  |  Documento Nacional de Identidad (DNI): 10000091-J</a:t>
            </a:r>
          </a:p>
        </p:txBody>
      </p:sp>
      <p:sp>
        <p:nvSpPr>
          <p:cNvPr id="9" name="record-person-19-2">
            <a:extLst xmlns:a="http://schemas.openxmlformats.org/drawingml/2006/main">
              <a:ext uri="{FF2B5EF4-FFF2-40B4-BE49-F238E27FC236}">
                <a16:creationId xmlns:a16="http://schemas.microsoft.com/office/drawing/2014/main" id="{4C43485E-933E-4486-82C5-F5BF7171E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Sofia Sergio Moreno  |  Physical Address: Calle Laurel Real 4274, 08002 Barcelona, España</a:t>
            </a:r>
          </a:p>
        </p:txBody>
      </p:sp>
      <p:sp>
        <p:nvSpPr>
          <p:cNvPr id="10" name="record-evidence-19-2">
            <a:extLst xmlns:a="http://schemas.openxmlformats.org/drawingml/2006/main">
              <a:ext uri="{FF2B5EF4-FFF2-40B4-BE49-F238E27FC236}">
                <a16:creationId xmlns:a16="http://schemas.microsoft.com/office/drawing/2014/main" id="{E5304D6C-D515-4AB9-BC10-CC8DD043E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Documento nacional de identidad; DNI; Ministerio del Interior</a:t>
            </a:r>
          </a:p>
        </p:txBody>
      </p:sp>
      <p:sp>
        <p:nvSpPr>
          <p:cNvPr id="11" name="record-panel-19-3">
            <a:extLst xmlns:a="http://schemas.openxmlformats.org/drawingml/2006/main">
              <a:ext uri="{FF2B5EF4-FFF2-40B4-BE49-F238E27FC236}">
                <a16:creationId xmlns:a16="http://schemas.microsoft.com/office/drawing/2014/main" id="{623E860F-36D9-4ABA-8F4D-892741144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19-3">
            <a:extLst xmlns:a="http://schemas.openxmlformats.org/drawingml/2006/main">
              <a:ext uri="{FF2B5EF4-FFF2-40B4-BE49-F238E27FC236}">
                <a16:creationId xmlns:a16="http://schemas.microsoft.com/office/drawing/2014/main" id="{8CC935C4-9DEE-47D1-BED8-323922DFE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TEST-093  |  Documento Nacional de Identidad (DNI): 10000092-Z</a:t>
            </a:r>
          </a:p>
        </p:txBody>
      </p:sp>
      <p:sp>
        <p:nvSpPr>
          <p:cNvPr id="13" name="record-person-19-3">
            <a:extLst xmlns:a="http://schemas.openxmlformats.org/drawingml/2006/main">
              <a:ext uri="{FF2B5EF4-FFF2-40B4-BE49-F238E27FC236}">
                <a16:creationId xmlns:a16="http://schemas.microsoft.com/office/drawing/2014/main" id="{8A0C448C-8850-4E82-AC08-ADF4930BC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Hugo Diego Lopez  |  Physical Address: Calle Olivo Real 4311, 30001 Murcia, España</a:t>
            </a:r>
          </a:p>
        </p:txBody>
      </p:sp>
      <p:sp>
        <p:nvSpPr>
          <p:cNvPr id="14" name="record-evidence-19-3">
            <a:extLst xmlns:a="http://schemas.openxmlformats.org/drawingml/2006/main">
              <a:ext uri="{FF2B5EF4-FFF2-40B4-BE49-F238E27FC236}">
                <a16:creationId xmlns:a16="http://schemas.microsoft.com/office/drawing/2014/main" id="{FFD79FA6-90D5-41D7-9D1A-9B32EC77F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Documento nacional de identidad; DNI; Ministerio del Interior</a:t>
            </a:r>
          </a:p>
        </p:txBody>
      </p:sp>
      <p:sp>
        <p:nvSpPr>
          <p:cNvPr id="15" name="record-panel-19-4">
            <a:extLst xmlns:a="http://schemas.openxmlformats.org/drawingml/2006/main">
              <a:ext uri="{FF2B5EF4-FFF2-40B4-BE49-F238E27FC236}">
                <a16:creationId xmlns:a16="http://schemas.microsoft.com/office/drawing/2014/main" id="{BD91C6B8-139A-4C8A-A054-D5CF1EDFC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19-4">
            <a:extLst xmlns:a="http://schemas.openxmlformats.org/drawingml/2006/main">
              <a:ext uri="{FF2B5EF4-FFF2-40B4-BE49-F238E27FC236}">
                <a16:creationId xmlns:a16="http://schemas.microsoft.com/office/drawing/2014/main" id="{78F25E31-72E2-45AC-B21D-C65B14DC1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TEST-094  |  Documento Nacional de Identidad (DNI): 10000093-S</a:t>
            </a:r>
          </a:p>
        </p:txBody>
      </p:sp>
      <p:sp>
        <p:nvSpPr>
          <p:cNvPr id="17" name="record-person-19-4">
            <a:extLst xmlns:a="http://schemas.openxmlformats.org/drawingml/2006/main">
              <a:ext uri="{FF2B5EF4-FFF2-40B4-BE49-F238E27FC236}">
                <a16:creationId xmlns:a16="http://schemas.microsoft.com/office/drawing/2014/main" id="{5B7FCE81-2D29-4650-9098-D3FD190FD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Lucia Daniel Alonso  |  Physical Address: Calle Palmera Real 4348, 41001 Sevilla, España</a:t>
            </a:r>
          </a:p>
        </p:txBody>
      </p:sp>
      <p:sp>
        <p:nvSpPr>
          <p:cNvPr id="18" name="record-evidence-19-4">
            <a:extLst xmlns:a="http://schemas.openxmlformats.org/drawingml/2006/main">
              <a:ext uri="{FF2B5EF4-FFF2-40B4-BE49-F238E27FC236}">
                <a16:creationId xmlns:a16="http://schemas.microsoft.com/office/drawing/2014/main" id="{2FAADF79-A832-4747-A94D-884EB88B6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Documento nacional de identidad; DNI; Ministerio del Interior</a:t>
            </a:r>
          </a:p>
        </p:txBody>
      </p:sp>
      <p:sp>
        <p:nvSpPr>
          <p:cNvPr id="19" name="record-panel-19-5">
            <a:extLst xmlns:a="http://schemas.openxmlformats.org/drawingml/2006/main">
              <a:ext uri="{FF2B5EF4-FFF2-40B4-BE49-F238E27FC236}">
                <a16:creationId xmlns:a16="http://schemas.microsoft.com/office/drawing/2014/main" id="{BEBDC679-3085-4E29-A844-DB7C62094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19-5">
            <a:extLst xmlns:a="http://schemas.openxmlformats.org/drawingml/2006/main">
              <a:ext uri="{FF2B5EF4-FFF2-40B4-BE49-F238E27FC236}">
                <a16:creationId xmlns:a16="http://schemas.microsoft.com/office/drawing/2014/main" id="{2A7CEC51-EC3D-43B2-B437-818BD7D83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TEST-095  |  Documento Nacional de Identidad (DNI): 10000094-Q</a:t>
            </a:r>
          </a:p>
        </p:txBody>
      </p:sp>
      <p:sp>
        <p:nvSpPr>
          <p:cNvPr id="21" name="record-person-19-5">
            <a:extLst xmlns:a="http://schemas.openxmlformats.org/drawingml/2006/main">
              <a:ext uri="{FF2B5EF4-FFF2-40B4-BE49-F238E27FC236}">
                <a16:creationId xmlns:a16="http://schemas.microsoft.com/office/drawing/2014/main" id="{EA39889A-8702-4B91-A38A-697E78AFD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Carlos Sara Perez  |  Physical Address: Calle Prado Real 4385, 47001 Valladolid, España</a:t>
            </a:r>
          </a:p>
        </p:txBody>
      </p:sp>
      <p:sp>
        <p:nvSpPr>
          <p:cNvPr id="22" name="record-evidence-19-5">
            <a:extLst xmlns:a="http://schemas.openxmlformats.org/drawingml/2006/main">
              <a:ext uri="{FF2B5EF4-FFF2-40B4-BE49-F238E27FC236}">
                <a16:creationId xmlns:a16="http://schemas.microsoft.com/office/drawing/2014/main" id="{82A8D96E-13C6-4607-8C2E-33B5DC622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Documento nacional de identidad; DNI; Ministerio del Interior</a:t>
            </a:r>
          </a:p>
        </p:txBody>
      </p:sp>
      <p:sp>
        <p:nvSpPr>
          <p:cNvPr id="23" name="footer-19">
            <a:extLst xmlns:a="http://schemas.openxmlformats.org/drawingml/2006/main">
              <a:ext uri="{FF2B5EF4-FFF2-40B4-BE49-F238E27FC236}">
                <a16:creationId xmlns:a16="http://schemas.microsoft.com/office/drawing/2014/main" id="{E965504F-3D4A-4F45-9ED0-F39BFC933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Spain DNI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1234351910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20">
            <a:extLst xmlns:a="http://schemas.openxmlformats.org/drawingml/2006/main">
              <a:ext uri="{FF2B5EF4-FFF2-40B4-BE49-F238E27FC236}">
                <a16:creationId xmlns:a16="http://schemas.microsoft.com/office/drawing/2014/main" id="{57A85246-692B-46F5-9C71-A009933B3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Spanish National ID</a:t>
            </a:r>
          </a:p>
        </p:txBody>
      </p:sp>
      <p:sp>
        <p:nvSpPr>
          <p:cNvPr id="2" name="counter-20">
            <a:extLst xmlns:a="http://schemas.openxmlformats.org/drawingml/2006/main">
              <a:ext uri="{FF2B5EF4-FFF2-40B4-BE49-F238E27FC236}">
                <a16:creationId xmlns:a16="http://schemas.microsoft.com/office/drawing/2014/main" id="{09F84174-25A6-44CF-8476-92F14C420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96-100 of 150</a:t>
            </a:r>
          </a:p>
        </p:txBody>
      </p:sp>
      <p:sp>
        <p:nvSpPr>
          <p:cNvPr id="3" name="record-panel-20-1">
            <a:extLst xmlns:a="http://schemas.openxmlformats.org/drawingml/2006/main">
              <a:ext uri="{FF2B5EF4-FFF2-40B4-BE49-F238E27FC236}">
                <a16:creationId xmlns:a16="http://schemas.microsoft.com/office/drawing/2014/main" id="{2EDECA82-DCE0-4C99-90E7-4C98738D7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20-1">
            <a:extLst xmlns:a="http://schemas.openxmlformats.org/drawingml/2006/main">
              <a:ext uri="{FF2B5EF4-FFF2-40B4-BE49-F238E27FC236}">
                <a16:creationId xmlns:a16="http://schemas.microsoft.com/office/drawing/2014/main" id="{CEBE234E-BFF8-4F4F-B4CF-3F6F0075E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TEST-096  |  Documento Nacional de Identidad (DNI): 10000095-V</a:t>
            </a:r>
          </a:p>
        </p:txBody>
      </p:sp>
      <p:sp>
        <p:nvSpPr>
          <p:cNvPr id="5" name="record-person-20-1">
            <a:extLst xmlns:a="http://schemas.openxmlformats.org/drawingml/2006/main">
              <a:ext uri="{FF2B5EF4-FFF2-40B4-BE49-F238E27FC236}">
                <a16:creationId xmlns:a16="http://schemas.microsoft.com/office/drawing/2014/main" id="{BA655854-8E29-4567-A79B-DF9E4A397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Sara Nora Torres  |  Physical Address: Calle Rosal Real 4422, 29001 Malaga, España</a:t>
            </a:r>
          </a:p>
        </p:txBody>
      </p:sp>
      <p:sp>
        <p:nvSpPr>
          <p:cNvPr id="6" name="record-evidence-20-1">
            <a:extLst xmlns:a="http://schemas.openxmlformats.org/drawingml/2006/main">
              <a:ext uri="{FF2B5EF4-FFF2-40B4-BE49-F238E27FC236}">
                <a16:creationId xmlns:a16="http://schemas.microsoft.com/office/drawing/2014/main" id="{3E1D0695-BB6F-4FCA-8082-6D2F9A688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Documento nacional de identidad; DNI; Ministerio del Interior</a:t>
            </a:r>
          </a:p>
        </p:txBody>
      </p:sp>
      <p:sp>
        <p:nvSpPr>
          <p:cNvPr id="7" name="record-panel-20-2">
            <a:extLst xmlns:a="http://schemas.openxmlformats.org/drawingml/2006/main">
              <a:ext uri="{FF2B5EF4-FFF2-40B4-BE49-F238E27FC236}">
                <a16:creationId xmlns:a16="http://schemas.microsoft.com/office/drawing/2014/main" id="{C8086BF3-3448-478F-8807-C0BBD6AA5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20-2">
            <a:extLst xmlns:a="http://schemas.openxmlformats.org/drawingml/2006/main">
              <a:ext uri="{FF2B5EF4-FFF2-40B4-BE49-F238E27FC236}">
                <a16:creationId xmlns:a16="http://schemas.microsoft.com/office/drawing/2014/main" id="{92CB8656-F942-4C56-A8C0-8A776E92D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TEST-097  |  Documento Nacional de Identidad (DNI): 10000096-H</a:t>
            </a:r>
          </a:p>
        </p:txBody>
      </p:sp>
      <p:sp>
        <p:nvSpPr>
          <p:cNvPr id="9" name="record-person-20-2">
            <a:extLst xmlns:a="http://schemas.openxmlformats.org/drawingml/2006/main">
              <a:ext uri="{FF2B5EF4-FFF2-40B4-BE49-F238E27FC236}">
                <a16:creationId xmlns:a16="http://schemas.microsoft.com/office/drawing/2014/main" id="{1D179669-3D7C-496A-96D0-2C77BFCE8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Ruben Carmen Ruiz  |  Physical Address: Calle Alameda Serena 4459, 28013 Madrid, España</a:t>
            </a:r>
          </a:p>
        </p:txBody>
      </p:sp>
      <p:sp>
        <p:nvSpPr>
          <p:cNvPr id="10" name="record-evidence-20-2">
            <a:extLst xmlns:a="http://schemas.openxmlformats.org/drawingml/2006/main">
              <a:ext uri="{FF2B5EF4-FFF2-40B4-BE49-F238E27FC236}">
                <a16:creationId xmlns:a16="http://schemas.microsoft.com/office/drawing/2014/main" id="{91675646-FA1A-4A48-94DE-0FCB6F97A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Documento nacional de identidad; DNI; Ministerio del Interior</a:t>
            </a:r>
          </a:p>
        </p:txBody>
      </p:sp>
      <p:sp>
        <p:nvSpPr>
          <p:cNvPr id="11" name="record-panel-20-3">
            <a:extLst xmlns:a="http://schemas.openxmlformats.org/drawingml/2006/main">
              <a:ext uri="{FF2B5EF4-FFF2-40B4-BE49-F238E27FC236}">
                <a16:creationId xmlns:a16="http://schemas.microsoft.com/office/drawing/2014/main" id="{CA9CDE84-098F-4052-8524-AFC608230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20-3">
            <a:extLst xmlns:a="http://schemas.openxmlformats.org/drawingml/2006/main">
              <a:ext uri="{FF2B5EF4-FFF2-40B4-BE49-F238E27FC236}">
                <a16:creationId xmlns:a16="http://schemas.microsoft.com/office/drawing/2014/main" id="{A46D2541-9320-4CDE-A3D3-AEDA579FA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TEST-098  |  Documento Nacional de Identidad (DNI): 10000097-L</a:t>
            </a:r>
          </a:p>
        </p:txBody>
      </p:sp>
      <p:sp>
        <p:nvSpPr>
          <p:cNvPr id="13" name="record-person-20-3">
            <a:extLst xmlns:a="http://schemas.openxmlformats.org/drawingml/2006/main">
              <a:ext uri="{FF2B5EF4-FFF2-40B4-BE49-F238E27FC236}">
                <a16:creationId xmlns:a16="http://schemas.microsoft.com/office/drawing/2014/main" id="{8CE25DDD-4ACE-402E-8437-C82A12B22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Irene Martina Rodriguez  |  Physical Address: Calle Almendro Serena 4496, 03001 Alicante, España</a:t>
            </a:r>
          </a:p>
        </p:txBody>
      </p:sp>
      <p:sp>
        <p:nvSpPr>
          <p:cNvPr id="14" name="record-evidence-20-3">
            <a:extLst xmlns:a="http://schemas.openxmlformats.org/drawingml/2006/main">
              <a:ext uri="{FF2B5EF4-FFF2-40B4-BE49-F238E27FC236}">
                <a16:creationId xmlns:a16="http://schemas.microsoft.com/office/drawing/2014/main" id="{6A68B849-89A5-48E9-98D7-7B507D860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Documento nacional de identidad; DNI; Ministerio del Interior</a:t>
            </a:r>
          </a:p>
        </p:txBody>
      </p:sp>
      <p:sp>
        <p:nvSpPr>
          <p:cNvPr id="15" name="record-panel-20-4">
            <a:extLst xmlns:a="http://schemas.openxmlformats.org/drawingml/2006/main">
              <a:ext uri="{FF2B5EF4-FFF2-40B4-BE49-F238E27FC236}">
                <a16:creationId xmlns:a16="http://schemas.microsoft.com/office/drawing/2014/main" id="{598E4CE4-A482-4F75-93D6-7630709C2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20-4">
            <a:extLst xmlns:a="http://schemas.openxmlformats.org/drawingml/2006/main">
              <a:ext uri="{FF2B5EF4-FFF2-40B4-BE49-F238E27FC236}">
                <a16:creationId xmlns:a16="http://schemas.microsoft.com/office/drawing/2014/main" id="{A38A3C90-AB22-4659-BB68-5F1B55258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TEST-099  |  Documento Nacional de Identidad (DNI): 10000098-C</a:t>
            </a:r>
          </a:p>
        </p:txBody>
      </p:sp>
      <p:sp>
        <p:nvSpPr>
          <p:cNvPr id="17" name="record-person-20-4">
            <a:extLst xmlns:a="http://schemas.openxmlformats.org/drawingml/2006/main">
              <a:ext uri="{FF2B5EF4-FFF2-40B4-BE49-F238E27FC236}">
                <a16:creationId xmlns:a16="http://schemas.microsoft.com/office/drawing/2014/main" id="{867B58DC-C1F9-4884-BE01-364F5BA64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Marco Sara Moreno  |  Physical Address: Calle Azahar Serena 4533, 46001 Valencia, España</a:t>
            </a:r>
          </a:p>
        </p:txBody>
      </p:sp>
      <p:sp>
        <p:nvSpPr>
          <p:cNvPr id="18" name="record-evidence-20-4">
            <a:extLst xmlns:a="http://schemas.openxmlformats.org/drawingml/2006/main">
              <a:ext uri="{FF2B5EF4-FFF2-40B4-BE49-F238E27FC236}">
                <a16:creationId xmlns:a16="http://schemas.microsoft.com/office/drawing/2014/main" id="{2D76BFB4-0F77-4B72-8A43-6B47B64D5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Documento nacional de identidad; DNI; Ministerio del Interior</a:t>
            </a:r>
          </a:p>
        </p:txBody>
      </p:sp>
      <p:sp>
        <p:nvSpPr>
          <p:cNvPr id="19" name="record-panel-20-5">
            <a:extLst xmlns:a="http://schemas.openxmlformats.org/drawingml/2006/main">
              <a:ext uri="{FF2B5EF4-FFF2-40B4-BE49-F238E27FC236}">
                <a16:creationId xmlns:a16="http://schemas.microsoft.com/office/drawing/2014/main" id="{11876E27-1D8F-41CA-9D79-BE3FE87DB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20-5">
            <a:extLst xmlns:a="http://schemas.openxmlformats.org/drawingml/2006/main">
              <a:ext uri="{FF2B5EF4-FFF2-40B4-BE49-F238E27FC236}">
                <a16:creationId xmlns:a16="http://schemas.microsoft.com/office/drawing/2014/main" id="{7DD8719B-CAD7-4DDF-8C0B-1115F01BA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TEST-100  |  Documento Nacional de Identidad (DNI): 10000099-K</a:t>
            </a:r>
          </a:p>
        </p:txBody>
      </p:sp>
      <p:sp>
        <p:nvSpPr>
          <p:cNvPr id="21" name="record-person-20-5">
            <a:extLst xmlns:a="http://schemas.openxmlformats.org/drawingml/2006/main">
              <a:ext uri="{FF2B5EF4-FFF2-40B4-BE49-F238E27FC236}">
                <a16:creationId xmlns:a16="http://schemas.microsoft.com/office/drawing/2014/main" id="{626DAC07-F2B2-420A-803F-754CBE9C8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Claudia Nora Lopez  |  Physical Address: Calle Castillo Serena 4570, 18001 Granada, España</a:t>
            </a:r>
          </a:p>
        </p:txBody>
      </p:sp>
      <p:sp>
        <p:nvSpPr>
          <p:cNvPr id="22" name="record-evidence-20-5">
            <a:extLst xmlns:a="http://schemas.openxmlformats.org/drawingml/2006/main">
              <a:ext uri="{FF2B5EF4-FFF2-40B4-BE49-F238E27FC236}">
                <a16:creationId xmlns:a16="http://schemas.microsoft.com/office/drawing/2014/main" id="{DF613EDF-3BEF-4027-9684-C52980AE6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Documento nacional de identidad; DNI; Ministerio del Interior</a:t>
            </a:r>
          </a:p>
        </p:txBody>
      </p:sp>
      <p:sp>
        <p:nvSpPr>
          <p:cNvPr id="23" name="footer-20">
            <a:extLst xmlns:a="http://schemas.openxmlformats.org/drawingml/2006/main">
              <a:ext uri="{FF2B5EF4-FFF2-40B4-BE49-F238E27FC236}">
                <a16:creationId xmlns:a16="http://schemas.microsoft.com/office/drawing/2014/main" id="{FF11251F-2B64-47B7-BF45-7E98B6957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Spain DNI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1856624839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21">
            <a:extLst xmlns:a="http://schemas.openxmlformats.org/drawingml/2006/main">
              <a:ext uri="{FF2B5EF4-FFF2-40B4-BE49-F238E27FC236}">
                <a16:creationId xmlns:a16="http://schemas.microsoft.com/office/drawing/2014/main" id="{99678D58-1EE8-4D63-B606-D333935A5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Spanish National ID</a:t>
            </a:r>
          </a:p>
        </p:txBody>
      </p:sp>
      <p:sp>
        <p:nvSpPr>
          <p:cNvPr id="2" name="counter-21">
            <a:extLst xmlns:a="http://schemas.openxmlformats.org/drawingml/2006/main">
              <a:ext uri="{FF2B5EF4-FFF2-40B4-BE49-F238E27FC236}">
                <a16:creationId xmlns:a16="http://schemas.microsoft.com/office/drawing/2014/main" id="{99417B73-DC8C-4869-BBBB-51099F2ED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116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101-105 of 150</a:t>
            </a:r>
          </a:p>
        </p:txBody>
      </p:sp>
      <p:sp>
        <p:nvSpPr>
          <p:cNvPr id="3" name="record-panel-21-1">
            <a:extLst xmlns:a="http://schemas.openxmlformats.org/drawingml/2006/main">
              <a:ext uri="{FF2B5EF4-FFF2-40B4-BE49-F238E27FC236}">
                <a16:creationId xmlns:a16="http://schemas.microsoft.com/office/drawing/2014/main" id="{4B0FBDE7-AD81-463E-9BAE-A5B8A0DAB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21-1">
            <a:extLst xmlns:a="http://schemas.openxmlformats.org/drawingml/2006/main">
              <a:ext uri="{FF2B5EF4-FFF2-40B4-BE49-F238E27FC236}">
                <a16:creationId xmlns:a16="http://schemas.microsoft.com/office/drawing/2014/main" id="{EA0C79C0-868F-4DEA-ADE9-BB67EA1ED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TEST-101  |  Documento Nacional de Identidad (DNI): 10000100-E</a:t>
            </a:r>
          </a:p>
        </p:txBody>
      </p:sp>
      <p:sp>
        <p:nvSpPr>
          <p:cNvPr id="5" name="record-person-21-1">
            <a:extLst xmlns:a="http://schemas.openxmlformats.org/drawingml/2006/main">
              <a:ext uri="{FF2B5EF4-FFF2-40B4-BE49-F238E27FC236}">
                <a16:creationId xmlns:a16="http://schemas.microsoft.com/office/drawing/2014/main" id="{4FEC091D-DF24-4FE8-A50E-1BDCF9F9B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Sergio Carmen Alonso  |  Physical Address: Calle Encina Serena 4607, 48001 Bilbao, España</a:t>
            </a:r>
          </a:p>
        </p:txBody>
      </p:sp>
      <p:sp>
        <p:nvSpPr>
          <p:cNvPr id="6" name="record-evidence-21-1">
            <a:extLst xmlns:a="http://schemas.openxmlformats.org/drawingml/2006/main">
              <a:ext uri="{FF2B5EF4-FFF2-40B4-BE49-F238E27FC236}">
                <a16:creationId xmlns:a16="http://schemas.microsoft.com/office/drawing/2014/main" id="{3473FEA0-3CE6-4028-A894-3EB510FC1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Documento nacional de identidad; DNI; Ministerio del Interior</a:t>
            </a:r>
          </a:p>
        </p:txBody>
      </p:sp>
      <p:sp>
        <p:nvSpPr>
          <p:cNvPr id="7" name="record-panel-21-2">
            <a:extLst xmlns:a="http://schemas.openxmlformats.org/drawingml/2006/main">
              <a:ext uri="{FF2B5EF4-FFF2-40B4-BE49-F238E27FC236}">
                <a16:creationId xmlns:a16="http://schemas.microsoft.com/office/drawing/2014/main" id="{90982065-9CFD-4D89-8ACA-531D59C48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21-2">
            <a:extLst xmlns:a="http://schemas.openxmlformats.org/drawingml/2006/main">
              <a:ext uri="{FF2B5EF4-FFF2-40B4-BE49-F238E27FC236}">
                <a16:creationId xmlns:a16="http://schemas.microsoft.com/office/drawing/2014/main" id="{28E690FF-6021-4FE2-A97B-456E1E785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TEST-102  |  Documento Nacional de Identidad (DNI): 10000101-T</a:t>
            </a:r>
          </a:p>
        </p:txBody>
      </p:sp>
      <p:sp>
        <p:nvSpPr>
          <p:cNvPr id="9" name="record-person-21-2">
            <a:extLst xmlns:a="http://schemas.openxmlformats.org/drawingml/2006/main">
              <a:ext uri="{FF2B5EF4-FFF2-40B4-BE49-F238E27FC236}">
                <a16:creationId xmlns:a16="http://schemas.microsoft.com/office/drawing/2014/main" id="{DE183A7B-D127-4223-A092-0B8BC209A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Nora Martina Gomez  |  Physical Address: Calle Fuente Serena 4644, 14001 Cordoba, España</a:t>
            </a:r>
          </a:p>
        </p:txBody>
      </p:sp>
      <p:sp>
        <p:nvSpPr>
          <p:cNvPr id="10" name="record-evidence-21-2">
            <a:extLst xmlns:a="http://schemas.openxmlformats.org/drawingml/2006/main">
              <a:ext uri="{FF2B5EF4-FFF2-40B4-BE49-F238E27FC236}">
                <a16:creationId xmlns:a16="http://schemas.microsoft.com/office/drawing/2014/main" id="{5D25B260-9686-4C85-9AE8-59C75CD33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Documento nacional de identidad; DNI; Ministerio del Interior</a:t>
            </a:r>
          </a:p>
        </p:txBody>
      </p:sp>
      <p:sp>
        <p:nvSpPr>
          <p:cNvPr id="11" name="record-panel-21-3">
            <a:extLst xmlns:a="http://schemas.openxmlformats.org/drawingml/2006/main">
              <a:ext uri="{FF2B5EF4-FFF2-40B4-BE49-F238E27FC236}">
                <a16:creationId xmlns:a16="http://schemas.microsoft.com/office/drawing/2014/main" id="{2BDCBC36-CDB7-4423-B052-0C09C8CB8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21-3">
            <a:extLst xmlns:a="http://schemas.openxmlformats.org/drawingml/2006/main">
              <a:ext uri="{FF2B5EF4-FFF2-40B4-BE49-F238E27FC236}">
                <a16:creationId xmlns:a16="http://schemas.microsoft.com/office/drawing/2014/main" id="{8ECA53C3-F6A0-45CA-9488-6D5DD196C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TEST-103  |  Documento Nacional de Identidad (DNI): 10000102-R</a:t>
            </a:r>
          </a:p>
        </p:txBody>
      </p:sp>
      <p:sp>
        <p:nvSpPr>
          <p:cNvPr id="13" name="record-person-21-3">
            <a:extLst xmlns:a="http://schemas.openxmlformats.org/drawingml/2006/main">
              <a:ext uri="{FF2B5EF4-FFF2-40B4-BE49-F238E27FC236}">
                <a16:creationId xmlns:a16="http://schemas.microsoft.com/office/drawing/2014/main" id="{DCC87330-CE89-44C4-961C-CD37015A3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Javier Sara Torres  |  Physical Address: Calle Jazmin Serena 4681, 50001 Zaragoza, España</a:t>
            </a:r>
          </a:p>
        </p:txBody>
      </p:sp>
      <p:sp>
        <p:nvSpPr>
          <p:cNvPr id="14" name="record-evidence-21-3">
            <a:extLst xmlns:a="http://schemas.openxmlformats.org/drawingml/2006/main">
              <a:ext uri="{FF2B5EF4-FFF2-40B4-BE49-F238E27FC236}">
                <a16:creationId xmlns:a16="http://schemas.microsoft.com/office/drawing/2014/main" id="{83601913-A93F-44C6-9471-ADBA06592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Documento nacional de identidad; DNI; Ministerio del Interior</a:t>
            </a:r>
          </a:p>
        </p:txBody>
      </p:sp>
      <p:sp>
        <p:nvSpPr>
          <p:cNvPr id="15" name="record-panel-21-4">
            <a:extLst xmlns:a="http://schemas.openxmlformats.org/drawingml/2006/main">
              <a:ext uri="{FF2B5EF4-FFF2-40B4-BE49-F238E27FC236}">
                <a16:creationId xmlns:a16="http://schemas.microsoft.com/office/drawing/2014/main" id="{1F3EC0B8-D112-4DE9-8A75-4DBE67FD2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21-4">
            <a:extLst xmlns:a="http://schemas.openxmlformats.org/drawingml/2006/main">
              <a:ext uri="{FF2B5EF4-FFF2-40B4-BE49-F238E27FC236}">
                <a16:creationId xmlns:a16="http://schemas.microsoft.com/office/drawing/2014/main" id="{56695670-FB67-4198-93CE-7F11A27CC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TEST-104  |  Documento Nacional de Identidad (DNI): 10000103-W</a:t>
            </a:r>
          </a:p>
        </p:txBody>
      </p:sp>
      <p:sp>
        <p:nvSpPr>
          <p:cNvPr id="17" name="record-person-21-4">
            <a:extLst xmlns:a="http://schemas.openxmlformats.org/drawingml/2006/main">
              <a:ext uri="{FF2B5EF4-FFF2-40B4-BE49-F238E27FC236}">
                <a16:creationId xmlns:a16="http://schemas.microsoft.com/office/drawing/2014/main" id="{E9454D65-FE9E-4465-967C-8D30BC1D9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Alba Nora Ruiz  |  Physical Address: Calle Laurel Serena 4718, 08002 Barcelona, España</a:t>
            </a:r>
          </a:p>
        </p:txBody>
      </p:sp>
      <p:sp>
        <p:nvSpPr>
          <p:cNvPr id="18" name="record-evidence-21-4">
            <a:extLst xmlns:a="http://schemas.openxmlformats.org/drawingml/2006/main">
              <a:ext uri="{FF2B5EF4-FFF2-40B4-BE49-F238E27FC236}">
                <a16:creationId xmlns:a16="http://schemas.microsoft.com/office/drawing/2014/main" id="{279A96D7-6940-4B86-8E01-B64483CAF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Documento nacional de identidad; DNI; Ministerio del Interior</a:t>
            </a:r>
          </a:p>
        </p:txBody>
      </p:sp>
      <p:sp>
        <p:nvSpPr>
          <p:cNvPr id="19" name="record-panel-21-5">
            <a:extLst xmlns:a="http://schemas.openxmlformats.org/drawingml/2006/main">
              <a:ext uri="{FF2B5EF4-FFF2-40B4-BE49-F238E27FC236}">
                <a16:creationId xmlns:a16="http://schemas.microsoft.com/office/drawing/2014/main" id="{9AD2589F-5AF9-4AAF-972E-AB1B387FF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21-5">
            <a:extLst xmlns:a="http://schemas.openxmlformats.org/drawingml/2006/main">
              <a:ext uri="{FF2B5EF4-FFF2-40B4-BE49-F238E27FC236}">
                <a16:creationId xmlns:a16="http://schemas.microsoft.com/office/drawing/2014/main" id="{F4FEFD34-5034-4801-98A6-BE7FEB860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TEST-105  |  Documento Nacional de Identidad (DNI): 10000104-A</a:t>
            </a:r>
          </a:p>
        </p:txBody>
      </p:sp>
      <p:sp>
        <p:nvSpPr>
          <p:cNvPr id="21" name="record-person-21-5">
            <a:extLst xmlns:a="http://schemas.openxmlformats.org/drawingml/2006/main">
              <a:ext uri="{FF2B5EF4-FFF2-40B4-BE49-F238E27FC236}">
                <a16:creationId xmlns:a16="http://schemas.microsoft.com/office/drawing/2014/main" id="{DCB2D754-A698-453D-A334-FB343B2AC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Adrian Carmen Rodriguez  |  Physical Address: Calle Olivo Serena 4755, 30001 Murcia, España</a:t>
            </a:r>
          </a:p>
        </p:txBody>
      </p:sp>
      <p:sp>
        <p:nvSpPr>
          <p:cNvPr id="22" name="record-evidence-21-5">
            <a:extLst xmlns:a="http://schemas.openxmlformats.org/drawingml/2006/main">
              <a:ext uri="{FF2B5EF4-FFF2-40B4-BE49-F238E27FC236}">
                <a16:creationId xmlns:a16="http://schemas.microsoft.com/office/drawing/2014/main" id="{54A901A0-CB89-41C7-9B87-671F48F65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Documento nacional de identidad; DNI; Ministerio del Interior</a:t>
            </a:r>
          </a:p>
        </p:txBody>
      </p:sp>
      <p:sp>
        <p:nvSpPr>
          <p:cNvPr id="23" name="footer-21">
            <a:extLst xmlns:a="http://schemas.openxmlformats.org/drawingml/2006/main">
              <a:ext uri="{FF2B5EF4-FFF2-40B4-BE49-F238E27FC236}">
                <a16:creationId xmlns:a16="http://schemas.microsoft.com/office/drawing/2014/main" id="{A56B95D6-82DD-4C76-B347-82C8F9921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Spain DNI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548157966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22">
            <a:extLst xmlns:a="http://schemas.openxmlformats.org/drawingml/2006/main">
              <a:ext uri="{FF2B5EF4-FFF2-40B4-BE49-F238E27FC236}">
                <a16:creationId xmlns:a16="http://schemas.microsoft.com/office/drawing/2014/main" id="{63EE4A53-CA13-4F3E-A9B1-154370A7B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Spanish National ID</a:t>
            </a:r>
          </a:p>
        </p:txBody>
      </p:sp>
      <p:sp>
        <p:nvSpPr>
          <p:cNvPr id="2" name="counter-22">
            <a:extLst xmlns:a="http://schemas.openxmlformats.org/drawingml/2006/main">
              <a:ext uri="{FF2B5EF4-FFF2-40B4-BE49-F238E27FC236}">
                <a16:creationId xmlns:a16="http://schemas.microsoft.com/office/drawing/2014/main" id="{DE28E02D-CB1B-4802-B865-DEEE76828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116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106-110 of 150</a:t>
            </a:r>
          </a:p>
        </p:txBody>
      </p:sp>
      <p:sp>
        <p:nvSpPr>
          <p:cNvPr id="3" name="record-panel-22-1">
            <a:extLst xmlns:a="http://schemas.openxmlformats.org/drawingml/2006/main">
              <a:ext uri="{FF2B5EF4-FFF2-40B4-BE49-F238E27FC236}">
                <a16:creationId xmlns:a16="http://schemas.microsoft.com/office/drawing/2014/main" id="{AB1C0531-50DE-4037-87BD-C434BD4EC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22-1">
            <a:extLst xmlns:a="http://schemas.openxmlformats.org/drawingml/2006/main">
              <a:ext uri="{FF2B5EF4-FFF2-40B4-BE49-F238E27FC236}">
                <a16:creationId xmlns:a16="http://schemas.microsoft.com/office/drawing/2014/main" id="{48F12EA5-502A-4A48-8284-04B21ADE7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TEST-106  |  Documento Nacional de Identidad (DNI): 10000105-G</a:t>
            </a:r>
          </a:p>
        </p:txBody>
      </p:sp>
      <p:sp>
        <p:nvSpPr>
          <p:cNvPr id="5" name="record-person-22-1">
            <a:extLst xmlns:a="http://schemas.openxmlformats.org/drawingml/2006/main">
              <a:ext uri="{FF2B5EF4-FFF2-40B4-BE49-F238E27FC236}">
                <a16:creationId xmlns:a16="http://schemas.microsoft.com/office/drawing/2014/main" id="{8F32ECB1-9729-4854-A042-5B018454D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Elena Martina Munoz  |  Physical Address: Calle Palmera Serena 4792, 41001 Sevilla, España</a:t>
            </a:r>
          </a:p>
        </p:txBody>
      </p:sp>
      <p:sp>
        <p:nvSpPr>
          <p:cNvPr id="6" name="record-evidence-22-1">
            <a:extLst xmlns:a="http://schemas.openxmlformats.org/drawingml/2006/main">
              <a:ext uri="{FF2B5EF4-FFF2-40B4-BE49-F238E27FC236}">
                <a16:creationId xmlns:a16="http://schemas.microsoft.com/office/drawing/2014/main" id="{117CCC16-5CAE-4388-90AE-22E180FA0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Documento nacional de identidad; DNI; Ministerio del Interior</a:t>
            </a:r>
          </a:p>
        </p:txBody>
      </p:sp>
      <p:sp>
        <p:nvSpPr>
          <p:cNvPr id="7" name="record-panel-22-2">
            <a:extLst xmlns:a="http://schemas.openxmlformats.org/drawingml/2006/main">
              <a:ext uri="{FF2B5EF4-FFF2-40B4-BE49-F238E27FC236}">
                <a16:creationId xmlns:a16="http://schemas.microsoft.com/office/drawing/2014/main" id="{B74120EF-EE7E-4FA8-9FE0-D3417EAAE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22-2">
            <a:extLst xmlns:a="http://schemas.openxmlformats.org/drawingml/2006/main">
              <a:ext uri="{FF2B5EF4-FFF2-40B4-BE49-F238E27FC236}">
                <a16:creationId xmlns:a16="http://schemas.microsoft.com/office/drawing/2014/main" id="{41A66641-DF20-49AF-B8CD-6EEE4F453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TEST-107  |  Documento Nacional de Identidad (DNI): 10000106-M</a:t>
            </a:r>
          </a:p>
        </p:txBody>
      </p:sp>
      <p:sp>
        <p:nvSpPr>
          <p:cNvPr id="9" name="record-person-22-2">
            <a:extLst xmlns:a="http://schemas.openxmlformats.org/drawingml/2006/main">
              <a:ext uri="{FF2B5EF4-FFF2-40B4-BE49-F238E27FC236}">
                <a16:creationId xmlns:a16="http://schemas.microsoft.com/office/drawing/2014/main" id="{53611D1B-A1EC-4FE1-A8E2-AF3615DFB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Diego Sara Lopez  |  Physical Address: Calle Prado Serena 4829, 47001 Valladolid, España</a:t>
            </a:r>
          </a:p>
        </p:txBody>
      </p:sp>
      <p:sp>
        <p:nvSpPr>
          <p:cNvPr id="10" name="record-evidence-22-2">
            <a:extLst xmlns:a="http://schemas.openxmlformats.org/drawingml/2006/main">
              <a:ext uri="{FF2B5EF4-FFF2-40B4-BE49-F238E27FC236}">
                <a16:creationId xmlns:a16="http://schemas.microsoft.com/office/drawing/2014/main" id="{312921D5-455C-4BC3-A1E8-47C4DB465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Documento nacional de identidad; DNI; Ministerio del Interior</a:t>
            </a:r>
          </a:p>
        </p:txBody>
      </p:sp>
      <p:sp>
        <p:nvSpPr>
          <p:cNvPr id="11" name="record-panel-22-3">
            <a:extLst xmlns:a="http://schemas.openxmlformats.org/drawingml/2006/main">
              <a:ext uri="{FF2B5EF4-FFF2-40B4-BE49-F238E27FC236}">
                <a16:creationId xmlns:a16="http://schemas.microsoft.com/office/drawing/2014/main" id="{2317369A-1510-482A-B864-0ABA7FD4D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22-3">
            <a:extLst xmlns:a="http://schemas.openxmlformats.org/drawingml/2006/main">
              <a:ext uri="{FF2B5EF4-FFF2-40B4-BE49-F238E27FC236}">
                <a16:creationId xmlns:a16="http://schemas.microsoft.com/office/drawing/2014/main" id="{2B120E2B-8D7C-4AFB-BE68-3E88A17C7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TEST-108  |  Documento Nacional de Identidad (DNI): 10000107-Y</a:t>
            </a:r>
          </a:p>
        </p:txBody>
      </p:sp>
      <p:sp>
        <p:nvSpPr>
          <p:cNvPr id="13" name="record-person-22-3">
            <a:extLst xmlns:a="http://schemas.openxmlformats.org/drawingml/2006/main">
              <a:ext uri="{FF2B5EF4-FFF2-40B4-BE49-F238E27FC236}">
                <a16:creationId xmlns:a16="http://schemas.microsoft.com/office/drawing/2014/main" id="{94A30057-B098-47E6-AD79-C3C16E031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Carmen Nora Alonso  |  Physical Address: Calle Rosal Serena 4866, 29001 Malaga, España</a:t>
            </a:r>
          </a:p>
        </p:txBody>
      </p:sp>
      <p:sp>
        <p:nvSpPr>
          <p:cNvPr id="14" name="record-evidence-22-3">
            <a:extLst xmlns:a="http://schemas.openxmlformats.org/drawingml/2006/main">
              <a:ext uri="{FF2B5EF4-FFF2-40B4-BE49-F238E27FC236}">
                <a16:creationId xmlns:a16="http://schemas.microsoft.com/office/drawing/2014/main" id="{CAC04BD0-E544-4A98-8E73-4AA8450E3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Documento nacional de identidad; DNI; Ministerio del Interior</a:t>
            </a:r>
          </a:p>
        </p:txBody>
      </p:sp>
      <p:sp>
        <p:nvSpPr>
          <p:cNvPr id="15" name="record-panel-22-4">
            <a:extLst xmlns:a="http://schemas.openxmlformats.org/drawingml/2006/main">
              <a:ext uri="{FF2B5EF4-FFF2-40B4-BE49-F238E27FC236}">
                <a16:creationId xmlns:a16="http://schemas.microsoft.com/office/drawing/2014/main" id="{6275D925-53A8-49F3-8CC0-5B9437BAD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22-4">
            <a:extLst xmlns:a="http://schemas.openxmlformats.org/drawingml/2006/main">
              <a:ext uri="{FF2B5EF4-FFF2-40B4-BE49-F238E27FC236}">
                <a16:creationId xmlns:a16="http://schemas.microsoft.com/office/drawing/2014/main" id="{535DAB8A-3253-4F8B-AE88-E4A8F9A6B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TEST-109  |  Documento Nacional de Identidad (DNI): 10000108-F</a:t>
            </a:r>
          </a:p>
        </p:txBody>
      </p:sp>
      <p:sp>
        <p:nvSpPr>
          <p:cNvPr id="17" name="record-person-22-4">
            <a:extLst xmlns:a="http://schemas.openxmlformats.org/drawingml/2006/main">
              <a:ext uri="{FF2B5EF4-FFF2-40B4-BE49-F238E27FC236}">
                <a16:creationId xmlns:a16="http://schemas.microsoft.com/office/drawing/2014/main" id="{6956A04B-A95C-407A-844D-E88A456C0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Pablo Carmen Gomez  |  Physical Address: Calle Alameda Sur 4903, 28013 Madrid, España</a:t>
            </a:r>
          </a:p>
        </p:txBody>
      </p:sp>
      <p:sp>
        <p:nvSpPr>
          <p:cNvPr id="18" name="record-evidence-22-4">
            <a:extLst xmlns:a="http://schemas.openxmlformats.org/drawingml/2006/main">
              <a:ext uri="{FF2B5EF4-FFF2-40B4-BE49-F238E27FC236}">
                <a16:creationId xmlns:a16="http://schemas.microsoft.com/office/drawing/2014/main" id="{7C5F4C22-FC12-42DC-A12C-A387D8D2F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Documento nacional de identidad; DNI; Ministerio del Interior</a:t>
            </a:r>
          </a:p>
        </p:txBody>
      </p:sp>
      <p:sp>
        <p:nvSpPr>
          <p:cNvPr id="19" name="record-panel-22-5">
            <a:extLst xmlns:a="http://schemas.openxmlformats.org/drawingml/2006/main">
              <a:ext uri="{FF2B5EF4-FFF2-40B4-BE49-F238E27FC236}">
                <a16:creationId xmlns:a16="http://schemas.microsoft.com/office/drawing/2014/main" id="{2C74BA11-F810-4CF6-A818-24C0476EE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22-5">
            <a:extLst xmlns:a="http://schemas.openxmlformats.org/drawingml/2006/main">
              <a:ext uri="{FF2B5EF4-FFF2-40B4-BE49-F238E27FC236}">
                <a16:creationId xmlns:a16="http://schemas.microsoft.com/office/drawing/2014/main" id="{1B39ED3B-EDD7-4D92-8016-6C3C88648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TEST-110  |  Documento Nacional de Identidad (DNI): 10000109-P</a:t>
            </a:r>
          </a:p>
        </p:txBody>
      </p:sp>
      <p:sp>
        <p:nvSpPr>
          <p:cNvPr id="21" name="record-person-22-5">
            <a:extLst xmlns:a="http://schemas.openxmlformats.org/drawingml/2006/main">
              <a:ext uri="{FF2B5EF4-FFF2-40B4-BE49-F238E27FC236}">
                <a16:creationId xmlns:a16="http://schemas.microsoft.com/office/drawing/2014/main" id="{566A6506-44DC-4D1C-A5CA-613071324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Valeria Martina Dominguez  |  Physical Address: Calle Almendro Sur 4940, 03001 Alicante, España</a:t>
            </a:r>
          </a:p>
        </p:txBody>
      </p:sp>
      <p:sp>
        <p:nvSpPr>
          <p:cNvPr id="22" name="record-evidence-22-5">
            <a:extLst xmlns:a="http://schemas.openxmlformats.org/drawingml/2006/main">
              <a:ext uri="{FF2B5EF4-FFF2-40B4-BE49-F238E27FC236}">
                <a16:creationId xmlns:a16="http://schemas.microsoft.com/office/drawing/2014/main" id="{0C3DF3AD-DA10-42C3-8C10-5FF3D9794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Documento nacional de identidad; DNI; Ministerio del Interior</a:t>
            </a:r>
          </a:p>
        </p:txBody>
      </p:sp>
      <p:sp>
        <p:nvSpPr>
          <p:cNvPr id="23" name="footer-22">
            <a:extLst xmlns:a="http://schemas.openxmlformats.org/drawingml/2006/main">
              <a:ext uri="{FF2B5EF4-FFF2-40B4-BE49-F238E27FC236}">
                <a16:creationId xmlns:a16="http://schemas.microsoft.com/office/drawing/2014/main" id="{C7F9FDAD-7EC8-4022-8B6B-B5D09C893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Spain DNI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1245266439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23">
            <a:extLst xmlns:a="http://schemas.openxmlformats.org/drawingml/2006/main">
              <a:ext uri="{FF2B5EF4-FFF2-40B4-BE49-F238E27FC236}">
                <a16:creationId xmlns:a16="http://schemas.microsoft.com/office/drawing/2014/main" id="{7462AB7F-F728-4AED-9D7B-284A6DBD3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Spanish National ID</a:t>
            </a:r>
          </a:p>
        </p:txBody>
      </p:sp>
      <p:sp>
        <p:nvSpPr>
          <p:cNvPr id="2" name="counter-23">
            <a:extLst xmlns:a="http://schemas.openxmlformats.org/drawingml/2006/main">
              <a:ext uri="{FF2B5EF4-FFF2-40B4-BE49-F238E27FC236}">
                <a16:creationId xmlns:a16="http://schemas.microsoft.com/office/drawing/2014/main" id="{9382883A-C292-42E8-BFA8-482B6FD65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116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111-115 of 150</a:t>
            </a:r>
          </a:p>
        </p:txBody>
      </p:sp>
      <p:sp>
        <p:nvSpPr>
          <p:cNvPr id="3" name="record-panel-23-1">
            <a:extLst xmlns:a="http://schemas.openxmlformats.org/drawingml/2006/main">
              <a:ext uri="{FF2B5EF4-FFF2-40B4-BE49-F238E27FC236}">
                <a16:creationId xmlns:a16="http://schemas.microsoft.com/office/drawing/2014/main" id="{A774E80C-80E3-446D-9B51-99041531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23-1">
            <a:extLst xmlns:a="http://schemas.openxmlformats.org/drawingml/2006/main">
              <a:ext uri="{FF2B5EF4-FFF2-40B4-BE49-F238E27FC236}">
                <a16:creationId xmlns:a16="http://schemas.microsoft.com/office/drawing/2014/main" id="{BFA4F902-7FE8-4C0B-8A99-428039FD1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TEST-111  |  Documento Nacional de Identidad (DNI): 10000110-D</a:t>
            </a:r>
          </a:p>
        </p:txBody>
      </p:sp>
      <p:sp>
        <p:nvSpPr>
          <p:cNvPr id="5" name="record-person-23-1">
            <a:extLst xmlns:a="http://schemas.openxmlformats.org/drawingml/2006/main">
              <a:ext uri="{FF2B5EF4-FFF2-40B4-BE49-F238E27FC236}">
                <a16:creationId xmlns:a16="http://schemas.microsoft.com/office/drawing/2014/main" id="{7A72922E-C2E2-4283-BCF9-F0ADA1BC4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Alejandro Sara Ruiz  |  Physical Address: Calle Azahar Sur 4977, 46001 Valencia, España</a:t>
            </a:r>
          </a:p>
        </p:txBody>
      </p:sp>
      <p:sp>
        <p:nvSpPr>
          <p:cNvPr id="6" name="record-evidence-23-1">
            <a:extLst xmlns:a="http://schemas.openxmlformats.org/drawingml/2006/main">
              <a:ext uri="{FF2B5EF4-FFF2-40B4-BE49-F238E27FC236}">
                <a16:creationId xmlns:a16="http://schemas.microsoft.com/office/drawing/2014/main" id="{C51CF2D5-6409-4E31-BBF1-C8D0C2494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Documento nacional de identidad; DNI; Ministerio del Interior</a:t>
            </a:r>
          </a:p>
        </p:txBody>
      </p:sp>
      <p:sp>
        <p:nvSpPr>
          <p:cNvPr id="7" name="record-panel-23-2">
            <a:extLst xmlns:a="http://schemas.openxmlformats.org/drawingml/2006/main">
              <a:ext uri="{FF2B5EF4-FFF2-40B4-BE49-F238E27FC236}">
                <a16:creationId xmlns:a16="http://schemas.microsoft.com/office/drawing/2014/main" id="{8961E759-6C94-4F43-AC6B-48E3D3F91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23-2">
            <a:extLst xmlns:a="http://schemas.openxmlformats.org/drawingml/2006/main">
              <a:ext uri="{FF2B5EF4-FFF2-40B4-BE49-F238E27FC236}">
                <a16:creationId xmlns:a16="http://schemas.microsoft.com/office/drawing/2014/main" id="{DAFFF89A-08F1-4037-A4F1-46F444485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TEST-112  |  Documento Nacional de Identidad (DNI): 10000111-X</a:t>
            </a:r>
          </a:p>
        </p:txBody>
      </p:sp>
      <p:sp>
        <p:nvSpPr>
          <p:cNvPr id="9" name="record-person-23-2">
            <a:extLst xmlns:a="http://schemas.openxmlformats.org/drawingml/2006/main">
              <a:ext uri="{FF2B5EF4-FFF2-40B4-BE49-F238E27FC236}">
                <a16:creationId xmlns:a16="http://schemas.microsoft.com/office/drawing/2014/main" id="{FE65E01D-F54E-4849-B348-D773BFC86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Paula Nora Rodriguez  |  Physical Address: Calle Castillo Sur 5014, 18001 Granada, España</a:t>
            </a:r>
          </a:p>
        </p:txBody>
      </p:sp>
      <p:sp>
        <p:nvSpPr>
          <p:cNvPr id="10" name="record-evidence-23-2">
            <a:extLst xmlns:a="http://schemas.openxmlformats.org/drawingml/2006/main">
              <a:ext uri="{FF2B5EF4-FFF2-40B4-BE49-F238E27FC236}">
                <a16:creationId xmlns:a16="http://schemas.microsoft.com/office/drawing/2014/main" id="{9416C5D6-C8BE-4454-B000-FB4E50BE7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Documento nacional de identidad; DNI; Ministerio del Interior</a:t>
            </a:r>
          </a:p>
        </p:txBody>
      </p:sp>
      <p:sp>
        <p:nvSpPr>
          <p:cNvPr id="11" name="record-panel-23-3">
            <a:extLst xmlns:a="http://schemas.openxmlformats.org/drawingml/2006/main">
              <a:ext uri="{FF2B5EF4-FFF2-40B4-BE49-F238E27FC236}">
                <a16:creationId xmlns:a16="http://schemas.microsoft.com/office/drawing/2014/main" id="{407607A9-F5F9-413F-9510-58E3FEA86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23-3">
            <a:extLst xmlns:a="http://schemas.openxmlformats.org/drawingml/2006/main">
              <a:ext uri="{FF2B5EF4-FFF2-40B4-BE49-F238E27FC236}">
                <a16:creationId xmlns:a16="http://schemas.microsoft.com/office/drawing/2014/main" id="{FF098D0A-DE92-4BC4-B366-A84B10E0E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TEST-113  |  Documento Nacional de Identidad (DNI): 10000112-B</a:t>
            </a:r>
          </a:p>
        </p:txBody>
      </p:sp>
      <p:sp>
        <p:nvSpPr>
          <p:cNvPr id="13" name="record-person-23-3">
            <a:extLst xmlns:a="http://schemas.openxmlformats.org/drawingml/2006/main">
              <a:ext uri="{FF2B5EF4-FFF2-40B4-BE49-F238E27FC236}">
                <a16:creationId xmlns:a16="http://schemas.microsoft.com/office/drawing/2014/main" id="{ACC665B9-7F27-4BBC-A043-BA8BE8A3A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Daniel Carmen Munoz  |  Physical Address: Calle Encina Sur 5051, 48001 Bilbao, España</a:t>
            </a:r>
          </a:p>
        </p:txBody>
      </p:sp>
      <p:sp>
        <p:nvSpPr>
          <p:cNvPr id="14" name="record-evidence-23-3">
            <a:extLst xmlns:a="http://schemas.openxmlformats.org/drawingml/2006/main">
              <a:ext uri="{FF2B5EF4-FFF2-40B4-BE49-F238E27FC236}">
                <a16:creationId xmlns:a16="http://schemas.microsoft.com/office/drawing/2014/main" id="{F426F0BC-1E79-41CD-8C77-0E1003A92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Documento nacional de identidad; DNI; Ministerio del Interior</a:t>
            </a:r>
          </a:p>
        </p:txBody>
      </p:sp>
      <p:sp>
        <p:nvSpPr>
          <p:cNvPr id="15" name="record-panel-23-4">
            <a:extLst xmlns:a="http://schemas.openxmlformats.org/drawingml/2006/main">
              <a:ext uri="{FF2B5EF4-FFF2-40B4-BE49-F238E27FC236}">
                <a16:creationId xmlns:a16="http://schemas.microsoft.com/office/drawing/2014/main" id="{281C2A02-C6BC-4BD1-BA6C-29AAE8E12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23-4">
            <a:extLst xmlns:a="http://schemas.openxmlformats.org/drawingml/2006/main">
              <a:ext uri="{FF2B5EF4-FFF2-40B4-BE49-F238E27FC236}">
                <a16:creationId xmlns:a16="http://schemas.microsoft.com/office/drawing/2014/main" id="{DA059C68-2DEF-4364-BCAC-C5AF39E85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TEST-114  |  Documento Nacional de Identidad (DNI): 10000113-N</a:t>
            </a:r>
          </a:p>
        </p:txBody>
      </p:sp>
      <p:sp>
        <p:nvSpPr>
          <p:cNvPr id="17" name="record-person-23-4">
            <a:extLst xmlns:a="http://schemas.openxmlformats.org/drawingml/2006/main">
              <a:ext uri="{FF2B5EF4-FFF2-40B4-BE49-F238E27FC236}">
                <a16:creationId xmlns:a16="http://schemas.microsoft.com/office/drawing/2014/main" id="{E50682A4-8951-4725-A9F3-B1C67B3DF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Martina Diego Martinez  |  Physical Address: Calle Fuente Sur 5088, 14001 Cordoba, España</a:t>
            </a:r>
          </a:p>
        </p:txBody>
      </p:sp>
      <p:sp>
        <p:nvSpPr>
          <p:cNvPr id="18" name="record-evidence-23-4">
            <a:extLst xmlns:a="http://schemas.openxmlformats.org/drawingml/2006/main">
              <a:ext uri="{FF2B5EF4-FFF2-40B4-BE49-F238E27FC236}">
                <a16:creationId xmlns:a16="http://schemas.microsoft.com/office/drawing/2014/main" id="{392AF2CA-030C-479B-875F-32222AD89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Documento nacional de identidad; DNI; Ministerio del Interior</a:t>
            </a:r>
          </a:p>
        </p:txBody>
      </p:sp>
      <p:sp>
        <p:nvSpPr>
          <p:cNvPr id="19" name="record-panel-23-5">
            <a:extLst xmlns:a="http://schemas.openxmlformats.org/drawingml/2006/main">
              <a:ext uri="{FF2B5EF4-FFF2-40B4-BE49-F238E27FC236}">
                <a16:creationId xmlns:a16="http://schemas.microsoft.com/office/drawing/2014/main" id="{A8372A44-3B45-4EF3-B0B1-96AFDFC9C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23-5">
            <a:extLst xmlns:a="http://schemas.openxmlformats.org/drawingml/2006/main">
              <a:ext uri="{FF2B5EF4-FFF2-40B4-BE49-F238E27FC236}">
                <a16:creationId xmlns:a16="http://schemas.microsoft.com/office/drawing/2014/main" id="{4C689FB1-EF9D-4245-ACBF-AE3189473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TEST-115  |  Documento Nacional de Identidad (DNI): 10000114-J</a:t>
            </a:r>
          </a:p>
        </p:txBody>
      </p:sp>
      <p:sp>
        <p:nvSpPr>
          <p:cNvPr id="21" name="record-person-23-5">
            <a:extLst xmlns:a="http://schemas.openxmlformats.org/drawingml/2006/main">
              <a:ext uri="{FF2B5EF4-FFF2-40B4-BE49-F238E27FC236}">
                <a16:creationId xmlns:a16="http://schemas.microsoft.com/office/drawing/2014/main" id="{DC227F6A-3187-42E7-9AAD-1D9491D30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Mateo Sara Alonso  |  Physical Address: Calle Jazmin Sur 5125, 50001 Zaragoza, España</a:t>
            </a:r>
          </a:p>
        </p:txBody>
      </p:sp>
      <p:sp>
        <p:nvSpPr>
          <p:cNvPr id="22" name="record-evidence-23-5">
            <a:extLst xmlns:a="http://schemas.openxmlformats.org/drawingml/2006/main">
              <a:ext uri="{FF2B5EF4-FFF2-40B4-BE49-F238E27FC236}">
                <a16:creationId xmlns:a16="http://schemas.microsoft.com/office/drawing/2014/main" id="{488C133F-05CE-4FF6-86AB-AEFB59D8D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Documento nacional de identidad; DNI; Ministerio del Interior</a:t>
            </a:r>
          </a:p>
        </p:txBody>
      </p:sp>
      <p:sp>
        <p:nvSpPr>
          <p:cNvPr id="23" name="footer-23">
            <a:extLst xmlns:a="http://schemas.openxmlformats.org/drawingml/2006/main">
              <a:ext uri="{FF2B5EF4-FFF2-40B4-BE49-F238E27FC236}">
                <a16:creationId xmlns:a16="http://schemas.microsoft.com/office/drawing/2014/main" id="{099E9406-5488-4CD3-916B-FB2917098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Spain DNI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1537004385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24">
            <a:extLst xmlns:a="http://schemas.openxmlformats.org/drawingml/2006/main">
              <a:ext uri="{FF2B5EF4-FFF2-40B4-BE49-F238E27FC236}">
                <a16:creationId xmlns:a16="http://schemas.microsoft.com/office/drawing/2014/main" id="{878C9855-5747-4324-9F40-9AB49C42D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Spanish National ID</a:t>
            </a:r>
          </a:p>
        </p:txBody>
      </p:sp>
      <p:sp>
        <p:nvSpPr>
          <p:cNvPr id="2" name="counter-24">
            <a:extLst xmlns:a="http://schemas.openxmlformats.org/drawingml/2006/main">
              <a:ext uri="{FF2B5EF4-FFF2-40B4-BE49-F238E27FC236}">
                <a16:creationId xmlns:a16="http://schemas.microsoft.com/office/drawing/2014/main" id="{526793BF-042D-44DC-A2C0-F211F111B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116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116-120 of 150</a:t>
            </a:r>
          </a:p>
        </p:txBody>
      </p:sp>
      <p:sp>
        <p:nvSpPr>
          <p:cNvPr id="3" name="record-panel-24-1">
            <a:extLst xmlns:a="http://schemas.openxmlformats.org/drawingml/2006/main">
              <a:ext uri="{FF2B5EF4-FFF2-40B4-BE49-F238E27FC236}">
                <a16:creationId xmlns:a16="http://schemas.microsoft.com/office/drawing/2014/main" id="{CFB10B3E-B675-4A6B-91A5-866563D5F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24-1">
            <a:extLst xmlns:a="http://schemas.openxmlformats.org/drawingml/2006/main">
              <a:ext uri="{FF2B5EF4-FFF2-40B4-BE49-F238E27FC236}">
                <a16:creationId xmlns:a16="http://schemas.microsoft.com/office/drawing/2014/main" id="{B1A4753C-5C53-4394-981D-B72403BD8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TEST-116  |  Documento Nacional de Identidad (DNI): 10000115-Z</a:t>
            </a:r>
          </a:p>
        </p:txBody>
      </p:sp>
      <p:sp>
        <p:nvSpPr>
          <p:cNvPr id="5" name="record-person-24-1">
            <a:extLst xmlns:a="http://schemas.openxmlformats.org/drawingml/2006/main">
              <a:ext uri="{FF2B5EF4-FFF2-40B4-BE49-F238E27FC236}">
                <a16:creationId xmlns:a16="http://schemas.microsoft.com/office/drawing/2014/main" id="{A7905201-9C10-4E9F-ADFB-A77B01B0E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Sofia Nora Gomez  |  Physical Address: Calle Laurel Sur 5162, 08002 Barcelona, España</a:t>
            </a:r>
          </a:p>
        </p:txBody>
      </p:sp>
      <p:sp>
        <p:nvSpPr>
          <p:cNvPr id="6" name="record-evidence-24-1">
            <a:extLst xmlns:a="http://schemas.openxmlformats.org/drawingml/2006/main">
              <a:ext uri="{FF2B5EF4-FFF2-40B4-BE49-F238E27FC236}">
                <a16:creationId xmlns:a16="http://schemas.microsoft.com/office/drawing/2014/main" id="{C47B4325-22A0-4DB2-B4AD-4B89BA79E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Documento nacional de identidad; DNI; Ministerio del Interior</a:t>
            </a:r>
          </a:p>
        </p:txBody>
      </p:sp>
      <p:sp>
        <p:nvSpPr>
          <p:cNvPr id="7" name="record-panel-24-2">
            <a:extLst xmlns:a="http://schemas.openxmlformats.org/drawingml/2006/main">
              <a:ext uri="{FF2B5EF4-FFF2-40B4-BE49-F238E27FC236}">
                <a16:creationId xmlns:a16="http://schemas.microsoft.com/office/drawing/2014/main" id="{A155F281-614A-4DAA-A66E-478AD1EAC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24-2">
            <a:extLst xmlns:a="http://schemas.openxmlformats.org/drawingml/2006/main">
              <a:ext uri="{FF2B5EF4-FFF2-40B4-BE49-F238E27FC236}">
                <a16:creationId xmlns:a16="http://schemas.microsoft.com/office/drawing/2014/main" id="{86A94133-5888-48F4-94CE-9F4B752C7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TEST-117  |  Documento Nacional de Identidad (DNI): 10000116-S</a:t>
            </a:r>
          </a:p>
        </p:txBody>
      </p:sp>
      <p:sp>
        <p:nvSpPr>
          <p:cNvPr id="9" name="record-person-24-2">
            <a:extLst xmlns:a="http://schemas.openxmlformats.org/drawingml/2006/main">
              <a:ext uri="{FF2B5EF4-FFF2-40B4-BE49-F238E27FC236}">
                <a16:creationId xmlns:a16="http://schemas.microsoft.com/office/drawing/2014/main" id="{6FE8C938-DF02-4CAD-969E-1E15515B5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Hugo Carmen Dominguez  |  Physical Address: Calle Olivo Sur 5199, 30001 Murcia, España</a:t>
            </a:r>
          </a:p>
        </p:txBody>
      </p:sp>
      <p:sp>
        <p:nvSpPr>
          <p:cNvPr id="10" name="record-evidence-24-2">
            <a:extLst xmlns:a="http://schemas.openxmlformats.org/drawingml/2006/main">
              <a:ext uri="{FF2B5EF4-FFF2-40B4-BE49-F238E27FC236}">
                <a16:creationId xmlns:a16="http://schemas.microsoft.com/office/drawing/2014/main" id="{E543134A-7459-48F5-AEBE-520842278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Documento nacional de identidad; DNI; Ministerio del Interior</a:t>
            </a:r>
          </a:p>
        </p:txBody>
      </p:sp>
      <p:sp>
        <p:nvSpPr>
          <p:cNvPr id="11" name="record-panel-24-3">
            <a:extLst xmlns:a="http://schemas.openxmlformats.org/drawingml/2006/main">
              <a:ext uri="{FF2B5EF4-FFF2-40B4-BE49-F238E27FC236}">
                <a16:creationId xmlns:a16="http://schemas.microsoft.com/office/drawing/2014/main" id="{0042AFE1-AD7E-4C68-9E80-F9661F28A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24-3">
            <a:extLst xmlns:a="http://schemas.openxmlformats.org/drawingml/2006/main">
              <a:ext uri="{FF2B5EF4-FFF2-40B4-BE49-F238E27FC236}">
                <a16:creationId xmlns:a16="http://schemas.microsoft.com/office/drawing/2014/main" id="{462E38B9-A3AE-4CEC-A96F-B706C3CC0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TEST-118  |  Documento Nacional de Identidad (DNI): 10000117-Q</a:t>
            </a:r>
          </a:p>
        </p:txBody>
      </p:sp>
      <p:sp>
        <p:nvSpPr>
          <p:cNvPr id="13" name="record-person-24-3">
            <a:extLst xmlns:a="http://schemas.openxmlformats.org/drawingml/2006/main">
              <a:ext uri="{FF2B5EF4-FFF2-40B4-BE49-F238E27FC236}">
                <a16:creationId xmlns:a16="http://schemas.microsoft.com/office/drawing/2014/main" id="{4552F76A-41E0-472A-9CEF-460602267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Lucia Martina Hernandez  |  Physical Address: Calle Palmera Sur 5236, 41001 Sevilla, España</a:t>
            </a:r>
          </a:p>
        </p:txBody>
      </p:sp>
      <p:sp>
        <p:nvSpPr>
          <p:cNvPr id="14" name="record-evidence-24-3">
            <a:extLst xmlns:a="http://schemas.openxmlformats.org/drawingml/2006/main">
              <a:ext uri="{FF2B5EF4-FFF2-40B4-BE49-F238E27FC236}">
                <a16:creationId xmlns:a16="http://schemas.microsoft.com/office/drawing/2014/main" id="{3AA4331B-91F4-47C6-9561-2ED110A69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Documento nacional de identidad; DNI; Ministerio del Interior</a:t>
            </a:r>
          </a:p>
        </p:txBody>
      </p:sp>
      <p:sp>
        <p:nvSpPr>
          <p:cNvPr id="15" name="record-panel-24-4">
            <a:extLst xmlns:a="http://schemas.openxmlformats.org/drawingml/2006/main">
              <a:ext uri="{FF2B5EF4-FFF2-40B4-BE49-F238E27FC236}">
                <a16:creationId xmlns:a16="http://schemas.microsoft.com/office/drawing/2014/main" id="{21BDB849-785E-4140-8212-A080F64E1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24-4">
            <a:extLst xmlns:a="http://schemas.openxmlformats.org/drawingml/2006/main">
              <a:ext uri="{FF2B5EF4-FFF2-40B4-BE49-F238E27FC236}">
                <a16:creationId xmlns:a16="http://schemas.microsoft.com/office/drawing/2014/main" id="{9A504B45-EF5E-4235-94C0-8302A8C47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TEST-119  |  Documento Nacional de Identidad (DNI): 10000118-V</a:t>
            </a:r>
          </a:p>
        </p:txBody>
      </p:sp>
      <p:sp>
        <p:nvSpPr>
          <p:cNvPr id="17" name="record-person-24-4">
            <a:extLst xmlns:a="http://schemas.openxmlformats.org/drawingml/2006/main">
              <a:ext uri="{FF2B5EF4-FFF2-40B4-BE49-F238E27FC236}">
                <a16:creationId xmlns:a16="http://schemas.microsoft.com/office/drawing/2014/main" id="{F1065282-1548-4992-B101-2D49F0203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Carlos Ruben Rodriguez  |  Physical Address: Calle Prado Sur 5273, 47001 Valladolid, España</a:t>
            </a:r>
          </a:p>
        </p:txBody>
      </p:sp>
      <p:sp>
        <p:nvSpPr>
          <p:cNvPr id="18" name="record-evidence-24-4">
            <a:extLst xmlns:a="http://schemas.openxmlformats.org/drawingml/2006/main">
              <a:ext uri="{FF2B5EF4-FFF2-40B4-BE49-F238E27FC236}">
                <a16:creationId xmlns:a16="http://schemas.microsoft.com/office/drawing/2014/main" id="{2BAFA4C4-B8DC-41A8-917C-C9E5A50DE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Documento nacional de identidad; DNI; Ministerio del Interior</a:t>
            </a:r>
          </a:p>
        </p:txBody>
      </p:sp>
      <p:sp>
        <p:nvSpPr>
          <p:cNvPr id="19" name="record-panel-24-5">
            <a:extLst xmlns:a="http://schemas.openxmlformats.org/drawingml/2006/main">
              <a:ext uri="{FF2B5EF4-FFF2-40B4-BE49-F238E27FC236}">
                <a16:creationId xmlns:a16="http://schemas.microsoft.com/office/drawing/2014/main" id="{21A9DDE0-F1E8-4045-B99A-BC4CA896F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24-5">
            <a:extLst xmlns:a="http://schemas.openxmlformats.org/drawingml/2006/main">
              <a:ext uri="{FF2B5EF4-FFF2-40B4-BE49-F238E27FC236}">
                <a16:creationId xmlns:a16="http://schemas.microsoft.com/office/drawing/2014/main" id="{3931E504-88F5-4528-AC23-98A919955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TEST-120  |  Documento Nacional de Identidad (DNI): 10000119-H</a:t>
            </a:r>
          </a:p>
        </p:txBody>
      </p:sp>
      <p:sp>
        <p:nvSpPr>
          <p:cNvPr id="21" name="record-person-24-5">
            <a:extLst xmlns:a="http://schemas.openxmlformats.org/drawingml/2006/main">
              <a:ext uri="{FF2B5EF4-FFF2-40B4-BE49-F238E27FC236}">
                <a16:creationId xmlns:a16="http://schemas.microsoft.com/office/drawing/2014/main" id="{07A42B54-FEE0-4DFF-AF02-C614C7B06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Sara Javier Munoz  |  Physical Address: Calle Rosal Sur 5310, 29001 Malaga, España</a:t>
            </a:r>
          </a:p>
        </p:txBody>
      </p:sp>
      <p:sp>
        <p:nvSpPr>
          <p:cNvPr id="22" name="record-evidence-24-5">
            <a:extLst xmlns:a="http://schemas.openxmlformats.org/drawingml/2006/main">
              <a:ext uri="{FF2B5EF4-FFF2-40B4-BE49-F238E27FC236}">
                <a16:creationId xmlns:a16="http://schemas.microsoft.com/office/drawing/2014/main" id="{2AC297BD-2878-4C24-B4E0-F536C5ED4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Documento nacional de identidad; DNI; Ministerio del Interior</a:t>
            </a:r>
          </a:p>
        </p:txBody>
      </p:sp>
      <p:sp>
        <p:nvSpPr>
          <p:cNvPr id="23" name="footer-24">
            <a:extLst xmlns:a="http://schemas.openxmlformats.org/drawingml/2006/main">
              <a:ext uri="{FF2B5EF4-FFF2-40B4-BE49-F238E27FC236}">
                <a16:creationId xmlns:a16="http://schemas.microsoft.com/office/drawing/2014/main" id="{6A1CBC15-B1A0-47C0-B268-11E6035EC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Spain DNI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1125314980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25">
            <a:extLst xmlns:a="http://schemas.openxmlformats.org/drawingml/2006/main">
              <a:ext uri="{FF2B5EF4-FFF2-40B4-BE49-F238E27FC236}">
                <a16:creationId xmlns:a16="http://schemas.microsoft.com/office/drawing/2014/main" id="{43088244-57C1-4894-85F8-21C5C2850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Spanish National ID</a:t>
            </a:r>
          </a:p>
        </p:txBody>
      </p:sp>
      <p:sp>
        <p:nvSpPr>
          <p:cNvPr id="2" name="counter-25">
            <a:extLst xmlns:a="http://schemas.openxmlformats.org/drawingml/2006/main">
              <a:ext uri="{FF2B5EF4-FFF2-40B4-BE49-F238E27FC236}">
                <a16:creationId xmlns:a16="http://schemas.microsoft.com/office/drawing/2014/main" id="{910493D3-0058-4167-932C-60234E5E6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116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121-125 of 150</a:t>
            </a:r>
          </a:p>
        </p:txBody>
      </p:sp>
      <p:sp>
        <p:nvSpPr>
          <p:cNvPr id="3" name="record-panel-25-1">
            <a:extLst xmlns:a="http://schemas.openxmlformats.org/drawingml/2006/main">
              <a:ext uri="{FF2B5EF4-FFF2-40B4-BE49-F238E27FC236}">
                <a16:creationId xmlns:a16="http://schemas.microsoft.com/office/drawing/2014/main" id="{1C9B121D-3AF8-4EC6-B4E3-684BE032E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25-1">
            <a:extLst xmlns:a="http://schemas.openxmlformats.org/drawingml/2006/main">
              <a:ext uri="{FF2B5EF4-FFF2-40B4-BE49-F238E27FC236}">
                <a16:creationId xmlns:a16="http://schemas.microsoft.com/office/drawing/2014/main" id="{A1B974BC-66A3-4383-AD60-C4BDD5A3C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TEST-121  |  Documento Nacional de Identidad (DNI): 10000120-L</a:t>
            </a:r>
          </a:p>
        </p:txBody>
      </p:sp>
      <p:sp>
        <p:nvSpPr>
          <p:cNvPr id="5" name="record-person-25-1">
            <a:extLst xmlns:a="http://schemas.openxmlformats.org/drawingml/2006/main">
              <a:ext uri="{FF2B5EF4-FFF2-40B4-BE49-F238E27FC236}">
                <a16:creationId xmlns:a16="http://schemas.microsoft.com/office/drawing/2014/main" id="{9AA1B6A4-D49C-45AB-A234-D94EE7AB4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Ruben Pablo Martinez  |  Physical Address: Calle Alameda Verde 5347, 28013 Madrid, España</a:t>
            </a:r>
          </a:p>
        </p:txBody>
      </p:sp>
      <p:sp>
        <p:nvSpPr>
          <p:cNvPr id="6" name="record-evidence-25-1">
            <a:extLst xmlns:a="http://schemas.openxmlformats.org/drawingml/2006/main">
              <a:ext uri="{FF2B5EF4-FFF2-40B4-BE49-F238E27FC236}">
                <a16:creationId xmlns:a16="http://schemas.microsoft.com/office/drawing/2014/main" id="{636EDD5F-288B-4117-87B5-D1F3420B9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Documento nacional de identidad; DNI; Ministerio del Interior</a:t>
            </a:r>
          </a:p>
        </p:txBody>
      </p:sp>
      <p:sp>
        <p:nvSpPr>
          <p:cNvPr id="7" name="record-panel-25-2">
            <a:extLst xmlns:a="http://schemas.openxmlformats.org/drawingml/2006/main">
              <a:ext uri="{FF2B5EF4-FFF2-40B4-BE49-F238E27FC236}">
                <a16:creationId xmlns:a16="http://schemas.microsoft.com/office/drawing/2014/main" id="{D55AC2C4-101B-408E-AE24-F7A47E727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25-2">
            <a:extLst xmlns:a="http://schemas.openxmlformats.org/drawingml/2006/main">
              <a:ext uri="{FF2B5EF4-FFF2-40B4-BE49-F238E27FC236}">
                <a16:creationId xmlns:a16="http://schemas.microsoft.com/office/drawing/2014/main" id="{F4DF2CFD-55F2-4321-BDE2-7F24A884E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TEST-122  |  Documento Nacional de Identidad (DNI): 10000121-C</a:t>
            </a:r>
          </a:p>
        </p:txBody>
      </p:sp>
      <p:sp>
        <p:nvSpPr>
          <p:cNvPr id="9" name="record-person-25-2">
            <a:extLst xmlns:a="http://schemas.openxmlformats.org/drawingml/2006/main">
              <a:ext uri="{FF2B5EF4-FFF2-40B4-BE49-F238E27FC236}">
                <a16:creationId xmlns:a16="http://schemas.microsoft.com/office/drawing/2014/main" id="{BFA6545A-7260-463D-9089-34A24166D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Irene Mateo Gutierrez  |  Physical Address: Calle Almendro Verde 5384, 03001 Alicante, España</a:t>
            </a:r>
          </a:p>
        </p:txBody>
      </p:sp>
      <p:sp>
        <p:nvSpPr>
          <p:cNvPr id="10" name="record-evidence-25-2">
            <a:extLst xmlns:a="http://schemas.openxmlformats.org/drawingml/2006/main">
              <a:ext uri="{FF2B5EF4-FFF2-40B4-BE49-F238E27FC236}">
                <a16:creationId xmlns:a16="http://schemas.microsoft.com/office/drawing/2014/main" id="{B6103563-B639-4884-8A1F-517487703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Documento nacional de identidad; DNI; Ministerio del Interior</a:t>
            </a:r>
          </a:p>
        </p:txBody>
      </p:sp>
      <p:sp>
        <p:nvSpPr>
          <p:cNvPr id="11" name="record-panel-25-3">
            <a:extLst xmlns:a="http://schemas.openxmlformats.org/drawingml/2006/main">
              <a:ext uri="{FF2B5EF4-FFF2-40B4-BE49-F238E27FC236}">
                <a16:creationId xmlns:a16="http://schemas.microsoft.com/office/drawing/2014/main" id="{87B33A0D-3756-4837-88AF-ABE8976F3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25-3">
            <a:extLst xmlns:a="http://schemas.openxmlformats.org/drawingml/2006/main">
              <a:ext uri="{FF2B5EF4-FFF2-40B4-BE49-F238E27FC236}">
                <a16:creationId xmlns:a16="http://schemas.microsoft.com/office/drawing/2014/main" id="{76EBCD36-482D-4826-B0AD-35923993F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TEST-123  |  Documento Nacional de Identidad (DNI): 10000122-K</a:t>
            </a:r>
          </a:p>
        </p:txBody>
      </p:sp>
      <p:sp>
        <p:nvSpPr>
          <p:cNvPr id="13" name="record-person-25-3">
            <a:extLst xmlns:a="http://schemas.openxmlformats.org/drawingml/2006/main">
              <a:ext uri="{FF2B5EF4-FFF2-40B4-BE49-F238E27FC236}">
                <a16:creationId xmlns:a16="http://schemas.microsoft.com/office/drawing/2014/main" id="{D54EF161-388A-4188-9FA1-65760C30F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Marco Ruben Gomez  |  Physical Address: Calle Azahar Verde 5421, 46001 Valencia, España</a:t>
            </a:r>
          </a:p>
        </p:txBody>
      </p:sp>
      <p:sp>
        <p:nvSpPr>
          <p:cNvPr id="14" name="record-evidence-25-3">
            <a:extLst xmlns:a="http://schemas.openxmlformats.org/drawingml/2006/main">
              <a:ext uri="{FF2B5EF4-FFF2-40B4-BE49-F238E27FC236}">
                <a16:creationId xmlns:a16="http://schemas.microsoft.com/office/drawing/2014/main" id="{CDCEB824-B959-44B2-A58D-24EF5D454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Documento nacional de identidad; DNI; Ministerio del Interior</a:t>
            </a:r>
          </a:p>
        </p:txBody>
      </p:sp>
      <p:sp>
        <p:nvSpPr>
          <p:cNvPr id="15" name="record-panel-25-4">
            <a:extLst xmlns:a="http://schemas.openxmlformats.org/drawingml/2006/main">
              <a:ext uri="{FF2B5EF4-FFF2-40B4-BE49-F238E27FC236}">
                <a16:creationId xmlns:a16="http://schemas.microsoft.com/office/drawing/2014/main" id="{B9C86D57-9C70-4798-BF8C-155361A07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25-4">
            <a:extLst xmlns:a="http://schemas.openxmlformats.org/drawingml/2006/main">
              <a:ext uri="{FF2B5EF4-FFF2-40B4-BE49-F238E27FC236}">
                <a16:creationId xmlns:a16="http://schemas.microsoft.com/office/drawing/2014/main" id="{DF8687A3-56F1-4B57-96EE-065DABC90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TEST-124  |  Documento Nacional de Identidad (DNI): 10000123-E</a:t>
            </a:r>
          </a:p>
        </p:txBody>
      </p:sp>
      <p:sp>
        <p:nvSpPr>
          <p:cNvPr id="17" name="record-person-25-4">
            <a:extLst xmlns:a="http://schemas.openxmlformats.org/drawingml/2006/main">
              <a:ext uri="{FF2B5EF4-FFF2-40B4-BE49-F238E27FC236}">
                <a16:creationId xmlns:a16="http://schemas.microsoft.com/office/drawing/2014/main" id="{13FF1EAB-73EB-4A0F-AE06-5423C1492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Claudia Javier Dominguez  |  Physical Address: Calle Castillo Verde 5458, 18001 Granada, España</a:t>
            </a:r>
          </a:p>
        </p:txBody>
      </p:sp>
      <p:sp>
        <p:nvSpPr>
          <p:cNvPr id="18" name="record-evidence-25-4">
            <a:extLst xmlns:a="http://schemas.openxmlformats.org/drawingml/2006/main">
              <a:ext uri="{FF2B5EF4-FFF2-40B4-BE49-F238E27FC236}">
                <a16:creationId xmlns:a16="http://schemas.microsoft.com/office/drawing/2014/main" id="{15C62C2C-0319-401E-8D09-2F5197A65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Documento nacional de identidad; DNI; Ministerio del Interior</a:t>
            </a:r>
          </a:p>
        </p:txBody>
      </p:sp>
      <p:sp>
        <p:nvSpPr>
          <p:cNvPr id="19" name="record-panel-25-5">
            <a:extLst xmlns:a="http://schemas.openxmlformats.org/drawingml/2006/main">
              <a:ext uri="{FF2B5EF4-FFF2-40B4-BE49-F238E27FC236}">
                <a16:creationId xmlns:a16="http://schemas.microsoft.com/office/drawing/2014/main" id="{92C0AB9F-2B89-4B6B-9F05-BF20DA84E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25-5">
            <a:extLst xmlns:a="http://schemas.openxmlformats.org/drawingml/2006/main">
              <a:ext uri="{FF2B5EF4-FFF2-40B4-BE49-F238E27FC236}">
                <a16:creationId xmlns:a16="http://schemas.microsoft.com/office/drawing/2014/main" id="{CCDEF145-614E-49F1-BD0C-95476D4D4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TEST-125  |  Documento Nacional de Identidad (DNI): 10000124-T</a:t>
            </a:r>
          </a:p>
        </p:txBody>
      </p:sp>
      <p:sp>
        <p:nvSpPr>
          <p:cNvPr id="21" name="record-person-25-5">
            <a:extLst xmlns:a="http://schemas.openxmlformats.org/drawingml/2006/main">
              <a:ext uri="{FF2B5EF4-FFF2-40B4-BE49-F238E27FC236}">
                <a16:creationId xmlns:a16="http://schemas.microsoft.com/office/drawing/2014/main" id="{11AA2B31-15D4-4311-968B-7129DCB37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Sergio Pablo Hernandez  |  Physical Address: Calle Encina Verde 5495, 48001 Bilbao, España</a:t>
            </a:r>
          </a:p>
        </p:txBody>
      </p:sp>
      <p:sp>
        <p:nvSpPr>
          <p:cNvPr id="22" name="record-evidence-25-5">
            <a:extLst xmlns:a="http://schemas.openxmlformats.org/drawingml/2006/main">
              <a:ext uri="{FF2B5EF4-FFF2-40B4-BE49-F238E27FC236}">
                <a16:creationId xmlns:a16="http://schemas.microsoft.com/office/drawing/2014/main" id="{EC15736B-47A2-4D13-826F-EAA1459F4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Documento nacional de identidad; DNI; Ministerio del Interior</a:t>
            </a:r>
          </a:p>
        </p:txBody>
      </p:sp>
      <p:sp>
        <p:nvSpPr>
          <p:cNvPr id="23" name="footer-25">
            <a:extLst xmlns:a="http://schemas.openxmlformats.org/drawingml/2006/main">
              <a:ext uri="{FF2B5EF4-FFF2-40B4-BE49-F238E27FC236}">
                <a16:creationId xmlns:a16="http://schemas.microsoft.com/office/drawing/2014/main" id="{A063B12D-5E3D-47D8-91C0-0D73F70BD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Spain DNI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1148019385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26">
            <a:extLst xmlns:a="http://schemas.openxmlformats.org/drawingml/2006/main">
              <a:ext uri="{FF2B5EF4-FFF2-40B4-BE49-F238E27FC236}">
                <a16:creationId xmlns:a16="http://schemas.microsoft.com/office/drawing/2014/main" id="{6F3088C3-422C-4756-A9B8-125EDEEB1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Spanish National ID</a:t>
            </a:r>
          </a:p>
        </p:txBody>
      </p:sp>
      <p:sp>
        <p:nvSpPr>
          <p:cNvPr id="2" name="counter-26">
            <a:extLst xmlns:a="http://schemas.openxmlformats.org/drawingml/2006/main">
              <a:ext uri="{FF2B5EF4-FFF2-40B4-BE49-F238E27FC236}">
                <a16:creationId xmlns:a16="http://schemas.microsoft.com/office/drawing/2014/main" id="{F54CF237-529A-41B7-BE6D-D97B34755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116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126-130 of 150</a:t>
            </a:r>
          </a:p>
        </p:txBody>
      </p:sp>
      <p:sp>
        <p:nvSpPr>
          <p:cNvPr id="3" name="record-panel-26-1">
            <a:extLst xmlns:a="http://schemas.openxmlformats.org/drawingml/2006/main">
              <a:ext uri="{FF2B5EF4-FFF2-40B4-BE49-F238E27FC236}">
                <a16:creationId xmlns:a16="http://schemas.microsoft.com/office/drawing/2014/main" id="{C760656A-1946-4FDD-A0AD-A95DB9574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26-1">
            <a:extLst xmlns:a="http://schemas.openxmlformats.org/drawingml/2006/main">
              <a:ext uri="{FF2B5EF4-FFF2-40B4-BE49-F238E27FC236}">
                <a16:creationId xmlns:a16="http://schemas.microsoft.com/office/drawing/2014/main" id="{87BA2AA5-5B11-4460-BF68-2CB7F2F80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TEST-126  |  Documento Nacional de Identidad (DNI): 10000125-R</a:t>
            </a:r>
          </a:p>
        </p:txBody>
      </p:sp>
      <p:sp>
        <p:nvSpPr>
          <p:cNvPr id="5" name="record-person-26-1">
            <a:extLst xmlns:a="http://schemas.openxmlformats.org/drawingml/2006/main">
              <a:ext uri="{FF2B5EF4-FFF2-40B4-BE49-F238E27FC236}">
                <a16:creationId xmlns:a16="http://schemas.microsoft.com/office/drawing/2014/main" id="{712E65AC-A02A-4CDD-905D-2BACE85A3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Nora Mateo Gonzalez  |  Physical Address: Calle Fuente Verde 5532, 14001 Cordoba, España</a:t>
            </a:r>
          </a:p>
        </p:txBody>
      </p:sp>
      <p:sp>
        <p:nvSpPr>
          <p:cNvPr id="6" name="record-evidence-26-1">
            <a:extLst xmlns:a="http://schemas.openxmlformats.org/drawingml/2006/main">
              <a:ext uri="{FF2B5EF4-FFF2-40B4-BE49-F238E27FC236}">
                <a16:creationId xmlns:a16="http://schemas.microsoft.com/office/drawing/2014/main" id="{33D170FE-6102-4834-B20B-6A2EEB1E1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Documento nacional de identidad; DNI; Ministerio del Interior</a:t>
            </a:r>
          </a:p>
        </p:txBody>
      </p:sp>
      <p:sp>
        <p:nvSpPr>
          <p:cNvPr id="7" name="record-panel-26-2">
            <a:extLst xmlns:a="http://schemas.openxmlformats.org/drawingml/2006/main">
              <a:ext uri="{FF2B5EF4-FFF2-40B4-BE49-F238E27FC236}">
                <a16:creationId xmlns:a16="http://schemas.microsoft.com/office/drawing/2014/main" id="{61CB53D6-A4A3-4E33-B584-AB68C980B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26-2">
            <a:extLst xmlns:a="http://schemas.openxmlformats.org/drawingml/2006/main">
              <a:ext uri="{FF2B5EF4-FFF2-40B4-BE49-F238E27FC236}">
                <a16:creationId xmlns:a16="http://schemas.microsoft.com/office/drawing/2014/main" id="{5DD2321B-57DC-4E9B-94EB-36129E33D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TEST-127  |  Documento Nacional de Identidad (DNI): 10000126-W</a:t>
            </a:r>
          </a:p>
        </p:txBody>
      </p:sp>
      <p:sp>
        <p:nvSpPr>
          <p:cNvPr id="9" name="record-person-26-2">
            <a:extLst xmlns:a="http://schemas.openxmlformats.org/drawingml/2006/main">
              <a:ext uri="{FF2B5EF4-FFF2-40B4-BE49-F238E27FC236}">
                <a16:creationId xmlns:a16="http://schemas.microsoft.com/office/drawing/2014/main" id="{835EF3DA-A8B3-44C5-AF35-2E3F628D0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Javier Ruben Munoz  |  Physical Address: Calle Jazmin Verde 5569, 50001 Zaragoza, España</a:t>
            </a:r>
          </a:p>
        </p:txBody>
      </p:sp>
      <p:sp>
        <p:nvSpPr>
          <p:cNvPr id="10" name="record-evidence-26-2">
            <a:extLst xmlns:a="http://schemas.openxmlformats.org/drawingml/2006/main">
              <a:ext uri="{FF2B5EF4-FFF2-40B4-BE49-F238E27FC236}">
                <a16:creationId xmlns:a16="http://schemas.microsoft.com/office/drawing/2014/main" id="{72006795-D729-4382-BB7F-5C07C1006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Documento nacional de identidad; DNI; Ministerio del Interior</a:t>
            </a:r>
          </a:p>
        </p:txBody>
      </p:sp>
      <p:sp>
        <p:nvSpPr>
          <p:cNvPr id="11" name="record-panel-26-3">
            <a:extLst xmlns:a="http://schemas.openxmlformats.org/drawingml/2006/main">
              <a:ext uri="{FF2B5EF4-FFF2-40B4-BE49-F238E27FC236}">
                <a16:creationId xmlns:a16="http://schemas.microsoft.com/office/drawing/2014/main" id="{D80A0C42-73FF-4A86-BDE2-7A7820EFD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26-3">
            <a:extLst xmlns:a="http://schemas.openxmlformats.org/drawingml/2006/main">
              <a:ext uri="{FF2B5EF4-FFF2-40B4-BE49-F238E27FC236}">
                <a16:creationId xmlns:a16="http://schemas.microsoft.com/office/drawing/2014/main" id="{70271D04-359C-4356-99D9-AA9F08511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TEST-128  |  Documento Nacional de Identidad (DNI): 10000127-A</a:t>
            </a:r>
          </a:p>
        </p:txBody>
      </p:sp>
      <p:sp>
        <p:nvSpPr>
          <p:cNvPr id="13" name="record-person-26-3">
            <a:extLst xmlns:a="http://schemas.openxmlformats.org/drawingml/2006/main">
              <a:ext uri="{FF2B5EF4-FFF2-40B4-BE49-F238E27FC236}">
                <a16:creationId xmlns:a16="http://schemas.microsoft.com/office/drawing/2014/main" id="{B05493C4-354F-4090-98BD-75C6E14C3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Alba Javier Martinez  |  Physical Address: Calle Laurel Verde 5606, 08002 Barcelona, España</a:t>
            </a:r>
          </a:p>
        </p:txBody>
      </p:sp>
      <p:sp>
        <p:nvSpPr>
          <p:cNvPr id="14" name="record-evidence-26-3">
            <a:extLst xmlns:a="http://schemas.openxmlformats.org/drawingml/2006/main">
              <a:ext uri="{FF2B5EF4-FFF2-40B4-BE49-F238E27FC236}">
                <a16:creationId xmlns:a16="http://schemas.microsoft.com/office/drawing/2014/main" id="{44D275E1-592B-411E-A45A-F8EFA8C6F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Documento nacional de identidad; DNI; Ministerio del Interior</a:t>
            </a:r>
          </a:p>
        </p:txBody>
      </p:sp>
      <p:sp>
        <p:nvSpPr>
          <p:cNvPr id="15" name="record-panel-26-4">
            <a:extLst xmlns:a="http://schemas.openxmlformats.org/drawingml/2006/main">
              <a:ext uri="{FF2B5EF4-FFF2-40B4-BE49-F238E27FC236}">
                <a16:creationId xmlns:a16="http://schemas.microsoft.com/office/drawing/2014/main" id="{F1A084EE-62FA-40AA-94FC-2159D5351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26-4">
            <a:extLst xmlns:a="http://schemas.openxmlformats.org/drawingml/2006/main">
              <a:ext uri="{FF2B5EF4-FFF2-40B4-BE49-F238E27FC236}">
                <a16:creationId xmlns:a16="http://schemas.microsoft.com/office/drawing/2014/main" id="{C6AF9AD8-F643-4896-9BDE-80A50CACB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TEST-129  |  Documento Nacional de Identidad (DNI): 10000128-G</a:t>
            </a:r>
          </a:p>
        </p:txBody>
      </p:sp>
      <p:sp>
        <p:nvSpPr>
          <p:cNvPr id="17" name="record-person-26-4">
            <a:extLst xmlns:a="http://schemas.openxmlformats.org/drawingml/2006/main">
              <a:ext uri="{FF2B5EF4-FFF2-40B4-BE49-F238E27FC236}">
                <a16:creationId xmlns:a16="http://schemas.microsoft.com/office/drawing/2014/main" id="{1173421B-BEB8-4B8D-B02B-AB2DF4BD3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Adrian Pablo Gutierrez  |  Physical Address: Calle Olivo Verde 5643, 30001 Murcia, España</a:t>
            </a:r>
          </a:p>
        </p:txBody>
      </p:sp>
      <p:sp>
        <p:nvSpPr>
          <p:cNvPr id="18" name="record-evidence-26-4">
            <a:extLst xmlns:a="http://schemas.openxmlformats.org/drawingml/2006/main">
              <a:ext uri="{FF2B5EF4-FFF2-40B4-BE49-F238E27FC236}">
                <a16:creationId xmlns:a16="http://schemas.microsoft.com/office/drawing/2014/main" id="{777A6877-33D5-4EF5-AC2D-DE590DB18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Documento nacional de identidad; DNI; Ministerio del Interior</a:t>
            </a:r>
          </a:p>
        </p:txBody>
      </p:sp>
      <p:sp>
        <p:nvSpPr>
          <p:cNvPr id="19" name="record-panel-26-5">
            <a:extLst xmlns:a="http://schemas.openxmlformats.org/drawingml/2006/main">
              <a:ext uri="{FF2B5EF4-FFF2-40B4-BE49-F238E27FC236}">
                <a16:creationId xmlns:a16="http://schemas.microsoft.com/office/drawing/2014/main" id="{33B44E53-9E6F-4FA0-BE3D-68304C323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26-5">
            <a:extLst xmlns:a="http://schemas.openxmlformats.org/drawingml/2006/main">
              <a:ext uri="{FF2B5EF4-FFF2-40B4-BE49-F238E27FC236}">
                <a16:creationId xmlns:a16="http://schemas.microsoft.com/office/drawing/2014/main" id="{008AF7A5-6C7F-4108-AE3E-B862F2D97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TEST-130  |  Documento Nacional de Identidad (DNI): 10000129-M</a:t>
            </a:r>
          </a:p>
        </p:txBody>
      </p:sp>
      <p:sp>
        <p:nvSpPr>
          <p:cNvPr id="21" name="record-person-26-5">
            <a:extLst xmlns:a="http://schemas.openxmlformats.org/drawingml/2006/main">
              <a:ext uri="{FF2B5EF4-FFF2-40B4-BE49-F238E27FC236}">
                <a16:creationId xmlns:a16="http://schemas.microsoft.com/office/drawing/2014/main" id="{DC966E0E-D9A8-4B1B-A31A-6BE3D8EBB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Elena Mateo Martin  |  Physical Address: Calle Palmera Verde 5680, 41001 Sevilla, España</a:t>
            </a:r>
          </a:p>
        </p:txBody>
      </p:sp>
      <p:sp>
        <p:nvSpPr>
          <p:cNvPr id="22" name="record-evidence-26-5">
            <a:extLst xmlns:a="http://schemas.openxmlformats.org/drawingml/2006/main">
              <a:ext uri="{FF2B5EF4-FFF2-40B4-BE49-F238E27FC236}">
                <a16:creationId xmlns:a16="http://schemas.microsoft.com/office/drawing/2014/main" id="{FFDD8340-6CF4-44D7-8927-AAAED849D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Documento nacional de identidad; DNI; Ministerio del Interior</a:t>
            </a:r>
          </a:p>
        </p:txBody>
      </p:sp>
      <p:sp>
        <p:nvSpPr>
          <p:cNvPr id="23" name="footer-26">
            <a:extLst xmlns:a="http://schemas.openxmlformats.org/drawingml/2006/main">
              <a:ext uri="{FF2B5EF4-FFF2-40B4-BE49-F238E27FC236}">
                <a16:creationId xmlns:a16="http://schemas.microsoft.com/office/drawing/2014/main" id="{212B214B-52B7-4470-9638-9DF42A083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Spain DNI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731165785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27">
            <a:extLst xmlns:a="http://schemas.openxmlformats.org/drawingml/2006/main">
              <a:ext uri="{FF2B5EF4-FFF2-40B4-BE49-F238E27FC236}">
                <a16:creationId xmlns:a16="http://schemas.microsoft.com/office/drawing/2014/main" id="{E5446FD2-B9FC-44CD-8AA5-6BA3E3B01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Spanish National ID</a:t>
            </a:r>
          </a:p>
        </p:txBody>
      </p:sp>
      <p:sp>
        <p:nvSpPr>
          <p:cNvPr id="2" name="counter-27">
            <a:extLst xmlns:a="http://schemas.openxmlformats.org/drawingml/2006/main">
              <a:ext uri="{FF2B5EF4-FFF2-40B4-BE49-F238E27FC236}">
                <a16:creationId xmlns:a16="http://schemas.microsoft.com/office/drawing/2014/main" id="{B5461286-F4C4-4C1C-B433-6633A9685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116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131-135 of 150</a:t>
            </a:r>
          </a:p>
        </p:txBody>
      </p:sp>
      <p:sp>
        <p:nvSpPr>
          <p:cNvPr id="3" name="record-panel-27-1">
            <a:extLst xmlns:a="http://schemas.openxmlformats.org/drawingml/2006/main">
              <a:ext uri="{FF2B5EF4-FFF2-40B4-BE49-F238E27FC236}">
                <a16:creationId xmlns:a16="http://schemas.microsoft.com/office/drawing/2014/main" id="{D0718049-40DB-4DD3-AD89-8B2AED19C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27-1">
            <a:extLst xmlns:a="http://schemas.openxmlformats.org/drawingml/2006/main">
              <a:ext uri="{FF2B5EF4-FFF2-40B4-BE49-F238E27FC236}">
                <a16:creationId xmlns:a16="http://schemas.microsoft.com/office/drawing/2014/main" id="{0B4D24F7-8D81-4B73-B5B2-00EBF4DAF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TEST-131  |  Documento Nacional de Identidad (DNI): 10000130-Y</a:t>
            </a:r>
          </a:p>
        </p:txBody>
      </p:sp>
      <p:sp>
        <p:nvSpPr>
          <p:cNvPr id="5" name="record-person-27-1">
            <a:extLst xmlns:a="http://schemas.openxmlformats.org/drawingml/2006/main">
              <a:ext uri="{FF2B5EF4-FFF2-40B4-BE49-F238E27FC236}">
                <a16:creationId xmlns:a16="http://schemas.microsoft.com/office/drawing/2014/main" id="{125FDE83-7071-4A19-B370-B68BF132C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Diego Ruben Dominguez  |  Physical Address: Calle Prado Verde 5717, 47001 Valladolid, España</a:t>
            </a:r>
          </a:p>
        </p:txBody>
      </p:sp>
      <p:sp>
        <p:nvSpPr>
          <p:cNvPr id="6" name="record-evidence-27-1">
            <a:extLst xmlns:a="http://schemas.openxmlformats.org/drawingml/2006/main">
              <a:ext uri="{FF2B5EF4-FFF2-40B4-BE49-F238E27FC236}">
                <a16:creationId xmlns:a16="http://schemas.microsoft.com/office/drawing/2014/main" id="{F8FF9AC0-2ABB-4BB8-9BEE-69A5E826A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Documento nacional de identidad; DNI; Ministerio del Interior</a:t>
            </a:r>
          </a:p>
        </p:txBody>
      </p:sp>
      <p:sp>
        <p:nvSpPr>
          <p:cNvPr id="7" name="record-panel-27-2">
            <a:extLst xmlns:a="http://schemas.openxmlformats.org/drawingml/2006/main">
              <a:ext uri="{FF2B5EF4-FFF2-40B4-BE49-F238E27FC236}">
                <a16:creationId xmlns:a16="http://schemas.microsoft.com/office/drawing/2014/main" id="{9C79767F-B6A3-4A2C-9600-C4905AAE6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27-2">
            <a:extLst xmlns:a="http://schemas.openxmlformats.org/drawingml/2006/main">
              <a:ext uri="{FF2B5EF4-FFF2-40B4-BE49-F238E27FC236}">
                <a16:creationId xmlns:a16="http://schemas.microsoft.com/office/drawing/2014/main" id="{40AFF059-39A6-4FE7-8EDD-F3497FE1E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TEST-132  |  Documento Nacional de Identidad (DNI): 10000131-F</a:t>
            </a:r>
          </a:p>
        </p:txBody>
      </p:sp>
      <p:sp>
        <p:nvSpPr>
          <p:cNvPr id="9" name="record-person-27-2">
            <a:extLst xmlns:a="http://schemas.openxmlformats.org/drawingml/2006/main">
              <a:ext uri="{FF2B5EF4-FFF2-40B4-BE49-F238E27FC236}">
                <a16:creationId xmlns:a16="http://schemas.microsoft.com/office/drawing/2014/main" id="{CF6DE02A-9D81-4BC7-96B1-DBF380A3E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Carmen Javier Hernandez  |  Physical Address: Calle Rosal Verde 5754, 29001 Malaga, España</a:t>
            </a:r>
          </a:p>
        </p:txBody>
      </p:sp>
      <p:sp>
        <p:nvSpPr>
          <p:cNvPr id="10" name="record-evidence-27-2">
            <a:extLst xmlns:a="http://schemas.openxmlformats.org/drawingml/2006/main">
              <a:ext uri="{FF2B5EF4-FFF2-40B4-BE49-F238E27FC236}">
                <a16:creationId xmlns:a16="http://schemas.microsoft.com/office/drawing/2014/main" id="{1A05AF6A-9B71-4656-A298-410290D43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Documento nacional de identidad; DNI; Ministerio del Interior</a:t>
            </a:r>
          </a:p>
        </p:txBody>
      </p:sp>
      <p:sp>
        <p:nvSpPr>
          <p:cNvPr id="11" name="record-panel-27-3">
            <a:extLst xmlns:a="http://schemas.openxmlformats.org/drawingml/2006/main">
              <a:ext uri="{FF2B5EF4-FFF2-40B4-BE49-F238E27FC236}">
                <a16:creationId xmlns:a16="http://schemas.microsoft.com/office/drawing/2014/main" id="{41EE7482-1211-4A3B-A10D-E401223A0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27-3">
            <a:extLst xmlns:a="http://schemas.openxmlformats.org/drawingml/2006/main">
              <a:ext uri="{FF2B5EF4-FFF2-40B4-BE49-F238E27FC236}">
                <a16:creationId xmlns:a16="http://schemas.microsoft.com/office/drawing/2014/main" id="{384BAA00-A51D-47F3-8763-80A00233D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TEST-133  |  Documento Nacional de Identidad (DNI): 10000132-P</a:t>
            </a:r>
          </a:p>
        </p:txBody>
      </p:sp>
      <p:sp>
        <p:nvSpPr>
          <p:cNvPr id="13" name="record-person-27-3">
            <a:extLst xmlns:a="http://schemas.openxmlformats.org/drawingml/2006/main">
              <a:ext uri="{FF2B5EF4-FFF2-40B4-BE49-F238E27FC236}">
                <a16:creationId xmlns:a16="http://schemas.microsoft.com/office/drawing/2014/main" id="{EFF06AB3-2B96-4744-B29F-060EB6054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Pablo Nora Gonzalez  |  Physical Address: Calle Alameda Vieja 5791, 28013 Madrid, España</a:t>
            </a:r>
          </a:p>
        </p:txBody>
      </p:sp>
      <p:sp>
        <p:nvSpPr>
          <p:cNvPr id="14" name="record-evidence-27-3">
            <a:extLst xmlns:a="http://schemas.openxmlformats.org/drawingml/2006/main">
              <a:ext uri="{FF2B5EF4-FFF2-40B4-BE49-F238E27FC236}">
                <a16:creationId xmlns:a16="http://schemas.microsoft.com/office/drawing/2014/main" id="{D72354D1-A1AA-4FE9-9A02-B9D90F113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Documento nacional de identidad; DNI; Ministerio del Interior</a:t>
            </a:r>
          </a:p>
        </p:txBody>
      </p:sp>
      <p:sp>
        <p:nvSpPr>
          <p:cNvPr id="15" name="record-panel-27-4">
            <a:extLst xmlns:a="http://schemas.openxmlformats.org/drawingml/2006/main">
              <a:ext uri="{FF2B5EF4-FFF2-40B4-BE49-F238E27FC236}">
                <a16:creationId xmlns:a16="http://schemas.microsoft.com/office/drawing/2014/main" id="{7AD69F0F-F12D-49B7-A85E-49DED4E60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27-4">
            <a:extLst xmlns:a="http://schemas.openxmlformats.org/drawingml/2006/main">
              <a:ext uri="{FF2B5EF4-FFF2-40B4-BE49-F238E27FC236}">
                <a16:creationId xmlns:a16="http://schemas.microsoft.com/office/drawing/2014/main" id="{2732423C-CCD4-4110-8391-0B74CDD2F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TEST-134  |  Documento Nacional de Identidad (DNI): 10000133-D</a:t>
            </a:r>
          </a:p>
        </p:txBody>
      </p:sp>
      <p:sp>
        <p:nvSpPr>
          <p:cNvPr id="17" name="record-person-27-4">
            <a:extLst xmlns:a="http://schemas.openxmlformats.org/drawingml/2006/main">
              <a:ext uri="{FF2B5EF4-FFF2-40B4-BE49-F238E27FC236}">
                <a16:creationId xmlns:a16="http://schemas.microsoft.com/office/drawing/2014/main" id="{73D8D91F-69A6-4B66-8351-71D1F9A66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Valeria Mateo Alvarez  |  Physical Address: Calle Almendro Vieja 5828, 03001 Alicante, España</a:t>
            </a:r>
          </a:p>
        </p:txBody>
      </p:sp>
      <p:sp>
        <p:nvSpPr>
          <p:cNvPr id="18" name="record-evidence-27-4">
            <a:extLst xmlns:a="http://schemas.openxmlformats.org/drawingml/2006/main">
              <a:ext uri="{FF2B5EF4-FFF2-40B4-BE49-F238E27FC236}">
                <a16:creationId xmlns:a16="http://schemas.microsoft.com/office/drawing/2014/main" id="{4BECFF16-2490-476F-B744-81AE911EA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Documento nacional de identidad; DNI; Ministerio del Interior</a:t>
            </a:r>
          </a:p>
        </p:txBody>
      </p:sp>
      <p:sp>
        <p:nvSpPr>
          <p:cNvPr id="19" name="record-panel-27-5">
            <a:extLst xmlns:a="http://schemas.openxmlformats.org/drawingml/2006/main">
              <a:ext uri="{FF2B5EF4-FFF2-40B4-BE49-F238E27FC236}">
                <a16:creationId xmlns:a16="http://schemas.microsoft.com/office/drawing/2014/main" id="{7F00E92F-94B9-42E0-B0F4-9BB9A7980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27-5">
            <a:extLst xmlns:a="http://schemas.openxmlformats.org/drawingml/2006/main">
              <a:ext uri="{FF2B5EF4-FFF2-40B4-BE49-F238E27FC236}">
                <a16:creationId xmlns:a16="http://schemas.microsoft.com/office/drawing/2014/main" id="{2EC36C57-9A43-4658-8E5D-A3CED0D13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TEST-135  |  Documento Nacional de Identidad (DNI): 10000134-X</a:t>
            </a:r>
          </a:p>
        </p:txBody>
      </p:sp>
      <p:sp>
        <p:nvSpPr>
          <p:cNvPr id="21" name="record-person-27-5">
            <a:extLst xmlns:a="http://schemas.openxmlformats.org/drawingml/2006/main">
              <a:ext uri="{FF2B5EF4-FFF2-40B4-BE49-F238E27FC236}">
                <a16:creationId xmlns:a16="http://schemas.microsoft.com/office/drawing/2014/main" id="{A8A146E7-38E0-4F04-B442-B068250F6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Alejandro Ruben Martinez  |  Physical Address: Calle Azahar Vieja 5865, 46001 Valencia, España</a:t>
            </a:r>
          </a:p>
        </p:txBody>
      </p:sp>
      <p:sp>
        <p:nvSpPr>
          <p:cNvPr id="22" name="record-evidence-27-5">
            <a:extLst xmlns:a="http://schemas.openxmlformats.org/drawingml/2006/main">
              <a:ext uri="{FF2B5EF4-FFF2-40B4-BE49-F238E27FC236}">
                <a16:creationId xmlns:a16="http://schemas.microsoft.com/office/drawing/2014/main" id="{34D17AD8-398C-4596-9939-51F123DF6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Documento nacional de identidad; DNI; Ministerio del Interior</a:t>
            </a:r>
          </a:p>
        </p:txBody>
      </p:sp>
      <p:sp>
        <p:nvSpPr>
          <p:cNvPr id="23" name="footer-27">
            <a:extLst xmlns:a="http://schemas.openxmlformats.org/drawingml/2006/main">
              <a:ext uri="{FF2B5EF4-FFF2-40B4-BE49-F238E27FC236}">
                <a16:creationId xmlns:a16="http://schemas.microsoft.com/office/drawing/2014/main" id="{DFA3E062-A15C-41AA-B886-ACE5C200F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Spain DNI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11147998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28">
            <a:extLst xmlns:a="http://schemas.openxmlformats.org/drawingml/2006/main">
              <a:ext uri="{FF2B5EF4-FFF2-40B4-BE49-F238E27FC236}">
                <a16:creationId xmlns:a16="http://schemas.microsoft.com/office/drawing/2014/main" id="{CEC6C29F-BB5B-466F-8274-17488615C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Spanish National ID</a:t>
            </a:r>
          </a:p>
        </p:txBody>
      </p:sp>
      <p:sp>
        <p:nvSpPr>
          <p:cNvPr id="2" name="counter-28">
            <a:extLst xmlns:a="http://schemas.openxmlformats.org/drawingml/2006/main">
              <a:ext uri="{FF2B5EF4-FFF2-40B4-BE49-F238E27FC236}">
                <a16:creationId xmlns:a16="http://schemas.microsoft.com/office/drawing/2014/main" id="{EC39DBB9-2C39-4C85-BFEC-5F5141A49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116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136-140 of 150</a:t>
            </a:r>
          </a:p>
        </p:txBody>
      </p:sp>
      <p:sp>
        <p:nvSpPr>
          <p:cNvPr id="3" name="record-panel-28-1">
            <a:extLst xmlns:a="http://schemas.openxmlformats.org/drawingml/2006/main">
              <a:ext uri="{FF2B5EF4-FFF2-40B4-BE49-F238E27FC236}">
                <a16:creationId xmlns:a16="http://schemas.microsoft.com/office/drawing/2014/main" id="{E692BAAA-2003-42B8-AC3A-52EEC9089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28-1">
            <a:extLst xmlns:a="http://schemas.openxmlformats.org/drawingml/2006/main">
              <a:ext uri="{FF2B5EF4-FFF2-40B4-BE49-F238E27FC236}">
                <a16:creationId xmlns:a16="http://schemas.microsoft.com/office/drawing/2014/main" id="{6DB93D8A-0E24-4BC5-8BED-4B3F99A5B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TEST-136  |  Documento Nacional de Identidad (DNI): 10000135-B</a:t>
            </a:r>
          </a:p>
        </p:txBody>
      </p:sp>
      <p:sp>
        <p:nvSpPr>
          <p:cNvPr id="5" name="record-person-28-1">
            <a:extLst xmlns:a="http://schemas.openxmlformats.org/drawingml/2006/main">
              <a:ext uri="{FF2B5EF4-FFF2-40B4-BE49-F238E27FC236}">
                <a16:creationId xmlns:a16="http://schemas.microsoft.com/office/drawing/2014/main" id="{11FC3BFD-50F0-4860-A2AB-C937FC354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Paula Javier Gutierrez  |  Physical Address: Calle Castillo Vieja 5902, 18001 Granada, España</a:t>
            </a:r>
          </a:p>
        </p:txBody>
      </p:sp>
      <p:sp>
        <p:nvSpPr>
          <p:cNvPr id="6" name="record-evidence-28-1">
            <a:extLst xmlns:a="http://schemas.openxmlformats.org/drawingml/2006/main">
              <a:ext uri="{FF2B5EF4-FFF2-40B4-BE49-F238E27FC236}">
                <a16:creationId xmlns:a16="http://schemas.microsoft.com/office/drawing/2014/main" id="{D53C3F28-4A0B-42D5-96E9-D1C5F3639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Documento nacional de identidad; DNI; Ministerio del Interior</a:t>
            </a:r>
          </a:p>
        </p:txBody>
      </p:sp>
      <p:sp>
        <p:nvSpPr>
          <p:cNvPr id="7" name="record-panel-28-2">
            <a:extLst xmlns:a="http://schemas.openxmlformats.org/drawingml/2006/main">
              <a:ext uri="{FF2B5EF4-FFF2-40B4-BE49-F238E27FC236}">
                <a16:creationId xmlns:a16="http://schemas.microsoft.com/office/drawing/2014/main" id="{B6F84027-F2C4-427B-BE0E-D1680566F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28-2">
            <a:extLst xmlns:a="http://schemas.openxmlformats.org/drawingml/2006/main">
              <a:ext uri="{FF2B5EF4-FFF2-40B4-BE49-F238E27FC236}">
                <a16:creationId xmlns:a16="http://schemas.microsoft.com/office/drawing/2014/main" id="{08DC41EE-75A8-4647-8D40-D3106D58A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TEST-137  |  Documento Nacional de Identidad (DNI): 10000136-N</a:t>
            </a:r>
          </a:p>
        </p:txBody>
      </p:sp>
      <p:sp>
        <p:nvSpPr>
          <p:cNvPr id="9" name="record-person-28-2">
            <a:extLst xmlns:a="http://schemas.openxmlformats.org/drawingml/2006/main">
              <a:ext uri="{FF2B5EF4-FFF2-40B4-BE49-F238E27FC236}">
                <a16:creationId xmlns:a16="http://schemas.microsoft.com/office/drawing/2014/main" id="{F1BB685C-C8BE-4C3D-9A49-F6C7B1DE7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Daniel Pablo Martin  |  Physical Address: Calle Encina Vieja 5939, 48001 Bilbao, España</a:t>
            </a:r>
          </a:p>
        </p:txBody>
      </p:sp>
      <p:sp>
        <p:nvSpPr>
          <p:cNvPr id="10" name="record-evidence-28-2">
            <a:extLst xmlns:a="http://schemas.openxmlformats.org/drawingml/2006/main">
              <a:ext uri="{FF2B5EF4-FFF2-40B4-BE49-F238E27FC236}">
                <a16:creationId xmlns:a16="http://schemas.microsoft.com/office/drawing/2014/main" id="{3D16EEA1-3049-4418-9C4A-481504387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Documento nacional de identidad; DNI; Ministerio del Interior</a:t>
            </a:r>
          </a:p>
        </p:txBody>
      </p:sp>
      <p:sp>
        <p:nvSpPr>
          <p:cNvPr id="11" name="record-panel-28-3">
            <a:extLst xmlns:a="http://schemas.openxmlformats.org/drawingml/2006/main">
              <a:ext uri="{FF2B5EF4-FFF2-40B4-BE49-F238E27FC236}">
                <a16:creationId xmlns:a16="http://schemas.microsoft.com/office/drawing/2014/main" id="{C61EBFAC-6774-4079-8761-03170CC09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28-3">
            <a:extLst xmlns:a="http://schemas.openxmlformats.org/drawingml/2006/main">
              <a:ext uri="{FF2B5EF4-FFF2-40B4-BE49-F238E27FC236}">
                <a16:creationId xmlns:a16="http://schemas.microsoft.com/office/drawing/2014/main" id="{5B3F1761-31B7-446C-8A0F-D3D248112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TEST-138  |  Documento Nacional de Identidad (DNI): 10000137-J</a:t>
            </a:r>
          </a:p>
        </p:txBody>
      </p:sp>
      <p:sp>
        <p:nvSpPr>
          <p:cNvPr id="13" name="record-person-28-3">
            <a:extLst xmlns:a="http://schemas.openxmlformats.org/drawingml/2006/main">
              <a:ext uri="{FF2B5EF4-FFF2-40B4-BE49-F238E27FC236}">
                <a16:creationId xmlns:a16="http://schemas.microsoft.com/office/drawing/2014/main" id="{792B8538-0726-4031-9A1A-15AC861CF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Martina Mateo Vazquez  |  Physical Address: Calle Fuente Vieja 5976, 14001 Cordoba, España</a:t>
            </a:r>
          </a:p>
        </p:txBody>
      </p:sp>
      <p:sp>
        <p:nvSpPr>
          <p:cNvPr id="14" name="record-evidence-28-3">
            <a:extLst xmlns:a="http://schemas.openxmlformats.org/drawingml/2006/main">
              <a:ext uri="{FF2B5EF4-FFF2-40B4-BE49-F238E27FC236}">
                <a16:creationId xmlns:a16="http://schemas.microsoft.com/office/drawing/2014/main" id="{9A0BCE90-D06D-4B4F-AC18-BFA783E33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Documento nacional de identidad; DNI; Ministerio del Interior</a:t>
            </a:r>
          </a:p>
        </p:txBody>
      </p:sp>
      <p:sp>
        <p:nvSpPr>
          <p:cNvPr id="15" name="record-panel-28-4">
            <a:extLst xmlns:a="http://schemas.openxmlformats.org/drawingml/2006/main">
              <a:ext uri="{FF2B5EF4-FFF2-40B4-BE49-F238E27FC236}">
                <a16:creationId xmlns:a16="http://schemas.microsoft.com/office/drawing/2014/main" id="{2E2CF6D8-F5E9-4AEB-8154-1DB966736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28-4">
            <a:extLst xmlns:a="http://schemas.openxmlformats.org/drawingml/2006/main">
              <a:ext uri="{FF2B5EF4-FFF2-40B4-BE49-F238E27FC236}">
                <a16:creationId xmlns:a16="http://schemas.microsoft.com/office/drawing/2014/main" id="{BA64DC26-ED37-49A4-8AFC-2CF25B352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TEST-139  |  Documento Nacional de Identidad (DNI): 10000138-Z</a:t>
            </a:r>
          </a:p>
        </p:txBody>
      </p:sp>
      <p:sp>
        <p:nvSpPr>
          <p:cNvPr id="17" name="record-person-28-4">
            <a:extLst xmlns:a="http://schemas.openxmlformats.org/drawingml/2006/main">
              <a:ext uri="{FF2B5EF4-FFF2-40B4-BE49-F238E27FC236}">
                <a16:creationId xmlns:a16="http://schemas.microsoft.com/office/drawing/2014/main" id="{CA342683-C66A-4E39-B0C4-14E87C97E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Mateo Ruben Hernandez  |  Physical Address: Calle Jazmin Vieja 6013, 50001 Zaragoza, España</a:t>
            </a:r>
          </a:p>
        </p:txBody>
      </p:sp>
      <p:sp>
        <p:nvSpPr>
          <p:cNvPr id="18" name="record-evidence-28-4">
            <a:extLst xmlns:a="http://schemas.openxmlformats.org/drawingml/2006/main">
              <a:ext uri="{FF2B5EF4-FFF2-40B4-BE49-F238E27FC236}">
                <a16:creationId xmlns:a16="http://schemas.microsoft.com/office/drawing/2014/main" id="{0DA76E86-215D-4733-BB7F-F9A1E5745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Documento nacional de identidad; DNI; Ministerio del Interior</a:t>
            </a:r>
          </a:p>
        </p:txBody>
      </p:sp>
      <p:sp>
        <p:nvSpPr>
          <p:cNvPr id="19" name="record-panel-28-5">
            <a:extLst xmlns:a="http://schemas.openxmlformats.org/drawingml/2006/main">
              <a:ext uri="{FF2B5EF4-FFF2-40B4-BE49-F238E27FC236}">
                <a16:creationId xmlns:a16="http://schemas.microsoft.com/office/drawing/2014/main" id="{6E439FE1-A674-48E7-96B3-059D0DB91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28-5">
            <a:extLst xmlns:a="http://schemas.openxmlformats.org/drawingml/2006/main">
              <a:ext uri="{FF2B5EF4-FFF2-40B4-BE49-F238E27FC236}">
                <a16:creationId xmlns:a16="http://schemas.microsoft.com/office/drawing/2014/main" id="{525E7C0F-6B43-406B-B6A5-6FC8E7378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TEST-140  |  Documento Nacional de Identidad (DNI): 10000139-S</a:t>
            </a:r>
          </a:p>
        </p:txBody>
      </p:sp>
      <p:sp>
        <p:nvSpPr>
          <p:cNvPr id="21" name="record-person-28-5">
            <a:extLst xmlns:a="http://schemas.openxmlformats.org/drawingml/2006/main">
              <a:ext uri="{FF2B5EF4-FFF2-40B4-BE49-F238E27FC236}">
                <a16:creationId xmlns:a16="http://schemas.microsoft.com/office/drawing/2014/main" id="{4B467181-5D3E-48A2-870D-70035B015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Sofia Javier Gonzalez  |  Physical Address: Calle Laurel Vieja 6050, 08002 Barcelona, España</a:t>
            </a:r>
          </a:p>
        </p:txBody>
      </p:sp>
      <p:sp>
        <p:nvSpPr>
          <p:cNvPr id="22" name="record-evidence-28-5">
            <a:extLst xmlns:a="http://schemas.openxmlformats.org/drawingml/2006/main">
              <a:ext uri="{FF2B5EF4-FFF2-40B4-BE49-F238E27FC236}">
                <a16:creationId xmlns:a16="http://schemas.microsoft.com/office/drawing/2014/main" id="{243792E5-424A-48BE-9B8A-BD00E34FE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Documento nacional de identidad; DNI; Ministerio del Interior</a:t>
            </a:r>
          </a:p>
        </p:txBody>
      </p:sp>
      <p:sp>
        <p:nvSpPr>
          <p:cNvPr id="23" name="footer-28">
            <a:extLst xmlns:a="http://schemas.openxmlformats.org/drawingml/2006/main">
              <a:ext uri="{FF2B5EF4-FFF2-40B4-BE49-F238E27FC236}">
                <a16:creationId xmlns:a16="http://schemas.microsoft.com/office/drawing/2014/main" id="{712A7CC7-AAFC-4BD8-AF2E-30CC48639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Spain DNI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461816161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29">
            <a:extLst xmlns:a="http://schemas.openxmlformats.org/drawingml/2006/main">
              <a:ext uri="{FF2B5EF4-FFF2-40B4-BE49-F238E27FC236}">
                <a16:creationId xmlns:a16="http://schemas.microsoft.com/office/drawing/2014/main" id="{FF725070-BB11-489F-80F2-E17B7D004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Spanish National ID</a:t>
            </a:r>
          </a:p>
        </p:txBody>
      </p:sp>
      <p:sp>
        <p:nvSpPr>
          <p:cNvPr id="2" name="counter-29">
            <a:extLst xmlns:a="http://schemas.openxmlformats.org/drawingml/2006/main">
              <a:ext uri="{FF2B5EF4-FFF2-40B4-BE49-F238E27FC236}">
                <a16:creationId xmlns:a16="http://schemas.microsoft.com/office/drawing/2014/main" id="{D0E7C1FE-7037-4E34-BBD4-9B9C87CB0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116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141-145 of 150</a:t>
            </a:r>
          </a:p>
        </p:txBody>
      </p:sp>
      <p:sp>
        <p:nvSpPr>
          <p:cNvPr id="3" name="record-panel-29-1">
            <a:extLst xmlns:a="http://schemas.openxmlformats.org/drawingml/2006/main">
              <a:ext uri="{FF2B5EF4-FFF2-40B4-BE49-F238E27FC236}">
                <a16:creationId xmlns:a16="http://schemas.microsoft.com/office/drawing/2014/main" id="{027A34E2-BCA8-489D-9EAC-9FE0BE8B4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29-1">
            <a:extLst xmlns:a="http://schemas.openxmlformats.org/drawingml/2006/main">
              <a:ext uri="{FF2B5EF4-FFF2-40B4-BE49-F238E27FC236}">
                <a16:creationId xmlns:a16="http://schemas.microsoft.com/office/drawing/2014/main" id="{3BA87BB3-6CF9-4EEC-9ACF-BF979C9D2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TEST-141  |  Documento Nacional de Identidad (DNI): 10000140-Q</a:t>
            </a:r>
          </a:p>
        </p:txBody>
      </p:sp>
      <p:sp>
        <p:nvSpPr>
          <p:cNvPr id="5" name="record-person-29-1">
            <a:extLst xmlns:a="http://schemas.openxmlformats.org/drawingml/2006/main">
              <a:ext uri="{FF2B5EF4-FFF2-40B4-BE49-F238E27FC236}">
                <a16:creationId xmlns:a16="http://schemas.microsoft.com/office/drawing/2014/main" id="{C9E681BF-5740-418A-9FAB-EB4BCCCA2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Hugo Pablo Alvarez  |  Physical Address: Calle Olivo Vieja 6087, 30001 Murcia, España</a:t>
            </a:r>
          </a:p>
        </p:txBody>
      </p:sp>
      <p:sp>
        <p:nvSpPr>
          <p:cNvPr id="6" name="record-evidence-29-1">
            <a:extLst xmlns:a="http://schemas.openxmlformats.org/drawingml/2006/main">
              <a:ext uri="{FF2B5EF4-FFF2-40B4-BE49-F238E27FC236}">
                <a16:creationId xmlns:a16="http://schemas.microsoft.com/office/drawing/2014/main" id="{2408E068-B658-481C-8F3A-27D75B700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Documento nacional de identidad; DNI; Ministerio del Interior</a:t>
            </a:r>
          </a:p>
        </p:txBody>
      </p:sp>
      <p:sp>
        <p:nvSpPr>
          <p:cNvPr id="7" name="record-panel-29-2">
            <a:extLst xmlns:a="http://schemas.openxmlformats.org/drawingml/2006/main">
              <a:ext uri="{FF2B5EF4-FFF2-40B4-BE49-F238E27FC236}">
                <a16:creationId xmlns:a16="http://schemas.microsoft.com/office/drawing/2014/main" id="{9D75FE87-7637-489B-B2E8-BAE4357BD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29-2">
            <a:extLst xmlns:a="http://schemas.openxmlformats.org/drawingml/2006/main">
              <a:ext uri="{FF2B5EF4-FFF2-40B4-BE49-F238E27FC236}">
                <a16:creationId xmlns:a16="http://schemas.microsoft.com/office/drawing/2014/main" id="{395C369B-431F-4CAC-A110-ADC52FC16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TEST-142  |  Documento Nacional de Identidad (DNI): 10000141-V</a:t>
            </a:r>
          </a:p>
        </p:txBody>
      </p:sp>
      <p:sp>
        <p:nvSpPr>
          <p:cNvPr id="9" name="record-person-29-2">
            <a:extLst xmlns:a="http://schemas.openxmlformats.org/drawingml/2006/main">
              <a:ext uri="{FF2B5EF4-FFF2-40B4-BE49-F238E27FC236}">
                <a16:creationId xmlns:a16="http://schemas.microsoft.com/office/drawing/2014/main" id="{ACC437CE-2D6F-4A43-921C-772489978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Lucia Mateo Sanchez  |  Physical Address: Calle Palmera Vieja 6124, 41001 Sevilla, España</a:t>
            </a:r>
          </a:p>
        </p:txBody>
      </p:sp>
      <p:sp>
        <p:nvSpPr>
          <p:cNvPr id="10" name="record-evidence-29-2">
            <a:extLst xmlns:a="http://schemas.openxmlformats.org/drawingml/2006/main">
              <a:ext uri="{FF2B5EF4-FFF2-40B4-BE49-F238E27FC236}">
                <a16:creationId xmlns:a16="http://schemas.microsoft.com/office/drawing/2014/main" id="{90059A3B-7BCE-40BD-AC18-8622387F5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Documento nacional de identidad; DNI; Ministerio del Interior</a:t>
            </a:r>
          </a:p>
        </p:txBody>
      </p:sp>
      <p:sp>
        <p:nvSpPr>
          <p:cNvPr id="11" name="record-panel-29-3">
            <a:extLst xmlns:a="http://schemas.openxmlformats.org/drawingml/2006/main">
              <a:ext uri="{FF2B5EF4-FFF2-40B4-BE49-F238E27FC236}">
                <a16:creationId xmlns:a16="http://schemas.microsoft.com/office/drawing/2014/main" id="{0AA1A79B-8307-4AB1-B646-940D0CB77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29-3">
            <a:extLst xmlns:a="http://schemas.openxmlformats.org/drawingml/2006/main">
              <a:ext uri="{FF2B5EF4-FFF2-40B4-BE49-F238E27FC236}">
                <a16:creationId xmlns:a16="http://schemas.microsoft.com/office/drawing/2014/main" id="{EEF7D55D-DB8D-4BB1-9A07-FFFBC51FB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TEST-143  |  Documento Nacional de Identidad (DNI): 10000142-H</a:t>
            </a:r>
          </a:p>
        </p:txBody>
      </p:sp>
      <p:sp>
        <p:nvSpPr>
          <p:cNvPr id="13" name="record-person-29-3">
            <a:extLst xmlns:a="http://schemas.openxmlformats.org/drawingml/2006/main">
              <a:ext uri="{FF2B5EF4-FFF2-40B4-BE49-F238E27FC236}">
                <a16:creationId xmlns:a16="http://schemas.microsoft.com/office/drawing/2014/main" id="{A73C087B-6ADD-4F4B-AC75-A9A41CC3C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Carlos Irene Gutierrez  |  Physical Address: Calle Prado Vieja 6161, 47001 Valladolid, España</a:t>
            </a:r>
          </a:p>
        </p:txBody>
      </p:sp>
      <p:sp>
        <p:nvSpPr>
          <p:cNvPr id="14" name="record-evidence-29-3">
            <a:extLst xmlns:a="http://schemas.openxmlformats.org/drawingml/2006/main">
              <a:ext uri="{FF2B5EF4-FFF2-40B4-BE49-F238E27FC236}">
                <a16:creationId xmlns:a16="http://schemas.microsoft.com/office/drawing/2014/main" id="{DFC16D7E-49B7-4F83-A786-900D6F601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Documento nacional de identidad; DNI; Ministerio del Interior</a:t>
            </a:r>
          </a:p>
        </p:txBody>
      </p:sp>
      <p:sp>
        <p:nvSpPr>
          <p:cNvPr id="15" name="record-panel-29-4">
            <a:extLst xmlns:a="http://schemas.openxmlformats.org/drawingml/2006/main">
              <a:ext uri="{FF2B5EF4-FFF2-40B4-BE49-F238E27FC236}">
                <a16:creationId xmlns:a16="http://schemas.microsoft.com/office/drawing/2014/main" id="{100D5117-C397-4704-BAE6-7F2D91240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29-4">
            <a:extLst xmlns:a="http://schemas.openxmlformats.org/drawingml/2006/main">
              <a:ext uri="{FF2B5EF4-FFF2-40B4-BE49-F238E27FC236}">
                <a16:creationId xmlns:a16="http://schemas.microsoft.com/office/drawing/2014/main" id="{DFD0C60A-09E4-4569-9AE8-426D9F139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TEST-144  |  Documento Nacional de Identidad (DNI): 10000143-L</a:t>
            </a:r>
          </a:p>
        </p:txBody>
      </p:sp>
      <p:sp>
        <p:nvSpPr>
          <p:cNvPr id="17" name="record-person-29-4">
            <a:extLst xmlns:a="http://schemas.openxmlformats.org/drawingml/2006/main">
              <a:ext uri="{FF2B5EF4-FFF2-40B4-BE49-F238E27FC236}">
                <a16:creationId xmlns:a16="http://schemas.microsoft.com/office/drawing/2014/main" id="{CD468446-01A2-4C48-81FC-E1CB94DE4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Sara Alba Martin  |  Physical Address: Calle Rosal Vieja 6198, 29001 Malaga, España</a:t>
            </a:r>
          </a:p>
        </p:txBody>
      </p:sp>
      <p:sp>
        <p:nvSpPr>
          <p:cNvPr id="18" name="record-evidence-29-4">
            <a:extLst xmlns:a="http://schemas.openxmlformats.org/drawingml/2006/main">
              <a:ext uri="{FF2B5EF4-FFF2-40B4-BE49-F238E27FC236}">
                <a16:creationId xmlns:a16="http://schemas.microsoft.com/office/drawing/2014/main" id="{F7943358-A321-4E49-9206-3E14B5CFF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Documento nacional de identidad; DNI; Ministerio del Interior</a:t>
            </a:r>
          </a:p>
        </p:txBody>
      </p:sp>
      <p:sp>
        <p:nvSpPr>
          <p:cNvPr id="19" name="record-panel-29-5">
            <a:extLst xmlns:a="http://schemas.openxmlformats.org/drawingml/2006/main">
              <a:ext uri="{FF2B5EF4-FFF2-40B4-BE49-F238E27FC236}">
                <a16:creationId xmlns:a16="http://schemas.microsoft.com/office/drawing/2014/main" id="{E0EF8D1F-DDFD-4CB0-B1F6-1E49466C8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29-5">
            <a:extLst xmlns:a="http://schemas.openxmlformats.org/drawingml/2006/main">
              <a:ext uri="{FF2B5EF4-FFF2-40B4-BE49-F238E27FC236}">
                <a16:creationId xmlns:a16="http://schemas.microsoft.com/office/drawing/2014/main" id="{DFB4282F-E516-4944-BB96-5BE6A4D7B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TEST-145  |  Documento Nacional de Identidad (DNI): 10000144-C</a:t>
            </a:r>
          </a:p>
        </p:txBody>
      </p:sp>
      <p:sp>
        <p:nvSpPr>
          <p:cNvPr id="21" name="record-person-29-5">
            <a:extLst xmlns:a="http://schemas.openxmlformats.org/drawingml/2006/main">
              <a:ext uri="{FF2B5EF4-FFF2-40B4-BE49-F238E27FC236}">
                <a16:creationId xmlns:a16="http://schemas.microsoft.com/office/drawing/2014/main" id="{39DCC992-D92B-4079-BF72-E2CCB805F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Ruben Valeria Vazquez  |  Physical Address: Avenida Alameda Alta 6235, 28013 Madrid, España</a:t>
            </a:r>
          </a:p>
        </p:txBody>
      </p:sp>
      <p:sp>
        <p:nvSpPr>
          <p:cNvPr id="22" name="record-evidence-29-5">
            <a:extLst xmlns:a="http://schemas.openxmlformats.org/drawingml/2006/main">
              <a:ext uri="{FF2B5EF4-FFF2-40B4-BE49-F238E27FC236}">
                <a16:creationId xmlns:a16="http://schemas.microsoft.com/office/drawing/2014/main" id="{A117491E-128B-4CEB-A156-BA5A9C742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Documento nacional de identidad; DNI; Ministerio del Interior</a:t>
            </a:r>
          </a:p>
        </p:txBody>
      </p:sp>
      <p:sp>
        <p:nvSpPr>
          <p:cNvPr id="23" name="footer-29">
            <a:extLst xmlns:a="http://schemas.openxmlformats.org/drawingml/2006/main">
              <a:ext uri="{FF2B5EF4-FFF2-40B4-BE49-F238E27FC236}">
                <a16:creationId xmlns:a16="http://schemas.microsoft.com/office/drawing/2014/main" id="{E67FD616-C714-46E7-BCDF-9DC08081A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Spain DNI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701228133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30">
            <a:extLst xmlns:a="http://schemas.openxmlformats.org/drawingml/2006/main">
              <a:ext uri="{FF2B5EF4-FFF2-40B4-BE49-F238E27FC236}">
                <a16:creationId xmlns:a16="http://schemas.microsoft.com/office/drawing/2014/main" id="{7510EC4B-21AE-43F7-B6CA-30382D9B4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Spanish National ID</a:t>
            </a:r>
          </a:p>
        </p:txBody>
      </p:sp>
      <p:sp>
        <p:nvSpPr>
          <p:cNvPr id="2" name="counter-30">
            <a:extLst xmlns:a="http://schemas.openxmlformats.org/drawingml/2006/main">
              <a:ext uri="{FF2B5EF4-FFF2-40B4-BE49-F238E27FC236}">
                <a16:creationId xmlns:a16="http://schemas.microsoft.com/office/drawing/2014/main" id="{61150A1E-5046-4DAE-B1AA-340C2F08D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116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146-150 of 150</a:t>
            </a:r>
          </a:p>
        </p:txBody>
      </p:sp>
      <p:sp>
        <p:nvSpPr>
          <p:cNvPr id="3" name="record-panel-30-1">
            <a:extLst xmlns:a="http://schemas.openxmlformats.org/drawingml/2006/main">
              <a:ext uri="{FF2B5EF4-FFF2-40B4-BE49-F238E27FC236}">
                <a16:creationId xmlns:a16="http://schemas.microsoft.com/office/drawing/2014/main" id="{7A726E87-E8BD-43A7-8978-9CDFCD6A8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30-1">
            <a:extLst xmlns:a="http://schemas.openxmlformats.org/drawingml/2006/main">
              <a:ext uri="{FF2B5EF4-FFF2-40B4-BE49-F238E27FC236}">
                <a16:creationId xmlns:a16="http://schemas.microsoft.com/office/drawing/2014/main" id="{8FE4C574-6EF1-4201-A818-C4C74A847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TEST-146  |  Documento Nacional de Identidad (DNI): 10000145-K</a:t>
            </a:r>
          </a:p>
        </p:txBody>
      </p:sp>
      <p:sp>
        <p:nvSpPr>
          <p:cNvPr id="5" name="record-person-30-1">
            <a:extLst xmlns:a="http://schemas.openxmlformats.org/drawingml/2006/main">
              <a:ext uri="{FF2B5EF4-FFF2-40B4-BE49-F238E27FC236}">
                <a16:creationId xmlns:a16="http://schemas.microsoft.com/office/drawing/2014/main" id="{DA705165-2D38-4593-B38D-AB1D974C8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Irene Sofia Diaz  |  Physical Address: Avenida Almendro Alta 6272, 03001 Alicante, España</a:t>
            </a:r>
          </a:p>
        </p:txBody>
      </p:sp>
      <p:sp>
        <p:nvSpPr>
          <p:cNvPr id="6" name="record-evidence-30-1">
            <a:extLst xmlns:a="http://schemas.openxmlformats.org/drawingml/2006/main">
              <a:ext uri="{FF2B5EF4-FFF2-40B4-BE49-F238E27FC236}">
                <a16:creationId xmlns:a16="http://schemas.microsoft.com/office/drawing/2014/main" id="{16AD2FC8-A65C-4C71-9527-D47CFA24E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Documento nacional de identidad; DNI; Ministerio del Interior</a:t>
            </a:r>
          </a:p>
        </p:txBody>
      </p:sp>
      <p:sp>
        <p:nvSpPr>
          <p:cNvPr id="7" name="record-panel-30-2">
            <a:extLst xmlns:a="http://schemas.openxmlformats.org/drawingml/2006/main">
              <a:ext uri="{FF2B5EF4-FFF2-40B4-BE49-F238E27FC236}">
                <a16:creationId xmlns:a16="http://schemas.microsoft.com/office/drawing/2014/main" id="{8D8C544D-07DF-42F4-A8F0-3CADA921A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30-2">
            <a:extLst xmlns:a="http://schemas.openxmlformats.org/drawingml/2006/main">
              <a:ext uri="{FF2B5EF4-FFF2-40B4-BE49-F238E27FC236}">
                <a16:creationId xmlns:a16="http://schemas.microsoft.com/office/drawing/2014/main" id="{2B428F2C-C71F-4794-8F9A-B4EEB725E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TEST-147  |  Documento Nacional de Identidad (DNI): 10000146-E</a:t>
            </a:r>
          </a:p>
        </p:txBody>
      </p:sp>
      <p:sp>
        <p:nvSpPr>
          <p:cNvPr id="9" name="record-person-30-2">
            <a:extLst xmlns:a="http://schemas.openxmlformats.org/drawingml/2006/main">
              <a:ext uri="{FF2B5EF4-FFF2-40B4-BE49-F238E27FC236}">
                <a16:creationId xmlns:a16="http://schemas.microsoft.com/office/drawing/2014/main" id="{5F002709-FB81-458E-B9CB-5CD1F0F19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Marco Irene Gonzalez  |  Physical Address: Avenida Azahar Alta 6309, 46001 Valencia, España</a:t>
            </a:r>
          </a:p>
        </p:txBody>
      </p:sp>
      <p:sp>
        <p:nvSpPr>
          <p:cNvPr id="10" name="record-evidence-30-2">
            <a:extLst xmlns:a="http://schemas.openxmlformats.org/drawingml/2006/main">
              <a:ext uri="{FF2B5EF4-FFF2-40B4-BE49-F238E27FC236}">
                <a16:creationId xmlns:a16="http://schemas.microsoft.com/office/drawing/2014/main" id="{9297B4D4-B095-4E26-B706-6E90FB673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Documento nacional de identidad; DNI; Ministerio del Interior</a:t>
            </a:r>
          </a:p>
        </p:txBody>
      </p:sp>
      <p:sp>
        <p:nvSpPr>
          <p:cNvPr id="11" name="record-panel-30-3">
            <a:extLst xmlns:a="http://schemas.openxmlformats.org/drawingml/2006/main">
              <a:ext uri="{FF2B5EF4-FFF2-40B4-BE49-F238E27FC236}">
                <a16:creationId xmlns:a16="http://schemas.microsoft.com/office/drawing/2014/main" id="{47C0B72B-85D6-4340-A78E-0E0F26D2A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30-3">
            <a:extLst xmlns:a="http://schemas.openxmlformats.org/drawingml/2006/main">
              <a:ext uri="{FF2B5EF4-FFF2-40B4-BE49-F238E27FC236}">
                <a16:creationId xmlns:a16="http://schemas.microsoft.com/office/drawing/2014/main" id="{06F63809-779C-485C-91D3-272FE6EA2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TEST-148  |  Documento Nacional de Identidad (DNI): 10000147-T</a:t>
            </a:r>
          </a:p>
        </p:txBody>
      </p:sp>
      <p:sp>
        <p:nvSpPr>
          <p:cNvPr id="13" name="record-person-30-3">
            <a:extLst xmlns:a="http://schemas.openxmlformats.org/drawingml/2006/main">
              <a:ext uri="{FF2B5EF4-FFF2-40B4-BE49-F238E27FC236}">
                <a16:creationId xmlns:a16="http://schemas.microsoft.com/office/drawing/2014/main" id="{990AF7FD-A85B-486A-B01D-8607AF12D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Claudia Alba Alvarez  |  Physical Address: Avenida Castillo Alta 6346, 18001 Granada, España</a:t>
            </a:r>
          </a:p>
        </p:txBody>
      </p:sp>
      <p:sp>
        <p:nvSpPr>
          <p:cNvPr id="14" name="record-evidence-30-3">
            <a:extLst xmlns:a="http://schemas.openxmlformats.org/drawingml/2006/main">
              <a:ext uri="{FF2B5EF4-FFF2-40B4-BE49-F238E27FC236}">
                <a16:creationId xmlns:a16="http://schemas.microsoft.com/office/drawing/2014/main" id="{585D0593-A576-49C9-9879-0369C90FB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Documento nacional de identidad; DNI; Ministerio del Interior</a:t>
            </a:r>
          </a:p>
        </p:txBody>
      </p:sp>
      <p:sp>
        <p:nvSpPr>
          <p:cNvPr id="15" name="record-panel-30-4">
            <a:extLst xmlns:a="http://schemas.openxmlformats.org/drawingml/2006/main">
              <a:ext uri="{FF2B5EF4-FFF2-40B4-BE49-F238E27FC236}">
                <a16:creationId xmlns:a16="http://schemas.microsoft.com/office/drawing/2014/main" id="{0908F509-2B20-46D2-AF32-DBCAD5C56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30-4">
            <a:extLst xmlns:a="http://schemas.openxmlformats.org/drawingml/2006/main">
              <a:ext uri="{FF2B5EF4-FFF2-40B4-BE49-F238E27FC236}">
                <a16:creationId xmlns:a16="http://schemas.microsoft.com/office/drawing/2014/main" id="{329E56EF-2FDA-4236-8A00-3321DE53D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TEST-149  |  Documento Nacional de Identidad (DNI): 10000148-R</a:t>
            </a:r>
          </a:p>
        </p:txBody>
      </p:sp>
      <p:sp>
        <p:nvSpPr>
          <p:cNvPr id="17" name="record-person-30-4">
            <a:extLst xmlns:a="http://schemas.openxmlformats.org/drawingml/2006/main">
              <a:ext uri="{FF2B5EF4-FFF2-40B4-BE49-F238E27FC236}">
                <a16:creationId xmlns:a16="http://schemas.microsoft.com/office/drawing/2014/main" id="{20BA0815-9D0B-4CF6-A82A-926E793D8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Sergio Valeria Sanchez  |  Physical Address: Avenida Encina Alta 6383, 48001 Bilbao, España</a:t>
            </a:r>
          </a:p>
        </p:txBody>
      </p:sp>
      <p:sp>
        <p:nvSpPr>
          <p:cNvPr id="18" name="record-evidence-30-4">
            <a:extLst xmlns:a="http://schemas.openxmlformats.org/drawingml/2006/main">
              <a:ext uri="{FF2B5EF4-FFF2-40B4-BE49-F238E27FC236}">
                <a16:creationId xmlns:a16="http://schemas.microsoft.com/office/drawing/2014/main" id="{898A87AC-FEBB-4D74-B385-50E626BC3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Documento nacional de identidad; DNI; Ministerio del Interior</a:t>
            </a:r>
          </a:p>
        </p:txBody>
      </p:sp>
      <p:sp>
        <p:nvSpPr>
          <p:cNvPr id="19" name="record-panel-30-5">
            <a:extLst xmlns:a="http://schemas.openxmlformats.org/drawingml/2006/main">
              <a:ext uri="{FF2B5EF4-FFF2-40B4-BE49-F238E27FC236}">
                <a16:creationId xmlns:a16="http://schemas.microsoft.com/office/drawing/2014/main" id="{EFB52865-F397-4451-845F-267040409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30-5">
            <a:extLst xmlns:a="http://schemas.openxmlformats.org/drawingml/2006/main">
              <a:ext uri="{FF2B5EF4-FFF2-40B4-BE49-F238E27FC236}">
                <a16:creationId xmlns:a16="http://schemas.microsoft.com/office/drawing/2014/main" id="{37ED3935-7C9A-49D6-8A18-749430154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TEST-150  |  Documento Nacional de Identidad (DNI): 10000149-W</a:t>
            </a:r>
          </a:p>
        </p:txBody>
      </p:sp>
      <p:sp>
        <p:nvSpPr>
          <p:cNvPr id="21" name="record-person-30-5">
            <a:extLst xmlns:a="http://schemas.openxmlformats.org/drawingml/2006/main">
              <a:ext uri="{FF2B5EF4-FFF2-40B4-BE49-F238E27FC236}">
                <a16:creationId xmlns:a16="http://schemas.microsoft.com/office/drawing/2014/main" id="{51BD7912-47C0-489C-B56C-80925D462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Nora Sofia Navarro  |  Physical Address: Avenida Fuente Alta 6420, 14001 Cordoba, España</a:t>
            </a:r>
          </a:p>
        </p:txBody>
      </p:sp>
      <p:sp>
        <p:nvSpPr>
          <p:cNvPr id="22" name="record-evidence-30-5">
            <a:extLst xmlns:a="http://schemas.openxmlformats.org/drawingml/2006/main">
              <a:ext uri="{FF2B5EF4-FFF2-40B4-BE49-F238E27FC236}">
                <a16:creationId xmlns:a16="http://schemas.microsoft.com/office/drawing/2014/main" id="{BBA19482-0F53-4219-9416-4555E0FD6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Documento nacional de identidad; DNI; Ministerio del Interior</a:t>
            </a:r>
          </a:p>
        </p:txBody>
      </p:sp>
      <p:sp>
        <p:nvSpPr>
          <p:cNvPr id="23" name="footer-30">
            <a:extLst xmlns:a="http://schemas.openxmlformats.org/drawingml/2006/main">
              <a:ext uri="{FF2B5EF4-FFF2-40B4-BE49-F238E27FC236}">
                <a16:creationId xmlns:a16="http://schemas.microsoft.com/office/drawing/2014/main" id="{6D76BFFD-A27C-4869-BFA0-DDF2DDE9D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Spain DNI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193812953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2026-07-31T08:56:45.3220000Z</dcterms:created>
  <dcterms:modified xsi:type="dcterms:W3CDTF">2026-07-31T08:56:45.3220000Z</dcterms:modified>
</coreProperties>
</file>
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a8fea818474605" /><Relationship Type="http://schemas.openxmlformats.org/officeDocument/2006/relationships/extended-properties" Target="/docProps/app.xml" Id="R2d6eecf24e84430d" /><Relationship Type="http://schemas.openxmlformats.org/officeDocument/2006/relationships/officeDocument" Target="/ppt/presentation.xml" Id="Rbd380a67f12e40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030fbb11cb4381"/>
  </p:sldMasterIdLst>
  <p:notesMasterIdLst>
    <p:notesMasterId xmlns:r="http://schemas.openxmlformats.org/officeDocument/2006/relationships" r:id="R3c1b57aaa8154e20"/>
  </p:notesMasterIdLst>
  <p:sldIdLst>
    <p:sldId xmlns:r="http://schemas.openxmlformats.org/officeDocument/2006/relationships" id="256" r:id="Rc305df2440254e9e"/>
    <p:sldId xmlns:r="http://schemas.openxmlformats.org/officeDocument/2006/relationships" id="257" r:id="Re5247109c67b4cc3"/>
    <p:sldId xmlns:r="http://schemas.openxmlformats.org/officeDocument/2006/relationships" id="258" r:id="R2f553fca2717435c"/>
    <p:sldId xmlns:r="http://schemas.openxmlformats.org/officeDocument/2006/relationships" id="259" r:id="R8029f396b409404b"/>
    <p:sldId xmlns:r="http://schemas.openxmlformats.org/officeDocument/2006/relationships" id="260" r:id="R7617d3df45b24724"/>
    <p:sldId xmlns:r="http://schemas.openxmlformats.org/officeDocument/2006/relationships" id="261" r:id="R39846286ea2e4c40"/>
    <p:sldId xmlns:r="http://schemas.openxmlformats.org/officeDocument/2006/relationships" id="262" r:id="R6fde9c883b914fc2"/>
    <p:sldId xmlns:r="http://schemas.openxmlformats.org/officeDocument/2006/relationships" id="263" r:id="Rf4fbc508d09342f1"/>
    <p:sldId xmlns:r="http://schemas.openxmlformats.org/officeDocument/2006/relationships" id="264" r:id="R831e961cd5d74024"/>
    <p:sldId xmlns:r="http://schemas.openxmlformats.org/officeDocument/2006/relationships" id="265" r:id="R6501d2aef0254891"/>
    <p:sldId xmlns:r="http://schemas.openxmlformats.org/officeDocument/2006/relationships" id="266" r:id="Rc03fb3f7977649c0"/>
    <p:sldId xmlns:r="http://schemas.openxmlformats.org/officeDocument/2006/relationships" id="267" r:id="R0168aa8bc42f43ff"/>
    <p:sldId xmlns:r="http://schemas.openxmlformats.org/officeDocument/2006/relationships" id="268" r:id="R040ca1624827422f"/>
    <p:sldId xmlns:r="http://schemas.openxmlformats.org/officeDocument/2006/relationships" id="269" r:id="Reaab1cea8a1f42ec"/>
    <p:sldId xmlns:r="http://schemas.openxmlformats.org/officeDocument/2006/relationships" id="270" r:id="R2b9f40c3e20b4c27"/>
    <p:sldId xmlns:r="http://schemas.openxmlformats.org/officeDocument/2006/relationships" id="271" r:id="R041aeee6090e469c"/>
    <p:sldId xmlns:r="http://schemas.openxmlformats.org/officeDocument/2006/relationships" id="272" r:id="R2f6024ec5f65497c"/>
    <p:sldId xmlns:r="http://schemas.openxmlformats.org/officeDocument/2006/relationships" id="273" r:id="R4fc8005e0c9a4919"/>
    <p:sldId xmlns:r="http://schemas.openxmlformats.org/officeDocument/2006/relationships" id="274" r:id="Rdf23545bf9cc4d40"/>
    <p:sldId xmlns:r="http://schemas.openxmlformats.org/officeDocument/2006/relationships" id="275" r:id="Rc9aef49e439947d7"/>
    <p:sldId xmlns:r="http://schemas.openxmlformats.org/officeDocument/2006/relationships" id="276" r:id="R362df7d9890f40cc"/>
    <p:sldId xmlns:r="http://schemas.openxmlformats.org/officeDocument/2006/relationships" id="277" r:id="Rfe1bb96e4ac541bc"/>
    <p:sldId xmlns:r="http://schemas.openxmlformats.org/officeDocument/2006/relationships" id="278" r:id="Rcda64eedc31a4e59"/>
    <p:sldId xmlns:r="http://schemas.openxmlformats.org/officeDocument/2006/relationships" id="279" r:id="Rf2b438ddab0e4cd4"/>
    <p:sldId xmlns:r="http://schemas.openxmlformats.org/officeDocument/2006/relationships" id="280" r:id="R306ea95eebdf483b"/>
    <p:sldId xmlns:r="http://schemas.openxmlformats.org/officeDocument/2006/relationships" id="281" r:id="R36186dafef544ebe"/>
    <p:sldId xmlns:r="http://schemas.openxmlformats.org/officeDocument/2006/relationships" id="282" r:id="Re4b6b8f252644bea"/>
    <p:sldId xmlns:r="http://schemas.openxmlformats.org/officeDocument/2006/relationships" id="283" r:id="R0b2ac4f6b048465d"/>
    <p:sldId xmlns:r="http://schemas.openxmlformats.org/officeDocument/2006/relationships" id="284" r:id="R764217e5cda741d6"/>
    <p:sldId xmlns:r="http://schemas.openxmlformats.org/officeDocument/2006/relationships" id="285" r:id="Re4c8ad9c7f9a48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98cb6d268d44e1" /><Relationship Type="http://schemas.openxmlformats.org/officeDocument/2006/relationships/slideMaster" Target="/ppt/slideMasters/slideMaster1.xml" Id="R77030fbb11cb4381" /><Relationship Type="http://schemas.openxmlformats.org/officeDocument/2006/relationships/notesMaster" Target="/ppt/notesMasters/notesMaster1.xml" Id="R3c1b57aaa8154e20" /><Relationship Type="http://schemas.openxmlformats.org/officeDocument/2006/relationships/presProps" Target="/ppt/presProps.xml" Id="R63b012928b4a4945" /><Relationship Type="http://schemas.openxmlformats.org/officeDocument/2006/relationships/tableStyles" Target="/ppt/tableStyles.xml" Id="R56835f3c8f314d92" /><Relationship Type="http://schemas.openxmlformats.org/officeDocument/2006/relationships/slide" Target="/ppt/slides/slide1.xml" Id="Rc305df2440254e9e" /><Relationship Type="http://schemas.openxmlformats.org/officeDocument/2006/relationships/slide" Target="/ppt/slides/slide2.xml" Id="Re5247109c67b4cc3" /><Relationship Type="http://schemas.openxmlformats.org/officeDocument/2006/relationships/slide" Target="/ppt/slides/slide3.xml" Id="R2f553fca2717435c" /><Relationship Type="http://schemas.openxmlformats.org/officeDocument/2006/relationships/slide" Target="/ppt/slides/slide4.xml" Id="R8029f396b409404b" /><Relationship Type="http://schemas.openxmlformats.org/officeDocument/2006/relationships/slide" Target="/ppt/slides/slide5.xml" Id="R7617d3df45b24724" /><Relationship Type="http://schemas.openxmlformats.org/officeDocument/2006/relationships/slide" Target="/ppt/slides/slide6.xml" Id="R39846286ea2e4c40" /><Relationship Type="http://schemas.openxmlformats.org/officeDocument/2006/relationships/slide" Target="/ppt/slides/slide7.xml" Id="R6fde9c883b914fc2" /><Relationship Type="http://schemas.openxmlformats.org/officeDocument/2006/relationships/slide" Target="/ppt/slides/slide8.xml" Id="Rf4fbc508d09342f1" /><Relationship Type="http://schemas.openxmlformats.org/officeDocument/2006/relationships/slide" Target="/ppt/slides/slide9.xml" Id="R831e961cd5d74024" /><Relationship Type="http://schemas.openxmlformats.org/officeDocument/2006/relationships/slide" Target="/ppt/slides/slide10.xml" Id="R6501d2aef0254891" /><Relationship Type="http://schemas.openxmlformats.org/officeDocument/2006/relationships/slide" Target="/ppt/slides/slide11.xml" Id="Rc03fb3f7977649c0" /><Relationship Type="http://schemas.openxmlformats.org/officeDocument/2006/relationships/slide" Target="/ppt/slides/slide12.xml" Id="R0168aa8bc42f43ff" /><Relationship Type="http://schemas.openxmlformats.org/officeDocument/2006/relationships/slide" Target="/ppt/slides/slide13.xml" Id="R040ca1624827422f" /><Relationship Type="http://schemas.openxmlformats.org/officeDocument/2006/relationships/slide" Target="/ppt/slides/slide14.xml" Id="Reaab1cea8a1f42ec" /><Relationship Type="http://schemas.openxmlformats.org/officeDocument/2006/relationships/slide" Target="/ppt/slides/slide15.xml" Id="R2b9f40c3e20b4c27" /><Relationship Type="http://schemas.openxmlformats.org/officeDocument/2006/relationships/slide" Target="/ppt/slides/slide16.xml" Id="R041aeee6090e469c" /><Relationship Type="http://schemas.openxmlformats.org/officeDocument/2006/relationships/slide" Target="/ppt/slides/slide17.xml" Id="R2f6024ec5f65497c" /><Relationship Type="http://schemas.openxmlformats.org/officeDocument/2006/relationships/slide" Target="/ppt/slides/slide18.xml" Id="R4fc8005e0c9a4919" /><Relationship Type="http://schemas.openxmlformats.org/officeDocument/2006/relationships/slide" Target="/ppt/slides/slide19.xml" Id="Rdf23545bf9cc4d40" /><Relationship Type="http://schemas.openxmlformats.org/officeDocument/2006/relationships/slide" Target="/ppt/slides/slide20.xml" Id="Rc9aef49e439947d7" /><Relationship Type="http://schemas.openxmlformats.org/officeDocument/2006/relationships/slide" Target="/ppt/slides/slide21.xml" Id="R362df7d9890f40cc" /><Relationship Type="http://schemas.openxmlformats.org/officeDocument/2006/relationships/slide" Target="/ppt/slides/slide22.xml" Id="Rfe1bb96e4ac541bc" /><Relationship Type="http://schemas.openxmlformats.org/officeDocument/2006/relationships/slide" Target="/ppt/slides/slide23.xml" Id="Rcda64eedc31a4e59" /><Relationship Type="http://schemas.openxmlformats.org/officeDocument/2006/relationships/slide" Target="/ppt/slides/slide24.xml" Id="Rf2b438ddab0e4cd4" /><Relationship Type="http://schemas.openxmlformats.org/officeDocument/2006/relationships/slide" Target="/ppt/slides/slide25.xml" Id="R306ea95eebdf483b" /><Relationship Type="http://schemas.openxmlformats.org/officeDocument/2006/relationships/slide" Target="/ppt/slides/slide26.xml" Id="R36186dafef544ebe" /><Relationship Type="http://schemas.openxmlformats.org/officeDocument/2006/relationships/slide" Target="/ppt/slides/slide27.xml" Id="Re4b6b8f252644bea" /><Relationship Type="http://schemas.openxmlformats.org/officeDocument/2006/relationships/slide" Target="/ppt/slides/slide28.xml" Id="R0b2ac4f6b048465d" /><Relationship Type="http://schemas.openxmlformats.org/officeDocument/2006/relationships/slide" Target="/ppt/slides/slide29.xml" Id="R764217e5cda741d6" /><Relationship Type="http://schemas.openxmlformats.org/officeDocument/2006/relationships/slide" Target="/ppt/slides/slide30.xml" Id="Re4c8ad9c7f9a48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9572b2f20749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8d70dd6cfb45ed" /><Relationship Type="http://schemas.openxmlformats.org/officeDocument/2006/relationships/notesMaster" Target="/ppt/notesMasters/notesMaster1.xml" Id="Rcbe0c117e29c4a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fdb4337a2a4955" /><Relationship Type="http://schemas.openxmlformats.org/officeDocument/2006/relationships/notesMaster" Target="/ppt/notesMasters/notesMaster1.xml" Id="R3d3733785db147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eac82bb67c4d78" /><Relationship Type="http://schemas.openxmlformats.org/officeDocument/2006/relationships/notesMaster" Target="/ppt/notesMasters/notesMaster1.xml" Id="R93d51a761e1246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f58010ccae4dce" /><Relationship Type="http://schemas.openxmlformats.org/officeDocument/2006/relationships/notesMaster" Target="/ppt/notesMasters/notesMaster1.xml" Id="R99e3aad1af8d46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b8c695b51f4b7b" /><Relationship Type="http://schemas.openxmlformats.org/officeDocument/2006/relationships/notesMaster" Target="/ppt/notesMasters/notesMaster1.xml" Id="Rc01d942d2a074d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9723c55eb84959" /><Relationship Type="http://schemas.openxmlformats.org/officeDocument/2006/relationships/notesMaster" Target="/ppt/notesMasters/notesMaster1.xml" Id="Re2c7d183f59c42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64cc9e8f2f43a1" /><Relationship Type="http://schemas.openxmlformats.org/officeDocument/2006/relationships/notesMaster" Target="/ppt/notesMasters/notesMaster1.xml" Id="R09a5f305d96544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61d4cac6bc4dbf" /><Relationship Type="http://schemas.openxmlformats.org/officeDocument/2006/relationships/notesMaster" Target="/ppt/notesMasters/notesMaster1.xml" Id="Rd0549eddcf5c4e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365c8730eb45ca" /><Relationship Type="http://schemas.openxmlformats.org/officeDocument/2006/relationships/notesMaster" Target="/ppt/notesMasters/notesMaster1.xml" Id="R76e682142a9446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ac7b3d9f3048ee" /><Relationship Type="http://schemas.openxmlformats.org/officeDocument/2006/relationships/notesMaster" Target="/ppt/notesMasters/notesMaster1.xml" Id="R9c3e968aef3a40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59fbae36944b87" /><Relationship Type="http://schemas.openxmlformats.org/officeDocument/2006/relationships/notesMaster" Target="/ppt/notesMasters/notesMaster1.xml" Id="R39d6d5bb6a4a4b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e7cc12f7cd418b" /><Relationship Type="http://schemas.openxmlformats.org/officeDocument/2006/relationships/notesMaster" Target="/ppt/notesMasters/notesMaster1.xml" Id="Ra4cb7fa4391c44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dee191193c4e74" /><Relationship Type="http://schemas.openxmlformats.org/officeDocument/2006/relationships/notesMaster" Target="/ppt/notesMasters/notesMaster1.xml" Id="Re5df6671dca04e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4b079932e145bd" /><Relationship Type="http://schemas.openxmlformats.org/officeDocument/2006/relationships/notesMaster" Target="/ppt/notesMasters/notesMaster1.xml" Id="R7f07614fbedf4c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1f3d1cfba8544dd" /><Relationship Type="http://schemas.openxmlformats.org/officeDocument/2006/relationships/notesMaster" Target="/ppt/notesMasters/notesMaster1.xml" Id="R77ea55118e8747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ff369386904b50" /><Relationship Type="http://schemas.openxmlformats.org/officeDocument/2006/relationships/notesMaster" Target="/ppt/notesMasters/notesMaster1.xml" Id="R55cf2af235744e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4e587e6456438e" /><Relationship Type="http://schemas.openxmlformats.org/officeDocument/2006/relationships/notesMaster" Target="/ppt/notesMasters/notesMaster1.xml" Id="R5bd5dea0f776408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50a86f1a104e03" /><Relationship Type="http://schemas.openxmlformats.org/officeDocument/2006/relationships/notesMaster" Target="/ppt/notesMasters/notesMaster1.xml" Id="R16028f1f640947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e3c35e35ccd43a7" /><Relationship Type="http://schemas.openxmlformats.org/officeDocument/2006/relationships/notesMaster" Target="/ppt/notesMasters/notesMaster1.xml" Id="Rb221aaceaba643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ac9554ce634b82" /><Relationship Type="http://schemas.openxmlformats.org/officeDocument/2006/relationships/notesMaster" Target="/ppt/notesMasters/notesMaster1.xml" Id="R8faef0c61e25446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5e045287344695" /><Relationship Type="http://schemas.openxmlformats.org/officeDocument/2006/relationships/notesMaster" Target="/ppt/notesMasters/notesMaster1.xml" Id="Rdb484bee3f4d4e5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0661ba1b56e4452" /><Relationship Type="http://schemas.openxmlformats.org/officeDocument/2006/relationships/notesMaster" Target="/ppt/notesMasters/notesMaster1.xml" Id="R1aeeb4fe9b664d7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90ad58b113e4d0f" /><Relationship Type="http://schemas.openxmlformats.org/officeDocument/2006/relationships/notesMaster" Target="/ppt/notesMasters/notesMaster1.xml" Id="R1ad87bd9ca69483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fe454bc3d564512" /><Relationship Type="http://schemas.openxmlformats.org/officeDocument/2006/relationships/notesMaster" Target="/ppt/notesMasters/notesMaster1.xml" Id="R7a82da8f388c418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9a45f48843b4abc" /><Relationship Type="http://schemas.openxmlformats.org/officeDocument/2006/relationships/notesMaster" Target="/ppt/notesMasters/notesMaster1.xml" Id="Ra22595940c024ba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b2f326dfe0a49e6" /><Relationship Type="http://schemas.openxmlformats.org/officeDocument/2006/relationships/notesMaster" Target="/ppt/notesMasters/notesMaster1.xml" Id="R6f74ee291d6349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8b9f23c2d9943d8" /><Relationship Type="http://schemas.openxmlformats.org/officeDocument/2006/relationships/notesMaster" Target="/ppt/notesMasters/notesMaster1.xml" Id="Recf7b182f26647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cd63c9846c4b78" /><Relationship Type="http://schemas.openxmlformats.org/officeDocument/2006/relationships/notesMaster" Target="/ppt/notesMasters/notesMaster1.xml" Id="Raa4ef3346deb49f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8e289265724460a" /><Relationship Type="http://schemas.openxmlformats.org/officeDocument/2006/relationships/notesMaster" Target="/ppt/notesMasters/notesMaster1.xml" Id="Raaa3c91b3f05498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3233cc9f8cb46ce" /><Relationship Type="http://schemas.openxmlformats.org/officeDocument/2006/relationships/notesMaster" Target="/ppt/notesMasters/notesMaster1.xml" Id="R1fdf8a23f4e9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https://learn.microsoft.com/en-us/purview/sit-defn-italy-fiscal-code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631369b6a45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8bd971d0b4103" /><Relationship Type="http://schemas.openxmlformats.org/officeDocument/2006/relationships/slideLayout" Target="/ppt/slideLayouts/slideLayout1.xml" Id="R9001598360c6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1598360c6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064db9e5a4298" /><Relationship Type="http://schemas.openxmlformats.org/officeDocument/2006/relationships/notesSlide" Target="/ppt/notesSlides/notesSlide1.xml" Id="Rf89848655ae546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21fabe2ca4f2b" /><Relationship Type="http://schemas.openxmlformats.org/officeDocument/2006/relationships/notesSlide" Target="/ppt/notesSlides/notesSlide2.xml" Id="R45a4764a2c9749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960bc9ffd4fb3" /><Relationship Type="http://schemas.openxmlformats.org/officeDocument/2006/relationships/notesSlide" Target="/ppt/notesSlides/notesSlide3.xml" Id="Rb4b33ed9a6d940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f22626020413b" /><Relationship Type="http://schemas.openxmlformats.org/officeDocument/2006/relationships/notesSlide" Target="/ppt/notesSlides/notesSlide4.xml" Id="Ra0496a78182945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af039d79c4f0a" /><Relationship Type="http://schemas.openxmlformats.org/officeDocument/2006/relationships/notesSlide" Target="/ppt/notesSlides/notesSlide5.xml" Id="R1e69a77ebf6740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e4339f9d240ca" /><Relationship Type="http://schemas.openxmlformats.org/officeDocument/2006/relationships/notesSlide" Target="/ppt/notesSlides/notesSlide6.xml" Id="R60a11a4d2eba40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c1dcbc0a54818" /><Relationship Type="http://schemas.openxmlformats.org/officeDocument/2006/relationships/notesSlide" Target="/ppt/notesSlides/notesSlide7.xml" Id="R476716073b6842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997dd243949cf" /><Relationship Type="http://schemas.openxmlformats.org/officeDocument/2006/relationships/notesSlide" Target="/ppt/notesSlides/notesSlide8.xml" Id="R03a00eef39d74b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6722319fb41ef" /><Relationship Type="http://schemas.openxmlformats.org/officeDocument/2006/relationships/notesSlide" Target="/ppt/notesSlides/notesSlide9.xml" Id="Rd3b0b7c77f9747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c6966160d4b85" /><Relationship Type="http://schemas.openxmlformats.org/officeDocument/2006/relationships/notesSlide" Target="/ppt/notesSlides/notesSlide10.xml" Id="R3fc8f291805e4c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3fd4fce304163" /><Relationship Type="http://schemas.openxmlformats.org/officeDocument/2006/relationships/notesSlide" Target="/ppt/notesSlides/notesSlide11.xml" Id="R9f39a7a82e0b40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2581db7174eaa" /><Relationship Type="http://schemas.openxmlformats.org/officeDocument/2006/relationships/notesSlide" Target="/ppt/notesSlides/notesSlide12.xml" Id="R22c0a5bc60fa45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51f503aa54bc8" /><Relationship Type="http://schemas.openxmlformats.org/officeDocument/2006/relationships/notesSlide" Target="/ppt/notesSlides/notesSlide13.xml" Id="R6bf4394f3a4146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1f8daa7124725" /><Relationship Type="http://schemas.openxmlformats.org/officeDocument/2006/relationships/notesSlide" Target="/ppt/notesSlides/notesSlide14.xml" Id="Re9de68d2783f4b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c4e7676b542b5" /><Relationship Type="http://schemas.openxmlformats.org/officeDocument/2006/relationships/notesSlide" Target="/ppt/notesSlides/notesSlide15.xml" Id="Re9f721cfda174cb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bb4e8c1a047c5" /><Relationship Type="http://schemas.openxmlformats.org/officeDocument/2006/relationships/notesSlide" Target="/ppt/notesSlides/notesSlide16.xml" Id="Rd395774eb599435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dc105a6b54a6c" /><Relationship Type="http://schemas.openxmlformats.org/officeDocument/2006/relationships/notesSlide" Target="/ppt/notesSlides/notesSlide17.xml" Id="R994fad4c98f944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f91ddfbb34af7" /><Relationship Type="http://schemas.openxmlformats.org/officeDocument/2006/relationships/notesSlide" Target="/ppt/notesSlides/notesSlide18.xml" Id="Re602764b04cc48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56979c2b148bb" /><Relationship Type="http://schemas.openxmlformats.org/officeDocument/2006/relationships/notesSlide" Target="/ppt/notesSlides/notesSlide19.xml" Id="Ra5931ab18e4043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63cf6d88a4cd4" /><Relationship Type="http://schemas.openxmlformats.org/officeDocument/2006/relationships/notesSlide" Target="/ppt/notesSlides/notesSlide20.xml" Id="R43d35e03a1e145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f7aa8c0894d54" /><Relationship Type="http://schemas.openxmlformats.org/officeDocument/2006/relationships/notesSlide" Target="/ppt/notesSlides/notesSlide21.xml" Id="R2f1977c1d6b541b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639b6b9d94f3f" /><Relationship Type="http://schemas.openxmlformats.org/officeDocument/2006/relationships/notesSlide" Target="/ppt/notesSlides/notesSlide22.xml" Id="R8d09f7f63388454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b49e7171b4260" /><Relationship Type="http://schemas.openxmlformats.org/officeDocument/2006/relationships/notesSlide" Target="/ppt/notesSlides/notesSlide23.xml" Id="R937fa0e93e8d4ac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62b9328914395" /><Relationship Type="http://schemas.openxmlformats.org/officeDocument/2006/relationships/notesSlide" Target="/ppt/notesSlides/notesSlide24.xml" Id="Re922db8444364c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2d8eaa64a4080" /><Relationship Type="http://schemas.openxmlformats.org/officeDocument/2006/relationships/notesSlide" Target="/ppt/notesSlides/notesSlide25.xml" Id="R2b9db487c9fd47d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5e18beff14353" /><Relationship Type="http://schemas.openxmlformats.org/officeDocument/2006/relationships/notesSlide" Target="/ppt/notesSlides/notesSlide26.xml" Id="R73b7ed25be3940e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5d1e2ee704056" /><Relationship Type="http://schemas.openxmlformats.org/officeDocument/2006/relationships/notesSlide" Target="/ppt/notesSlides/notesSlide27.xml" Id="R7bec68fdfa92453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6a7582e2d4982" /><Relationship Type="http://schemas.openxmlformats.org/officeDocument/2006/relationships/notesSlide" Target="/ppt/notesSlides/notesSlide28.xml" Id="R86ea5637178b4fe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c13a2fd4a4d1e" /><Relationship Type="http://schemas.openxmlformats.org/officeDocument/2006/relationships/notesSlide" Target="/ppt/notesSlides/notesSlide29.xml" Id="Rfaf571e32c2e43c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ae1c954ff4d30" /><Relationship Type="http://schemas.openxmlformats.org/officeDocument/2006/relationships/notesSlide" Target="/ppt/notesSlides/notesSlide30.xml" Id="Re3ba6b37e1c742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86EF0701-2DA1-44BF-8A2E-7154F0B3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899A73B1-A5D7-4FE9-9BA5-5A667C2B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C2AEB362-DF7A-467C-97BD-33C5688B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D00FC8A2-399D-4782-97B9-CC138007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Codice Fiscale: RSSGLI70A01H501Q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947D022A-09E2-42D9-9FE8-833574C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Alessandro Conti  |  Physical Address: Via Acero Antica 959, 00184 Roma, Italia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83B7D1B5-911D-4190-ADFB-265D2221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9FF8B979-C3C1-4976-9C38-D5566412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64742AC4-49AF-4324-BBAF-8DE0E4BC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Codice Fiscale: RCCLRD70B57H501S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BEB5A33A-BB17-4F5E-BCE3-80777F68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Leonardo Ferrari  |  Physical Address: Via Alloro Antica 996, 90133 Palermo, Italia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20E5101D-8B4C-46F6-A201-9D8E9BF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DC742990-9D54-42F7-8DBF-5509A338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43F4F581-7A55-454A-AB6A-D3842038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Codice Fiscale: MNCSFO70D05H501I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B97CF143-4178-4DA7-A46A-9BE2CBE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Elisa Costa  |  Physical Address: Via Castagno Antica 1033, 10121 Torino, Italia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78812F00-E941-4FF2-B0AB-B36900FA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81E83F1C-1EE2-43E0-94F6-527F9A04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E39BCEB1-B51F-4421-B443-463E8019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Codice Fiscale: FNTFNC70E62H501U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4C78A3E5-74DA-42D0-914F-4A5B8C34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Greta Romano  |  Physical Address: Via Cedro Antica 1070, 70121 Bari, Italia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DD100626-D345-4DAC-87A8-41106985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6208564D-D8D4-43BB-A4AB-2C754525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9BBED29E-D29F-4F8F-96DB-6C9EB31E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Codice Fiscale: BNCRRA70L08H501Z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3426E100-BA62-479F-BC94-43EA56C8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Alice Moretti  |  Physical Address: Via Fontana Antica 1107, 50122 Firenze, Italia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AA46B572-BA54-49CE-B9B4-098E994E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DA50BAB8-BCDF-4333-A956-2A27A03A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001269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56775BF6-825C-4036-8F9D-663BF696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846F28D3-4992-4BF3-B6F3-924133E0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D714C3FA-FE42-49AF-9E37-DF6A66D0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457A9187-102B-476B-B9F0-54F41373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Codice Fiscale: GLLLNZ70M64H501A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B38F1CA4-B7DB-4447-89C3-EF39BFD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Giulia Greco  |  Physical Address: Via Gelsomino Antica 1144, 43121 Parma, Italia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D9066C19-DF50-45E2-BD0B-2985B3B5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9BE07DC8-1B13-41A9-8A7B-194F4C3D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7792ED39-B20D-4A6F-B9F4-604E50FB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Codice Fiscale: LMBLCA70R10H501B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D739FD51-23EF-4A58-ABAB-593FE2E1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Elisa Santoro  |  Physical Address: Via Olmo Antica 1181, 16121 Genova, Italia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736FDB33-6C44-467B-A2A2-C6279475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81B889D9-7FFF-481E-BEC6-6A7BC554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F5DC548E-433C-42E7-BE68-808A9208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Codice Fiscale: RSSLSN70S66H501O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760C97A4-C701-4714-B4CE-5A85AF5F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Greta Conti  |  Physical Address: Via Pino Antica 1218, 20121 Milano, Italia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F0751946-25D9-4546-B446-C6AF2FA7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2E5282E6-D336-447C-9B20-D416BF44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32B3373D-CF1A-4266-8FE2-BAC6B54D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Codice Fiscale: MRNGVR71A12H501D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8D1C46A4-67F4-4F1E-8269-463E41CE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Alice Ferrari  |  Physical Address: Via Quercia Antica 1255, 37121 Verona, Italia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B6196EAE-F821-4319-9251-1BE6C2AA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42FA2BBD-A4BE-466E-B383-1E6316BA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216A1A2F-F68B-4FC2-BD46-C94812D6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Codice Fiscale: CSTNDR71B68H501H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1F0CDEC0-0FE3-4139-A32B-A8378BE9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Giulia Giordano  |  Physical Address: Via Rosa Antica 1292, 40121 Bologna, Italia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998726F1-63F6-441F-B21A-0BAF6FCC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3530D06B-4958-4621-BAC2-FE748A06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1452622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B087A182-A487-40A8-A7FE-5CEFCB1C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ED6B12E1-AE7C-453C-8A84-710A3B58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EA24DF4B-659F-4CD6-9713-A2A68256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4D29086D-B549-4501-9129-FB614E7F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Codice Fiscale: SNTMME71D16H501E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18D861BF-CF91-4DDA-8A62-D00E5F4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Elisa Romano  |  Physical Address: Via Tiglio Antica 1329, 35121 Padova, Italia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9B00FDC2-7870-49B0-BC4A-FE676376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030373AE-A7F0-4C59-8876-67731F70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A9CE3B39-0B77-4739-AAD3-80F6DF20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Codice Fiscale: RMNMTT71H42H501T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494496DA-F87F-4F42-B0BD-8FE06A09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Greta Moretti  |  Physical Address: Via Ulivo Antica 1366, 80133 Napoli, Italia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EDA8565C-454C-49C8-B5EA-C3A26375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70ABC19E-7C6C-48D7-87C1-93118903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AC101E7C-69D1-4720-B27E-3E5161D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Codice Fiscale: CNTGRT71L19H501Z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B36D7138-CD68-40BA-80E8-86AE0D4D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Alice Greco  |  Physical Address: Via Acero Bella 1403, 00184 Roma, Italia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0444FA80-2D49-43DF-B0BB-62DD2B65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A8DCF8CB-BD25-4DA8-B210-F031D96F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F30D5618-69F5-4DF1-B98B-EDD5E279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Codice Fiscale: MRTTMS71P44H501C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03A55E8B-83F2-4F67-8EA4-1C00011C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Giulia Mariani  |  Physical Address: Via Alloro Bella 1440, 90133 Palermo, Italia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1CF84C38-660D-4A3C-8497-96CDDFB9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4ED49505-90BD-4D77-A307-33941865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1946FA9F-BE23-45D3-BA76-1954E3D9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Codice Fiscale: FRRBRC71R21H501T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3A997362-9234-4BEE-84D6-DA068B53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Elisa Conti  |  Physical Address: Via Castagno Bella 1477, 10121 Torino, Italia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6F5E0415-554F-4652-B457-1BAA13B6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53345641-8D3A-43B1-9751-9C57A549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90845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A745BEF4-754C-4827-AF1A-02386EDE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30241C35-25C6-4094-BC77-3A59ADCE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6B190322-B2AC-441F-B5BF-4392C35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68E4E9A2-2C5C-4C59-A817-91BB05A4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Codice Fiscale: GRCRCR71T47H501T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9AAB2BCB-254D-4A82-88CC-05A073E2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Greta Ferrari  |  Physical Address: Via Cedro Bella 1514, 70121 Bari, Italia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0F8FF50E-076C-48D3-95EF-89B26028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B36DAE73-921A-4DCC-A171-8F44A36B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4C00BB56-EE83-43B4-8D91-EA523364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Codice Fiscale: GRDCHR72A23H501U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E2F0EE63-C51A-45C4-B5C9-5004D3CF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Alice Giordano  |  Physical Address: Via Fontana Bella 1551, 50122 Firenze, Italia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B1941319-4098-4663-A5CC-17CF783A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CC686348-87A5-4F70-8EED-E0453852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4977F0B6-98D2-4E2A-9A24-F07AAEC4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Codice Fiscale: MRNMRC72C50H501X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8C1050DD-CDAE-440E-BFAF-CC1AF965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Giulia Colombo  |  Physical Address: Via Gelsomino Bella 1588, 43121 Parma, Italia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D33A6C80-C6D1-4BF1-ACD4-3795FD4D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2C20A6B5-431D-4FC8-9633-CAD843A9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A604D959-00D2-4F10-AC7A-7721AA4A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Codice Fiscale: CLMLSE72D26H501U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7EE97BBC-FBDC-45A5-924B-1C9E14BA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Elisa Moretti  |  Physical Address: Via Olmo Bella 1625, 16121 Genova, Italia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0EF4D66C-874B-4EEA-9ADF-CA487027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6668FFBF-9E52-4EF1-9951-381F1A20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9EDC1A02-DE35-4EE7-9DE8-17FDB4B7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Codice Fiscale: DLCLCU72H52H501V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9A7CF461-01CF-424B-9F74-066506FC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Greta Greco  |  Physical Address: Via Pino Bella 1662, 20121 Milano, Italia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B7572613-71FC-4E5C-BA3D-6D9E628D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4EF03F34-C366-44F2-B0F7-06EF04A2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256159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24586D63-8C8A-4F4D-9A61-C73A932D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6BA68941-51C5-49AD-9B96-7F352101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8C986387-2EBE-4755-8FDB-232BDCD8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C16A3182-3099-4D64-AB6C-07125E73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Codice Fiscale: BRBMRT72L29H501S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45CB38A0-B7F5-444D-851D-5A8606CB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Alice Mariani  |  Physical Address: Via Quercia Bella 1699, 37121 Verona, Italia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7E40CE0C-C189-4828-9598-3F2C968D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2D2F2DB3-768C-45FD-B87B-39F04A4D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E7CEAA8B-99E4-4F11-ACC9-9F3B6E7B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Codice Fiscale: SPSDVD72P54H501H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C37C5763-C155-43CC-848A-32C021AE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Giulia De Luca  |  Physical Address: Via Rosa Bella 1736, 40121 Bologna, Italia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E5B4DEE2-0DF0-4214-B789-002B1F31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6B315F3C-C074-466D-A412-BA9FF297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0B00197D-971C-4C32-8955-EB9EE25E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Codice Fiscale: BRNLRI72R31H501K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20D09AF8-13E1-4207-A7FF-15B6003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Elisa Ferrari  |  Physical Address: Via Tiglio Bella 1773, 35121 Padova, Italia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2BC2EF0B-1F71-4010-945C-223E60B1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9C4BBAEB-3D5C-4F16-B85E-63E8224A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354B2039-D3C4-414E-B2EE-E0AE86A5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Codice Fiscale: RZZSFN72T57H501T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0B688B2C-A5F5-4F26-B676-45507A5F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Greta Giordano  |  Physical Address: Via Ulivo Bella 1810, 80133 Napoli, Italia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EBB5758E-B9E4-4480-B311-DF893518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28CF1658-AB53-46C8-BFA1-514442BF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C2D5A129-2708-470F-855A-0AFBE7D5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Codice Fiscale: RSSGLI73B02H501X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E42B7526-11D1-448F-BB57-F2E0D312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Alice Colombo  |  Physical Address: Via Acero Centrale 1847, 00184 Roma, Italia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A7726F93-3311-49EC-9CCA-BB21C430F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F0434589-EAF2-4C58-B803-71CF3994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33325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9E9A9D82-175A-493D-B8AF-1FE1AE7D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A712CFF4-321D-40C4-B585-388B23C9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44F10F14-850C-4417-A752-4F010234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4050D323-6EF7-4C4E-A880-E8A2794B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Codice Fiscale: MRNLRD73C61H501Y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09D493B2-325D-4675-A780-97D94E9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Alessandro Barbieri  |  Physical Address: Via Alloro Centrale 1884, 90133 Palermo, Italia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85A3DCC0-4038-41B2-AFEA-E3DB8E09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3C48B31C-50BB-4875-BA3B-458E5DB7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A12EF477-9135-4C79-A118-02E221F2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Codice Fiscale: CSTSFO73E07H501S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FB05749F-056B-49D1-86FC-80A25660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Marco Greco  |  Physical Address: Via Castagno Centrale 1921, 10121 Torino, Italia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B402FDB1-7783-4154-BF7D-AC7E0DFD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74DF4AB2-119D-4686-8011-57536C58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7CE19A6B-D657-4C17-9AFB-6881B380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Codice Fiscale: SNTFNC73H63H501G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4980B226-92E3-43CE-BC6F-CB5DCC67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Matteo Mariani  |  Physical Address: Via Cedro Centrale 1958, 70121 Bari, Italia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4F2FDB76-127D-46F8-AC4D-F598C056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989B18DC-1D61-46AA-9637-929DC4C0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99F4993F-1D68-4C2F-9273-DD8C96E3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Codice Fiscale: RMNRRA73M09H501O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31B01989-B65F-44DF-B019-C4CF7B57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Lorenzo De Luca  |  Physical Address: Via Fontana Centrale 1995, 50122 Firenze, Italia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831342DE-876B-4858-BA07-B04E2897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EE5C7FBD-9FAD-4EDA-A6E6-1384A75F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71349EB9-1397-4595-B911-99FBE328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Codice Fiscale: CNTLNZ73P65H501U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76ED7F14-8213-47EC-AB76-144C4633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Stefano Ferrari  |  Physical Address: Via Gelsomino Centrale 2032, 43121 Parma, Italia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B914B69B-4FC3-4C3E-8162-E84F4BC7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03CF1FFF-1D24-4EF6-A165-E3002181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3061578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B1E77250-AC25-4377-9B13-47A93C26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A0A45572-8C08-457D-A5BB-9C1B5659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34033D9D-5B41-4954-B8CE-249E239E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583C1821-95A3-41E4-9692-2ABE4961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Codice Fiscale: MRTLCA73S11H501O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C1020C3E-4DDC-43F7-93CC-DEBB8EBE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Marco Giordano  |  Physical Address: Via Olmo Centrale 2069, 16121 Genova, Italia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37314310-844F-4815-964F-1A725BDC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B787FB62-2C3C-4302-80BC-4A64C258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394ECFC5-754A-4512-A3C9-AE52253B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Codice Fiscale: FRRLSN73T68H501X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A8C831E4-497E-4540-B62A-3A3A6018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Matteo Colombo  |  Physical Address: Via Pino Centrale 2106, 20121 Milano, Italia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2E780FF8-51AE-44F1-815D-1B554B51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C3B71520-FD70-4341-AA9E-D498901F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BA532AB0-06DD-40B9-96F9-C43F9AB1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Codice Fiscale: GRCGVR74B13H501P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EC71D5FA-D7C6-41A1-970D-0DB63867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Lorenzo Barbieri  |  Physical Address: Via Quercia Centrale 2143, 37121 Verona, Italia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02CAEF52-9845-4BA9-9AB0-4A6E5B04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A485BBD2-7DD7-40AF-B06B-D48CEF54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557A0BE8-F212-4A7E-A7C7-A611D794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Codice Fiscale: GRDNDR74D41H501Y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33520F1D-1A9D-461F-B7CC-4539E621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Stefano Greco  |  Physical Address: Via Rosa Centrale 2180, 40121 Bologna, Italia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8566FE38-66EB-4188-8332-6017625E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87E48F71-ABCC-4545-8A1D-57A5AF77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DBFF9E90-0561-4CED-B462-C03AB45C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Codice Fiscale: MRNMME74E18H501D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11761F45-B76C-4448-A83B-D502062D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Marco Mariani  |  Physical Address: Via Tiglio Centrale 2217, 35121 Padova, Italia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055860F9-4317-4548-9417-B4C00C4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3F2B3C40-1AE4-4979-998B-607C842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33492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FCBDBEEB-8B6F-4CDA-9C2A-41041B46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3A9B86EA-532E-4D0E-9D00-7C876236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D7471853-9437-44F5-A50E-806FA057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9B2E55FE-E4ED-44D3-A228-ECC36090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Codice Fiscale: CLMMTT74L44H501H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236E34A3-9A43-46F7-9592-71C859C5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Matteo De Luca  |  Physical Address: Via Ulivo Centrale 2254, 80133 Napoli, Italia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F254642F-EF8A-4AC1-9F37-31D5BB03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354D29BC-32B4-4434-B3BA-84A20341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D84D0612-6F2B-4256-8B5D-A633CE73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Codice Fiscale: DLCGRT74M20H501O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89885432-D9A1-4704-95EC-04609D19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Lorenzo Esposito  |  Physical Address: Via Acero Chiara 2291, 00184 Roma, Italia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3CA4C547-DDFC-44C7-B102-C8F12B5E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327E08CF-B126-4C14-B7AA-C8C1A1E7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DD54E4BC-B2D1-4CFA-988F-9090F3C3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Codice Fiscale: BRBTMS74R46H501K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10BDD982-99CD-490D-860B-780930F5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Stefano Giordano  |  Physical Address: Via Alloro Chiara 2328, 90133 Palermo, Italia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7AECC52D-97CA-4A23-A266-2B7AAC5D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794EE87E-B69B-4FB7-BE11-9593BA07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4C39B64B-3B8B-4E85-8003-908989B5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Codice Fiscale: SPSBRC74S22H501G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45E09A10-791D-48D4-AB05-FFB2EA77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Marco Colombo  |  Physical Address: Via Castagno Chiara 2365, 10121 Torino, Italia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8B82F393-BD6E-4B77-9052-4669B0C7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7685EABE-7F30-49F4-899A-15C1B25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6C059A79-D97D-4B06-BF1A-6859AE57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Codice Fiscale: BRNRCR75A48H501M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8B087A00-C990-40EC-9994-CD5A73FB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Matteo Barbieri  |  Physical Address: Via Cedro Chiara 2402, 70121 Bari, Italia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92F38D3E-D490-4409-BC4B-AD47527E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B1A7D091-AA14-4FFD-BB60-756ABA72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61582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B7D2D4E6-7057-4A71-9B9B-0A594E0E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F3F51DC5-DAB8-4704-B226-04E9EE4E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B954FF5D-C4DA-424E-9C18-B71E0F8E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0D2255B5-5BBC-4587-AEC9-19C89E25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Codice Fiscale: RZZCHR75B24H501P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C292253E-7C92-4CB2-B04E-5BB42B90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Lorenzo Bruno  |  Physical Address: Via Fontana Chiara 2439, 50122 Firenze, Italia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D1832881-14F9-4255-902C-F635B88B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BC282272-D6D2-45B1-96D4-A0953891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5BC726F9-0A84-43A5-9415-F0877705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Codice Fiscale: RSSMRC75D52H501P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B022E1A1-0639-4CB4-AECE-BFE9F397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Stefano Mariani  |  Physical Address: Via Gelsomino Chiara 2476, 43121 Parma, Italia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359E51B1-3006-49F2-8F3F-18187E1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CE0022BA-98BD-43D9-BFE1-8EC29744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C9A0DF09-8A38-445F-927A-D7975E62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Codice Fiscale: RCCLSE75E29H501M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BFE12D17-9778-4A44-A6B7-8FD34F4B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Marco De Luca  |  Physical Address: Via Olmo Chiara 2513, 16121 Genova, Italia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4D7B1413-42AB-475C-8B3B-7618888D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8A171730-97A5-47D0-B23C-6B974B4A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9EBDEA93-01B4-4A7A-B650-DD5591D5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Codice Fiscale: MNCLCU75L55H501G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7C35BAFC-281D-4822-8D33-449E8253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Matteo Esposito  |  Physical Address: Via Pino Chiara 2550, 20121 Milano, Italia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2F68A2C8-D94E-4350-BA36-053EC0BD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76406CF2-A9E6-4008-B607-6AA59217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21A7712C-465F-40B7-B8EF-1D44FF0A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Codice Fiscale: FNTMRT75M31H501M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33256D79-759D-4B81-B737-D716E904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Greta Rizzo  |  Physical Address: Via Quercia Chiara 2587, 37121 Verona, Italia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158DF6C9-B980-4A85-9FFC-D65B47FD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FA9960A5-5609-452F-A893-D69C66C7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832782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7ECAD2FA-A623-43F1-931C-58B25467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214F3DF2-A782-4A86-A752-23AF6AC7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A22A7015-C533-4BEF-B033-C9B69D45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A1FAAE12-0B5C-4096-809D-CC6DE4AA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Codice Fiscale: BNCDVD75R57H501C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57C04ECA-2B60-4D0E-A666-E85AC88B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Stefano Colombo  |  Physical Address: Via Rosa Chiara 2624, 40121 Bologna, Italia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653EB206-5E4E-44D9-A7DE-E5D455BF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F60B8637-51A0-4665-AA2F-1D795470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51A5A071-D53C-43C2-9DFF-3C478AD8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Codice Fiscale: GLLLRI75T03H501Q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52A5D423-6B99-4091-AE34-A36F27F2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Marco Barbieri  |  Physical Address: Via Tiglio Chiara 2661, 35121 Padova, Italia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19277F5D-EBC2-4E73-BD3C-00EA0D87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BA5DD8B6-6343-4436-8B85-8723ECAC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2C8F7694-8367-4BBF-9474-4A487335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Codice Fiscale: LMBSFN76A59H501A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94856B6A-1EA5-4E2F-8089-0335F0B0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Matteo Bruno  |  Physical Address: Via Ulivo Chiara 2698, 80133 Napoli, Italia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C6FC9C54-8AF7-4A3F-93A6-5E642146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DE1E03CF-F889-46A3-AA27-6CA05CA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528D9BBC-2FE2-47F0-BAC4-95FF374D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Codice Fiscale: FRRGLI76C06H501P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65A2115B-1FC8-43A7-8D29-CFADF0AF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Lorenzo Rossi  |  Physical Address: Via Acero Grande 2735, 00184 Roma, Italia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953CF16F-CF19-455A-BEAA-AA715E42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A25D43D0-521D-485E-90D8-8BFE58EF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FFBD153C-9AA5-4E06-9B31-E77F5561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Codice Fiscale: GRCLRD76D62H501Q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481B6224-0131-4F63-B43D-B0A81E58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Stefano De Luca  |  Physical Address: Via Alloro Grande 2772, 90133 Palermo, Italia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18C31ECA-8C5B-4B8F-8A60-50CA2372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AA7F91C1-F1CE-406D-BA3A-58C1446D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568283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DBCB1691-B3C0-4615-BC1D-FEAA116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BA5C5019-E609-4403-B109-BCA22BF6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2CB8CC67-5C53-4C7E-9ACC-28783668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74530E01-7EDB-49F6-B1F9-237FAC8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Codice Fiscale: GRDSFO76H08H501H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617E4868-EE6C-49A3-8072-A2BAFFE3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Chiara Esposito  |  Physical Address: Via Castagno Grande 2809, 10121 Torino, Italia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684053E1-B7F4-4C8B-BE51-30B2DAC0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F77F255A-BAB7-4F48-8CA8-7675A10E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44937C98-71BD-4E84-BEE6-8E1F3686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Codice Fiscale: MRNFNC76L65H501S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3F3BD5AC-987D-4C5E-A901-D8D74F97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Emma Rizzo  |  Physical Address: Via Cedro Grande 2846, 70121 Bari, Italia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09573652-94E1-4A98-A12C-A4600D3A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3F950AD6-F63C-4EF5-8F84-D3662C11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84EEF740-0125-41E9-A5B1-6ED0BA2B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Codice Fiscale: CLMRRA76P10H501D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9116394D-AFFF-4A51-9A09-7DEAC8A2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Aurora Ricci  |  Physical Address: Via Fontana Grande 2883, 50122 Firenze, Italia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9BAE770D-ECF3-4AEE-942D-FA2445F9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B9D6A98D-5D01-450C-8CB0-C450FD99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D3F99652-8F45-4065-A194-9297720E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Codice Fiscale: DLCLNZ76R67H501X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92A7762D-37E2-4BD8-9D86-800367BF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Ilaria Barbieri  |  Physical Address: Via Gelsomino Grande 2920, 43121 Parma, Italia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32E10188-239A-4EDD-822C-FCCE00D0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E912A9BF-BB95-4F16-B0B4-8236F721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97BBEC25-1B6A-4BC3-985A-341730A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Codice Fiscale: BRBLCA76T13H501U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329759E6-BA98-4BEF-A737-0E801B47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Chiara Bruno  |  Physical Address: Via Olmo Grande 2957, 16121 Genova, Italia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3E8CB950-5FF4-4305-A606-2F4449B5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2938A337-8BBA-464C-9F24-0089F5C5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33515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0E436316-EF2E-449C-ADFB-7BA663FF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AE2ED167-5093-4FEA-9078-DC77663D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C266154A-B455-495C-B4B5-9FE72B7D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00C6F007-BA7A-450D-8392-E0FE9BF0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Codice Fiscale: SPSLSN77A69H501R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189FBF16-9EAF-4402-88F9-C53E4317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Emma Rossi  |  Physical Address: Via Pino Grande 2994, 20121 Milano, Italia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8F764CAB-AD34-4E38-A98F-F1042430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AAE158BC-1009-48CC-A56A-7083456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64A816DB-AAF1-46F3-B99A-A4C90D6C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Codice Fiscale: BRNGVR77C17H501H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7349D023-DD05-4CBF-A2D9-48EFFF03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Aurora Mancini  |  Physical Address: Via Quercia Grande 3031, 37121 Verona, Italia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75D33A73-1606-472C-A174-C3347B0F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C52E476A-7003-4F8A-A2E1-802626FC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AB094B3D-DAEC-4BE5-A998-C1C304BA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Codice Fiscale: RZZNDR77E43H501B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B7A96B31-A231-40AD-90AF-B9038A6F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Ilaria Esposito  |  Physical Address: Via Rosa Grande 3068, 40121 Bologna, Italia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597DCFC0-59EF-430A-9973-1F887842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C8E5AAB9-3E16-45B4-B998-F61C0ED8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82362E7B-66E1-4DA6-955A-87D24A86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Codice Fiscale: RSSMME77H19H501Z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6CB507FD-C9A7-4D11-90AE-46BAFD04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Chiara Rizzo  |  Physical Address: Via Tiglio Grande 3105, 35121 Padova, Italia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3856F9C2-D9FC-4F7C-AD87-33E47935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C40713D1-7BB4-4A74-8CB4-37B20796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3162B0D9-BF7A-4509-8B58-EC53205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Codice Fiscale: RCCMTT77M45H501J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4DEA6DC0-5B5F-4FEC-8EAF-CEAB7B12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Emma Ricci  |  Physical Address: Via Ulivo Grande 3142, 80133 Napoli, Italia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E7688729-D3AD-428D-A1BF-57D15684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6F118B91-03C1-40D0-8D60-7B11353F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333960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9D4A26E2-3DA0-480B-B836-F9672E41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61A023FB-0B26-43C7-8B97-89B714E8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A7055527-604E-4B36-97A7-7F076A34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CB2E2124-423A-4CD3-9715-34FD215E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Codice Fiscale: MNCGRT77P21H501O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ADB15929-6BA1-4B4C-A58D-B3D7062B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Aurora Fontana  |  Physical Address: Via Acero Nuova 3179, 00184 Roma, Italia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47E20E02-9568-47B7-B285-DAE6E54E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79221960-E5FF-4D88-9F2E-E80C8279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7A5CED90-9F51-4B45-B526-2DFFFB8F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Codice Fiscale: FNTTMS77S47H501Q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7C18A117-9BED-4C7F-9F61-83CAD054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Ilaria Bruno  |  Physical Address: Via Alloro Nuova 3216, 90133 Palermo, Italia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D90BAC1D-0572-469B-8864-A8A61C1E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BF76C141-2FFF-4048-895C-CD17F9CE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F5E6E1E0-0BE5-481F-836F-D578D18C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Codice Fiscale: BNCBRC77T24H501U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97BFA543-543E-4A2B-BEF9-38D3EEE0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Chiara Rossi  |  Physical Address: Via Castagno Nuova 3253, 10121 Torino, Italia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A83787AF-E466-49A4-84D8-C40B8779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93844320-F3A1-4F15-A3DE-99F9D74E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177A030B-F13C-460C-8EA1-67D427D0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Codice Fiscale: GLLRCR78B49H501J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5EFB4A0A-7EA7-4525-9496-651E6DB9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Marco Mancini  |  Physical Address: Via Cedro Nuova 3290, 70121 Bari, Italia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0E16A2E1-DC58-4D35-BAA5-51567564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263AF445-0198-4C62-864D-84A94347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B5B6D755-4485-49A7-9BA3-BE538768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Codice Fiscale: LMBCHR78C28H501T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DE649E2C-38B1-4E8C-AC5C-9EEDC86E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Aurora Bianchi  |  Physical Address: Via Fontana Nuova 3327, 50122 Firenze, Italia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BC935228-C39C-4AC3-A99F-B88954DC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07755E57-644B-4CB2-AF84-097DD78E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46419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DE5768D1-8A4D-480E-A2D0-7F6F1F0A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37A1A839-149D-48AC-BC18-6C2BEE7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234781E3-2A8C-4645-9493-0DA88BB7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A9A27E57-9688-450F-BD2A-6671EAA6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Codice Fiscale: RSSMRC78E54H501Y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69A502F1-0FDE-4368-A62B-2094F8A1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Ilaria Rizzo  |  Physical Address: Via Gelsomino Nuova 3364, 43121 Parma, Italia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7BF99298-3D3D-4AF5-AD8D-B8632E66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390AE5A2-7476-45AA-A061-222309A2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738C832A-8BB7-4651-8A11-E55B0EED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Codice Fiscale: MRNLSE78H30H501S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32EA58E1-D97E-41FE-803E-8F693C64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Chiara Ricci  |  Physical Address: Via Olmo Nuova 3401, 16121 Genova, Italia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387C23EC-BDB0-4DBC-917E-1308E236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C69D5BB4-097F-4EA4-8D7B-BE12C3E6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7427CDDE-4A49-4D72-84CC-67E082D7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Codice Fiscale: CSTLCU78M56H501A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7DD08E99-8905-4E78-B208-CC25811A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Emma Fontana  |  Physical Address: Via Pino Nuova 3438, 20121 Milano, Italia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85608CC8-E060-467C-9571-6DA6472D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8711E1E4-379F-4136-87A1-6E3FCC43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78E4B7EE-8AFE-4A90-9796-C401204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Codice Fiscale: SNTMRT78R02H501G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4CF53B2D-D0DD-4FB6-9875-C8CA4F72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Aurora Gallo  |  Physical Address: Via Quercia Nuova 3475, 37121 Verona, Italia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68E42306-606D-40DE-BD3E-D38F9E2A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387FDD2F-9E9E-4568-A9B3-D322AEBB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8E5D2EEF-2A29-40D9-B96B-D95A2E33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Codice Fiscale: RMNDVD78S58H501H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0C2BBE80-FAD4-4A11-A3D6-44AC5D38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Ilaria Rossi  |  Physical Address: Via Rosa Nuova 3512, 40121 Bologna, Italia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059BCC88-4139-494E-A7DA-8832BEDE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74AFEEC2-1776-4A33-9421-7B1ECDC6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376369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7FE99A2E-91A4-4897-98CA-EB76DEF2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745EC4F5-AD83-4965-A701-0D336FD5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EA0E3C31-6054-40F3-97CE-47D12101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91561CC6-434C-4B73-8CAC-A89ADA09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Codice Fiscale: CNTLRI79A04H501L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9BCA8F2A-6E51-4B5D-9A5A-B3BA7055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Chiara Mancini  |  Physical Address: Via Tiglio Nuova 3549, 35121 Padova, Italia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A81F931A-6B35-4270-830E-54C7924D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9F745848-7449-4069-B8F5-7131E29B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354B049A-B995-415C-928C-1156EF2F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Codice Fiscale: MRTSFN79B60H501Q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6BCB6931-6613-4F2E-8D22-FB849808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Emma Bianchi  |  Physical Address: Via Ulivo Nuova 3586, 80133 Napoli, Italia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89EEE114-324D-46D8-8963-C3CFD8B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9F02A36D-294F-4306-BE98-A0FCA067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B3A3A3A9-DBC6-4063-8CD6-A004AF7D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Codice Fiscale: SPSGLI79D08H501Z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3758B7A7-D8D0-4353-97C6-1D92A3DD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Aurora Lombardi  |  Physical Address: Via Acero Reale 3623, 00184 Roma, Italia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99C115CA-8A6C-41DD-92A2-92E35E1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6B470E52-AE31-45AB-B0ED-2BA48700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06F3C60D-67A0-47E1-B7B8-DB6709F7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Codice Fiscale: BRNLRD79E65H501D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C75D0581-E64A-4321-BEBD-05271CBD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Ilaria Ricci  |  Physical Address: Via Alloro Reale 3660, 90133 Palermo, Italia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AB1448D9-0017-4FD2-A7C9-495446D3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18664C81-60EF-46AB-A1B2-1B12377C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D33A2F4C-B5FB-43EA-95C9-F99EAD80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Codice Fiscale: RZZSFO79L11H501W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78868639-F156-4B59-8C87-ED4429B8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Riccardo Fontana  |  Physical Address: Via Castagno Reale 3697, 10121 Torino, Italia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EC3C8F39-3712-4081-A9C4-E20BE749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55207CB6-1A6D-4A3B-BEDA-F2F8920D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47384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4E95612B-CD77-4E99-9A3F-B732014B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35130B75-0E2D-4C55-8C70-F835D8B1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BDD37102-5620-47F4-9977-F926465B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EA5D8AC5-BBE5-4118-822E-0708B4C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Codice Fiscale: RSSFNC79M67H501W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08A471CA-8FC6-450D-B55A-B65269FD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Andrea Gallo  |  Physical Address: Via Cedro Reale 3734, 70121 Bari, Italia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05B418A1-64D6-4354-9718-54FDDEC9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8554B183-883E-4976-AF93-62055CA0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F07CBED5-BA40-4E16-BD13-14BFAAE4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Codice Fiscale: RCCRRA79R13H501Y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486A67B8-572B-4682-BF99-6E3E088C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Francesco Russo  |  Physical Address: Via Fontana Reale 3771, 50122 Firenze, Italia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8CE2FC33-DE82-42CA-9BF0-A372BD9C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CE9AE6C2-18CF-493D-9DFB-B53BA3BF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666578E6-09EB-472D-8681-5A723109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Codice Fiscale: MNCLNZ79S69H501V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F64D903C-24FD-4D76-8A2A-0EA6F5C3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Davide Mancini  |  Physical Address: Via Gelsomino Reale 3808, 43121 Parma, Italia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9E333780-DAAD-4D5B-B9D7-F3CF2B58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2194473B-DCE2-4DF1-A2CE-049C45F0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B9706F8F-19B3-4664-910F-71946F51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Codice Fiscale: FNTLCA80A15H501G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371FDA7D-16E7-4E61-89FB-89B4BC52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Riccardo Bianchi  |  Physical Address: Via Olmo Reale 3845, 16121 Genova, Italia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DA38143F-62BC-4C27-BA8F-8AA8913B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3BC1427D-840D-4643-9D4E-93A6E6FA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377C9AAB-9C16-4C3A-A9DB-F84D052E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Codice Fiscale: BNCLSN80C42H501D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65E42112-8F5E-4C81-9136-BBEDAFC6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Andrea Lombardi  |  Physical Address: Via Pino Reale 3882, 20121 Milano, Italia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E346C7FE-0156-489D-A61D-E7173BB6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D9750476-AE66-4F7E-BD9D-559B6C3F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224325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9B97A6FA-78C4-4C88-9646-971A713F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982BD894-CBD7-4528-8C77-862102C7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67E8902B-63DB-453A-9A03-24D831A9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58259593-934D-455A-9B92-B0C12835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Codice Fiscale: GLLGVR80D18H501Z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5AF50566-4944-433E-B0F6-D16CF9C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Francesco Marino  |  Physical Address: Via Quercia Reale 3919, 37121 Verona, Italia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F9CE57DC-4809-42E2-9DAB-6BD5538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03206729-B931-4903-9B06-BC490B68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451A83FE-393F-4010-A8A4-5554DB5E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Codice Fiscale: LMBNDR80H44H501S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9823D3EB-AF2A-46E1-9141-20BC8C10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Davide Fontana  |  Physical Address: Via Rosa Reale 3956, 40121 Bologna, Italia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423A5F5C-093D-46F5-B743-0C685667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BE4E2DA2-446D-417B-A90C-A83404AB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76AD9F29-C071-4CEE-BF96-F488595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Codice Fiscale: RSSMME80L21H501N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BB0D8F56-C8A4-4ECD-A438-600E15F7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Ilaria Gallo  |  Physical Address: Via Tiglio Reale 3993, 35121 Padova, Italia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173BBBEA-9B08-429A-AD02-926AC294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824524BC-94CD-4E1D-8038-41786346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89CB0681-5599-4848-B146-66F61341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Codice Fiscale: MRNMTT80P46H501F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4AF0F11E-8EFB-46EE-9BBD-CACD0FB5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Andrea Russo  |  Physical Address: Via Ulivo Reale 4030, 80133 Napoli, Italia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ED8B4120-023D-45A4-B376-603C39B0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3F875EF2-DA35-4F6D-B7ED-DA44CAE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9C312CE1-6075-4C68-B203-94556290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Codice Fiscale: CSTGRT80R23H501W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4D160234-3EE5-4823-8F46-82B9F13E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Francesco Costa  |  Physical Address: Via Acero Serena 4067, 00184 Roma, Italia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5CAFC3AB-7956-4632-A966-7FD324AF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0D0B8735-C1CB-4AB7-9ED6-707AF37E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833120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07D03CA7-B08E-484F-A8AB-67779749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ED90065E-27B0-40D4-AFB5-4C1A0199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5660289D-CA5C-4184-8F5E-424C80A6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640DD666-0696-464F-BC70-B8538E9C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Codice Fiscale: SNTTMS80T49H501Q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1F64134D-B47D-4D6B-89AB-15F25214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Davide Bianchi  |  Physical Address: Via Alloro Serena 4104, 90133 Palermo, Italia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74245E06-F595-4FF3-9546-18AADACA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13D902DE-1E98-460F-8525-DC68ADFE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562AFC2D-06DF-4819-BC79-121BA707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Codice Fiscale: RMNBRC81A25H501D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0D3841CB-6111-4B61-AD5A-C25865ED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Riccardo Lombardi  |  Physical Address: Via Castagno Serena 4141, 10121 Torino, Italia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631DA8BC-E897-4420-B19A-C263A4B9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6468F273-0433-4702-BAE3-05B8DBBC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2238EF8A-758A-4615-B2CE-45E97697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Codice Fiscale: CNTRCR81C53H501Y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93194B36-83B2-441A-9D5B-4144D6F1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Andrea Marino  |  Physical Address: Via Cedro Serena 4178, 70121 Bari, Italia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22251705-FCA4-4140-A318-845B8755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2FA0ED14-CA36-4EBF-BFCA-FD608DDA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CA46ADC5-4FD1-4725-BF52-C747EECB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Codice Fiscale: MRTCHR81D29H501Z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5B923DAA-799A-43A9-8815-746E4D8E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Francesco Santoro  |  Physical Address: Via Fontana Serena 4215, 50122 Firenze, Italia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CC63A405-559F-4079-BD44-88F9DD1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9E56F258-94AA-43F0-A283-4FFA6412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C73F94FA-CEAE-4574-86CC-FE11E250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Codice Fiscale: FRRMRC81H55H501F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9B223F0B-BB02-4AAF-93D6-B7F12880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Davide Gallo  |  Physical Address: Via Gelsomino Serena 4252, 43121 Parma, Italia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43A1F49F-509D-4372-A148-C600DE94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E5D585CA-35C5-4DC4-9AFB-00FAE036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9680671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F541FE15-7C18-4F38-A64C-587712EE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430FFDCC-DD62-4329-9DE8-9693E00C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B21A153E-D185-4BC3-B9AA-11AE2EA8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0EB9562D-485D-4EB4-9088-11758C77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Codice Fiscale: GRCLSE81M01H501S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A29273F9-EE3D-425E-9220-48321C5D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Riccardo Russo  |  Physical Address: Via Olmo Serena 4289, 16121 Genova, Italia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A969B092-57DE-45F6-8BAE-A820E31B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91493C2C-BE18-4CA9-BA48-A7AF4051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6BD8CD92-6781-410F-A7D8-91E6EBA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Codice Fiscale: GRDLCU81P57H501K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D80A7F6A-5A64-4461-89C7-F11E4C64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Andrea Costa  |  Physical Address: Via Pino Serena 4326, 20121 Milano, Italia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3C7825CC-D997-4A45-AEB2-00203D6F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8A0AAFEF-6EAB-43FA-ADC4-242D889C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78983EC0-EF21-4521-BD44-BC159C6D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Codice Fiscale: MRNMRT81S03H501X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CE67F85F-F6DA-4A7D-BF94-D33002E7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Francesco Romano  |  Physical Address: Via Quercia Serena 4363, 37121 Verona, Italia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607E91C3-A7C3-4CA9-A4EB-9E8785CB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1D9A0A90-6BA2-405A-92DC-2942405E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74025A4E-2787-401C-9A75-D1600056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Codice Fiscale: CLMDVD81T60H501H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4CF0E886-B0F5-4380-A9C1-DAEBCB9D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Davide Lombardi  |  Physical Address: Via Rosa Serena 4400, 40121 Bologna, Italia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D01B3B2D-32A4-4F63-9D47-9E8E6365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F6FB6969-5141-43B8-81DD-3BF5390E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6CA47555-10CA-43E2-A542-933A2BBA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Codice Fiscale: DLCLRI82B05H501A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682AF042-15BB-48BB-B9B8-629DB691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Riccardo Marino  |  Physical Address: Via Tiglio Serena 4437, 35121 Padova, Italia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69DC3FA5-94FB-4E1A-85E0-D3DF18F0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9EF89390-39DE-4B59-9856-D45F7721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2483200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2ADDAC99-F650-4C0A-A2AF-5DC39427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3BD2A5A2-64DF-4AD7-A363-F68E03CE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5A70DCAC-E5A2-408B-B883-2EEEB488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9B18A000-A2CD-4597-A7FC-24FE6145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Codice Fiscale: BRBSFN82C64H501S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AC919A7E-36CC-4932-869E-44FDF652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Andrea Santoro  |  Physical Address: Via Ulivo Serena 4474, 80133 Napoli, Italia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B2500E90-EEFB-4CF2-8F70-AAD6DB83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F0C78A46-A379-4CA6-9390-2437D711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4E717D5C-19A4-4E6C-B5BE-7F3A1F9E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Codice Fiscale: BNCGLI82E10H501K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C3E11F26-A7BB-4A14-9A28-BDEA15D5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Francesco Conti  |  Physical Address: Via Acero Verde 4511, 00184 Roma, Italia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FB07649E-454E-4725-81D9-9970A4F5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19D14E3E-B967-48A1-B974-41845D2A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9ED7BDEA-0BED-4669-ABF5-68B690A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Codice Fiscale: GLLLRD82H66H501B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9D4FE5AC-2F0D-447F-829E-CAA18DD7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Davide Russo  |  Physical Address: Via Alloro Verde 4548, 90133 Palermo, Italia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DB06E72B-9193-44D2-85E7-FA7105EA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725253CD-D0B3-4DB6-89AB-2FAD02C0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93AEA16A-62CC-406F-8ACB-84B2825C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Codice Fiscale: LMBSFO82M12H501W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3B02CBDA-CC2E-4E3D-81C1-24135394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Beatrice Costa  |  Physical Address: Via Castagno Verde 4585, 10121 Torino, Italia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754168BA-CFE5-4180-B9E2-ABFB56F2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6351FD03-1A45-41EA-88A0-92239D30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4608737B-449E-4409-B838-9410AE76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Codice Fiscale: RSSFNC82P68H501E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EA350E44-465A-43AE-8288-2297087C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Ginevra Romano  |  Physical Address: Via Cedro Verde 4622, 70121 Bari, Italia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2679A93C-3B96-4670-BECB-CE002AF3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0A170325-94BD-4965-9848-2FA3ABFA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646430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0500ED9E-7CF0-4D93-B519-71CA9A8B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4C769564-4E8E-4DD8-93C5-47C10504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1F15E6D7-32AE-4B11-961E-8DEB1378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ED438E05-BEAC-4878-8F1C-86783B01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Codice Fiscale: MRNRRA82S14H501N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A4B662B8-6295-4202-9A97-C1A7C31F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Sofia Moretti  |  Physical Address: Via Fontana Verde 4659, 50122 Firenze, Italia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8AADC66D-E1F6-4B5E-95E1-A1EC4BE5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BCBBDCAB-FADF-4EEA-89D4-D777922B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81092AA2-0958-4F75-A524-400E79CF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Codice Fiscale: CSTLNZ82T71H501Z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324ABD88-A103-4E76-B12A-AA249A47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Francesco Marino  |  Physical Address: Via Gelsomino Verde 4696, 43121 Parma, Italia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2A404BFB-98D1-4813-9FDD-834ABEAF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6A784E5F-8EB9-4CDA-91AC-00080B51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E04125B8-DDD6-4DFD-B7B3-76100379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Codice Fiscale: SNTLCA83B16H501J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47F7B8C9-81DE-4C2F-AE4C-E533F610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Beatrice Santoro  |  Physical Address: Via Olmo Verde 4733, 16121 Genova, Italia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F8B0B860-2E64-4160-9E1D-DDF7D082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9DCE2CA2-CD56-4624-9CE4-F6D656DD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580D05F3-9AD8-4FC3-AE94-6035B1B5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Codice Fiscale: RMNLSN83D44H501I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69CF01CE-B31E-42E9-8978-B132C4CC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Ginevra Conti  |  Physical Address: Via Pino Verde 4770, 20121 Milano, Italia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82AD1A54-90A9-4FC7-BAE0-3857312E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0D507FB0-4DC7-497C-8EE2-CCBBE132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C86406CC-AD27-4A2E-8DD4-451AC79C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Codice Fiscale: CNTGVR83E21H501O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AAD8BF1E-41B6-41AA-A23A-C3E7F7E0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Sofia Ferrari  |  Physical Address: Via Quercia Verde 4807, 37121 Verona, Italia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52DA4A54-C6C2-44DA-84DE-DC86F81F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99968218-9671-4BA9-AFE3-D51D693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8908295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1B3C5C3D-7854-4398-856C-7706521F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433C3B1D-4D36-48DE-9F48-5232C33C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DCF09659-2443-49F3-B1F0-7CC27F77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0D4AA86F-B79F-4FEF-AD43-660A0967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Codice Fiscale: MRTNDR83L47H501X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2B039E4F-CF13-45AB-B60D-BDC9F759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Marta Costa  |  Physical Address: Via Rosa Verde 4844, 40121 Bologna, Italia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E8CF44CD-863E-4102-A15F-202C70A1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30059FD0-AFE4-4F3D-848F-23D20025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842989C1-D75A-42DE-948B-E6B3C780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Codice Fiscale: FRRMME83M23H501L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524E0859-0B17-4553-B020-60931AD9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Beatrice Romano  |  Physical Address: Via Tiglio Verde 4881, 35121 Padova, Italia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7965702C-2637-4A38-93F8-B668B063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553A8CB5-5B3A-4034-9293-C6672B2C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CEE582BE-1C7C-4E46-9E50-E747E00E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Codice Fiscale: GRCMTT83R49H501B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90229379-4354-44B8-8F9A-BD5A5400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Ginevra Moretti  |  Physical Address: Via Ulivo Verde 4918, 80133 Napoli, Italia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FA427DF3-188D-48C9-8CF8-E7FFA88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11138B08-95DF-4392-935C-3E10B32A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13BA817B-0F8C-4A97-B00F-3239E8FE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Codice Fiscale: GRDGRT83S25H501L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FB489ECB-4AEE-4AE1-B249-175DF40D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Sofia Greco  |  Physical Address: Via Acero Alta 4955, 00184 Roma, Italia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EF94B8D0-6767-4CBE-8D2B-CB9891CB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C9E475AA-150F-4AD4-8B01-6818CB5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4E771854-458E-4A97-ABF7-D7BF009E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Codice Fiscale: MRNTMS84A51H501D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DA1F70F0-9AE3-45D1-82DC-A93B650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Marta Santoro  |  Physical Address: Via Alloro Alta 4992, 90133 Palermo, Italia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87A6C9CD-9BF7-4F55-964D-3CF3E13A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8CDA83C1-07A8-4D19-87B8-00DD3B2D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306652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EEFD60BC-0FC4-4C31-A082-03984C21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966A7A0C-E906-4C6F-8F97-9C7A6942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457252B4-8D7A-4329-A935-82DA8360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9D349C1A-F10A-4B8A-AC2A-57BD2255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Codice Fiscale: CLMBRC84B27H501D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16BB9A69-B97C-488C-BE56-F703B0E3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Beatrice Conti  |  Physical Address: Via Castagno Alta 5029, 10121 Torino, Italia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E90F0BB0-F2B3-4BB4-A755-C2208968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B3F89F77-B8BC-4821-AC59-FDB733F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CECEE5FF-7858-4CA6-BB56-3038423E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Codice Fiscale: DLCRCR84D54H501W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16BAFD60-20BA-4D0C-94A9-1072FEA1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Ginevra Ferrari  |  Physical Address: Via Cedro Alta 5066, 70121 Bari, Italia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B4316F00-9479-43AE-A505-EC6CD1E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C9B8D1CC-365C-48B8-8178-0DB71174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E00E5813-A5FE-442C-8BA0-4DDB1309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Codice Fiscale: BRBCHR84E31H501E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DBE7FC55-B401-4A85-92FE-6D9EF841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Sofia Giordano  |  Physical Address: Via Fontana Alta 5103, 50122 Firenze, Italia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123DBC44-6DAA-41A4-90AA-1C4A8168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7B172AAA-460B-4391-8A4D-2A2E783E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8F986665-2433-4F75-B6D6-4BC312C9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Codice Fiscale: SPSMRC84L57H501A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543C8132-158B-48C2-80CE-773C8C70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Marta Romano  |  Physical Address: Via Gelsomino Alta 5140, 43121 Parma, Italia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B70535D3-6392-4CC4-8AD2-763214FE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5160DE3E-55D5-4868-B77F-A383E77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62A763B9-1C01-4EF8-B711-DF90FBCA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Codice Fiscale: BRNLSE84P02H501L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3A7FB555-5A7A-4312-80B7-E31D5CD6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Beatrice Moretti  |  Physical Address: Via Olmo Alta 5177, 16121 Genova, Italia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CF2F5116-ED07-4D36-81C3-6F1D4F4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D169A1C3-2DA8-4D88-B94A-24653846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6140621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4E225D94-B637-4FFE-82E6-C06CEA5F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A1170835-CC26-4007-A460-AF94182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CE16B339-9EA2-4E82-AD60-20EF0DC7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FEF07301-D36E-4761-99A3-A14E1623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Codice Fiscale: RZZLCU84R59H501N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2A5FDE3F-06AD-4023-8A5B-A71D6674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Ginevra Greco  |  Physical Address: Via Pino Alta 5214, 20121 Milano, Italia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9EA5C01D-0BF1-46EA-AD4C-B391F24E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807046F5-D0E8-4E10-A670-D3659744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88F6839C-0740-4C60-9F0E-74D3C828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Codice Fiscale: RSSMRT84T05H501R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C5867D1F-6451-4B93-9FCF-72B6CA13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Sofia Mariani  |  Physical Address: Via Quercia Alta 5251, 37121 Verona, Italia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FC346A08-53E5-4523-A516-177C07F2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64D73F81-BD00-4FE2-A439-6881C752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AC01CF76-A972-4D2D-8D93-F2C48FA6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Codice Fiscale: RCCDVD85A61H501E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F81A35B4-26F3-4891-BEDA-807D805E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Marta Conti  |  Physical Address: Via Rosa Alta 5288, 40121 Bologna, Italia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9F4CD340-9D32-4993-98CE-BA2857B5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70DBAA31-08AD-42CF-820A-E4BDE623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3FD882A3-31ED-48A4-9709-CA826B6F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Codice Fiscale: MNCLRI85C09H501D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29311E95-1B17-4AF0-B4A2-CF1892AE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Beatrice Ferrari  |  Physical Address: Via Tiglio Alta 5325, 35121 Padova, Italia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0E1BA627-0D6F-4DF9-8D0B-D8AC3295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37895859-AFC1-42AA-92F2-11585F44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39A9865C-085E-4FBD-8D52-DDE216D0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Codice Fiscale: FNTSFN85D65H501Y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C8A77878-1F77-4DAE-8181-E1E7FFF6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Ginevra Giordano  |  Physical Address: Via Ulivo Alta 5362, 80133 Napoli, Italia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14B40E8B-17A8-47E3-9F70-A02EA46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1319CC6B-1E7B-4FC8-9450-4E606A27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11722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9B763857-DD56-430C-A53F-2EEBB9B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E6943C6C-0B2E-4C4F-8C43-3511A3B7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F4A35A76-FA00-4762-A267-D474D8BF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CEE4A690-5D7E-49BF-B964-B57B0650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Codice Fiscale: RMNGLI85H11H501Q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9A35787C-17DD-4BCF-BA41-DF1D86E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Sofia Colombo  |  Physical Address: Via Acero Bassa 5399, 00184 Roma, Italia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4D3C664B-F962-4A61-854F-C974FCCC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020BBF5E-FDF6-44FE-BED0-86011210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34503362-AB79-4244-8B49-714ED9D4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Codice Fiscale: CNTLRD85L68H501X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62094FB6-7AE9-4F72-A913-5437C848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Marta Moretti  |  Physical Address: Via Alloro Bassa 5436, 90133 Palermo, Italia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CB83EA76-29AA-412E-81BC-194B4F9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FCAE6CA5-29E5-46AF-A610-83310331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59FDDFFB-63FE-4A2A-A744-D7382E60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Codice Fiscale: MRTSFO85P13H501T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6B8DCF58-600E-4977-A673-F0FB4CF9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Tommaso Greco  |  Physical Address: Via Castagno Bassa 5473, 10121 Torino, Italia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8A003DBD-C44B-4AB8-BF1E-922F2D7F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EF1D52E0-6C9B-4717-9196-5189E324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11F9EA6F-2E4E-4FB8-823A-BBB2733B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Codice Fiscale: FRRFNC85R70H501V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5131303A-EB65-4C9C-B76C-010F3FE0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Alessandro Mariani  |  Physical Address: Via Cedro Bassa 5510, 70121 Bari, Italia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0FAA4D39-6248-4D57-BF63-4FF33C77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AA1A05C3-604C-4840-960F-D8AE07B3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7C8F4B36-B586-46CF-A075-C9ADABD7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Codice Fiscale: GRCRRA85T16H501G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8083C91D-5BCF-40EC-83A6-70CB959E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Leonardo De Luca  |  Physical Address: Via Fontana Bassa 5547, 50122 Firenze, Italia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A4C579FB-D338-480F-9E07-1324E9E7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52171F59-06D0-48A8-9932-8512EF9D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982458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8112E490-0DFD-4D3D-89BD-20BBB4D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EEB54672-0107-43D0-BC96-094CEF8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ED2FDB0E-63FF-4CE0-A15D-CD71DFAF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025D9D6C-B232-4589-9455-6AABB87C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Codice Fiscale: GRDLNZ86B41H501O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74E57830-24F7-4F14-BEBD-4ABB7FCD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Luca Ferrari  |  Physical Address: Via Gelsomino Bassa 5584, 43121 Parma, Italia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A99FDBFE-22C2-475A-9CD2-A9979DBD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DFE89824-369E-4C1B-AAE0-B3269B74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45B2E1B1-852A-45E3-8F3B-5B35AE3E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Codice Fiscale: MRNLCA86C20H501U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A1296066-04FA-4445-ADD5-1005E02E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Luca Tommaso Giordano  |  Physical Address: Via Olmo Bassa 5621, 16121 Genova, Italia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9159D3AB-96F3-4E5C-AB62-4AC9B3A6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954615B3-A198-4180-A7AE-EF04DF87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C4731CA7-E6C3-418C-9F6F-4DFCE8CF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Codice Fiscale: CLMLSN86E46H501N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BADCB661-03B0-41D8-8048-490FE09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Elisa Alessandro Colombo  |  Physical Address: Via Pino Bassa 5658, 20121 Milano, Italia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1903D7A8-5365-4A1F-94D3-A87D90DB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A9C13599-A606-4A4B-8A6B-0E9CE5CC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DBE7D162-64FE-44FD-86D2-EFD5A9A0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Codice Fiscale: DLCGVR86H22H501V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B0C4F8AA-7A8E-4C54-A103-BFED9E5C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Marco Leonardo Barbieri  |  Physical Address: Via Quercia Bassa 5695, 37121 Verona, Italia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E14E4906-8040-4331-93CF-72F925F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F1BD4B96-17F9-49AA-9064-D2D24F97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32C1CF40-2859-47F3-8B21-151ED747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Codice Fiscale: BRBNDR86M48H501K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BE7761AF-E561-4263-B252-61B9A359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Chiara Luca Greco  |  Physical Address: Via Rosa Bassa 5732, 40121 Bologna, Italia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F96F8778-B614-4D96-917B-B4D57EE1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B9A36EBB-7E75-4E97-BBD7-550F49F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278826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4AFC6647-9334-4181-8886-232F158B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AE640114-4663-4291-A625-C4CFCC7D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90FF8EBE-BE20-4E59-9D29-41E40663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80243450-D10E-474D-A775-F12A8DFD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Codice Fiscale: SPSMME86P24H501C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D700F698-24BD-4993-B9DB-EDE44619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Riccardo Tommaso Mariani  |  Physical Address: Via Tiglio Bassa 5769, 35121 Padova, Italia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A243E1A5-BC3F-4B58-A266-99727D1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E7210871-023A-4FFC-A57C-DDC7CB90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F131273F-8D49-45CD-B225-5AE22EE9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Codice Fiscale: BRNMTT86S50H501P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D562F6E8-D0B4-4283-9C59-FB2E35B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Beatrice Alessandro De Luca  |  Physical Address: Via Ulivo Bassa 5806, 80133 Napoli, Italia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605545AD-9178-48E8-8B01-BE131657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38215BB8-DBB4-4BAB-B4A3-4F7276F5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1D2C98D0-6EED-49EB-8DCF-39211136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Codice Fiscale: RZZGRT86T27H501L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479A48EE-399F-45FE-BD31-1FF6D98C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Tommaso Leonardo Esposito  |  Physical Address: Via Acero Dorata 5843, 00184 Roma, Italia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5D85F895-D5D4-4BBA-A8C3-C597706F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63C198EE-5E5D-4950-9B12-1A3A1A75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3EBC5EDD-74F8-4F9A-AE61-5B2E7858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Codice Fiscale: RSSTMS87B52H501T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2B341EC7-E7F2-401A-AC3F-A20D4847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Greta Luca Giordano  |  Physical Address: Via Alloro Dorata 5880, 90133 Palermo, Italia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2E1944A2-92F4-4CC8-B068-518C30AA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5CF4CCF5-7420-4C37-B2EF-330F9C7E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5BC2C0E7-5DCF-4FE4-91B7-E7181000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Codice Fiscale: RCCBRC87C31H501C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12E30E10-DAE9-40B0-AD94-73EB158A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Matteo Tommaso Colombo  |  Physical Address: Via Castagno Dorata 5917, 10121 Torino, Italia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383DFFC5-1A23-4D7D-9BB7-4ACEEEEE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47CD15A6-76EC-4D3A-875B-B36BB7E2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539052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03CF37A9-3E25-4D2D-99F4-1D92185C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73D180D1-279F-4895-8FCC-E464D3B3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E05590A5-0D89-4AC0-BCCF-178AF059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C4CE5D1E-D9B3-4D5F-B462-CCF8A13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Codice Fiscale: MNCRCR87E57H501W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1160F4BC-3DF4-49BF-A5CC-BC158087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Emma Alessandro Barbieri  |  Physical Address: Via Cedro Dorata 5954, 70121 Bari, Italia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51813061-53A1-4DFD-BBC0-861D1D77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121D7F55-E84B-4C0D-9EA0-161BBD50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BA07C02A-BA09-4B42-AD02-902351A5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Codice Fiscale: FNTCHR87L03H501D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D6AF554A-D125-4AA3-8477-6221FE51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Andrea Leonardo Bruno  |  Physical Address: Via Fontana Dorata 5991, 50122 Firenze, Italia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852B7958-2642-47CE-A8F5-536356C0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938B4D05-D720-4990-89F4-CD571B3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612E9CD7-4510-45F0-80AA-28BEF9CE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Codice Fiscale: BNCMRC87M59H501A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04B37DC0-BEF5-45C4-86DE-AB37B438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Ginevra Luca Mariani  |  Physical Address: Via Gelsomino Dorata 6028, 43121 Parma, Italia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49FCB7D5-E597-4874-9697-4DDFC362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9536C199-C4F8-4159-B52B-39CDE5BA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A96F339F-0FC7-4FB5-9618-718F224C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Codice Fiscale: GLLLSE87R05H501U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F90A9ACD-1CB6-41E4-964D-78BA3962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Alessandro Tommaso De Luca  |  Physical Address: Via Olmo Dorata 6065, 16121 Genova, Italia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2EAC6ECB-6284-4DAB-BF58-54E1C67D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52123706-CE0C-479B-8E64-5D224CD7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FD0E741D-DBE5-42E9-AC42-FA8D32CE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Codice Fiscale: LMBLCU87S61H501M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6E1BBB82-A8AB-4BEE-BC9E-35498646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Alice Alessandro Esposito  |  Physical Address: Via Pino Dorata 6102, 20121 Milano, Italia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A729FF50-5638-4791-B62C-31287F36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AA2C12D6-11C7-46FD-BDFB-7F61E6C5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829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8767405C-4883-4DFE-8B41-5ACE1DC9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E3B55A93-437B-49F5-85DD-E9E0225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84D69B75-0C40-48C7-B8F5-FD353852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743A22A0-40FC-44E2-A0CF-0EF91132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Codice Fiscale: RSSMRT88A07H501M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1195BFD6-53A7-4C85-9C5F-6B54ABB2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Lorenzo Leonardo Rizzo  |  Physical Address: Via Quercia Dorata 6139, 37121 Verona, Italia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2816156D-3A68-4704-9D95-E033479C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7C45806E-725B-4C78-B4E7-0404622C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6C769C05-471E-440F-96CB-4ECFCC40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Codice Fiscale: MRNDVD88B63H501B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5276B575-7B6B-427B-8F8E-84DB4F3A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Aurora Luca Colombo  |  Physical Address: Via Rosa Dorata 6176, 40121 Bologna, Italia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94883600-7E2C-4001-AC99-8D33E171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D5156D3B-9402-462D-B212-CE31BD9A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005CA755-C17F-46B4-9E4D-EC9DD88D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Codice Fiscale: CSTLRI88D10H501Q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DB8405EF-05E5-4952-B28A-5B0F3B05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Francesco Tommaso Barbieri  |  Physical Address: Via Tiglio Dorata 6213, 35121 Padova, Italia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E733AEBE-1F45-4EB8-94A1-16450555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E6BE544B-21D4-41D6-B7A9-331D97A7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EAE03E7E-1A20-417E-9E65-5B5BD2AF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Codice Fiscale: SNTSFN88E67H501G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DE8AB422-D3A9-492D-B641-D988C09D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Sofia Alessandro Bruno  |  Physical Address: Via Ulivo Dorata 6250, 80133 Napoli, Italia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327CB6FA-87D4-4029-8440-E10E800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2677311D-3A1C-432A-80D5-78BECA54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ABC7252D-B0F9-4718-A9EE-1F3CEC27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Codice Fiscale: CLMGLI88L13H501H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7ABDFB1C-9A82-4118-988F-9A72974C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Leonardo Ginevra Rossi  |  Physical Address: Viale Acero Antica 6287, 00184 Roma, Italia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3BC851AB-DC7A-49E0-A522-3A518ACC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82CDEEB7-9F4E-4997-B6C6-34D9E28A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359211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681241C7-9648-4980-8F64-2AD6EE8F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Italian Fiscal Codes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C81F5C4C-E340-4DB1-A757-DEC932C9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F55E4171-D484-45D6-8F92-803C44B8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7DE0046E-F84D-48BC-AC93-C926E935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Codice Fiscale: DLCLRD88M69H501H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DAFBC364-65AF-4E6B-B695-3A3F8ADB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Giulia Luca De Luca  |  Physical Address: Viale Alloro Antica 6324, 90133 Palermo, Italia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4C2FA1F7-9A7B-47CD-B073-A0CFF6F7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3A24A21E-B918-41A5-9861-9C4B457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2DEEF8B4-D196-49A0-861C-234BBE02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Codice Fiscale: BRBSFO88R15H501B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D3AF4A15-7E71-4CAF-975B-B416C3B0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Stefano Greta Esposito  |  Physical Address: Viale Castagno Antica 6361, 10121 Torino, Italia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CFD39FC4-FBE2-4A61-B0A2-86C957F1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F14A1643-7848-466C-A65A-BC078BCD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4674BCC5-E6B9-46FD-BC78-83AC6E33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Codice Fiscale: SPSFNC88T41H501B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363B88A2-BF0A-4258-8123-F480A3C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Ilaria Alice Rizzo  |  Physical Address: Viale Cedro Antica 6398, 70121 Bari, Italia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D36E059B-FE70-41AC-856A-3EBDBA2A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5C12B53F-D3C2-4B3F-874C-B1677C3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7B1AB1A4-76B6-4549-BE86-5A42A2A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Codice Fiscale: BRNRRA89A17H501Z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32177EF9-CF73-4FCB-9FDD-18C07BE9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Davide Giulia Ricci  |  Physical Address: Viale Fontana Antica 6435, 50122 Firenze, Italia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7C461120-0DFC-41CF-8EAC-B3697A05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33011532-6EF0-4C55-AB31-962A3777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7225F2A7-D79A-4D54-9F70-20FDEBBD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Codice Fiscale: RZZLNZ89C45H501A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0E691B15-6866-41AF-B665-5A8CBC1E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Marta Elisa Barbieri  |  Physical Address: Viale Gelsomino Antica 6472, 43121 Parma, Italia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341C0C64-BE57-41B7-B4F6-F5BC552E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Codice fiscale italiano; tessera sanitaria; Agenzia delle Entrate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952B27D8-04EB-4BC1-BDF7-9055E039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Italy fiscal code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06344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2026-07-31T08:56:48.1790000Z</dcterms:created>
  <dcterms:modified xsi:type="dcterms:W3CDTF">2026-07-31T08:56:48.1790000Z</dcterms:modified>
</coreProperties>
</file>
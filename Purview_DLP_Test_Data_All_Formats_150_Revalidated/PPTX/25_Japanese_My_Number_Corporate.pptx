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7d49a23474d82" /><Relationship Type="http://schemas.openxmlformats.org/officeDocument/2006/relationships/extended-properties" Target="/docProps/app.xml" Id="R6dfedca44c7c4f41" /><Relationship Type="http://schemas.openxmlformats.org/officeDocument/2006/relationships/officeDocument" Target="/ppt/presentation.xml" Id="Ra4ef880723a44f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28480c2c814759"/>
  </p:sldMasterIdLst>
  <p:notesMasterIdLst>
    <p:notesMasterId xmlns:r="http://schemas.openxmlformats.org/officeDocument/2006/relationships" r:id="R3ffbf812c17a4e07"/>
  </p:notesMasterIdLst>
  <p:sldIdLst>
    <p:sldId xmlns:r="http://schemas.openxmlformats.org/officeDocument/2006/relationships" id="256" r:id="R92b25e9127344890"/>
    <p:sldId xmlns:r="http://schemas.openxmlformats.org/officeDocument/2006/relationships" id="257" r:id="R31da9c1ef12d47da"/>
    <p:sldId xmlns:r="http://schemas.openxmlformats.org/officeDocument/2006/relationships" id="258" r:id="R8b6a8ca363b943f0"/>
    <p:sldId xmlns:r="http://schemas.openxmlformats.org/officeDocument/2006/relationships" id="259" r:id="R90a95b3c0f014c35"/>
    <p:sldId xmlns:r="http://schemas.openxmlformats.org/officeDocument/2006/relationships" id="260" r:id="R5292ca8b5629419f"/>
    <p:sldId xmlns:r="http://schemas.openxmlformats.org/officeDocument/2006/relationships" id="261" r:id="R40b8b85ab8ca4dc5"/>
    <p:sldId xmlns:r="http://schemas.openxmlformats.org/officeDocument/2006/relationships" id="262" r:id="R41523be049364ad8"/>
    <p:sldId xmlns:r="http://schemas.openxmlformats.org/officeDocument/2006/relationships" id="263" r:id="R96aca2b2453a44ef"/>
    <p:sldId xmlns:r="http://schemas.openxmlformats.org/officeDocument/2006/relationships" id="264" r:id="Rd72eff66005847ea"/>
    <p:sldId xmlns:r="http://schemas.openxmlformats.org/officeDocument/2006/relationships" id="265" r:id="R869ad23eb54541be"/>
    <p:sldId xmlns:r="http://schemas.openxmlformats.org/officeDocument/2006/relationships" id="266" r:id="Rf0949ed720704923"/>
    <p:sldId xmlns:r="http://schemas.openxmlformats.org/officeDocument/2006/relationships" id="267" r:id="R0ae8b61ea9184ae0"/>
    <p:sldId xmlns:r="http://schemas.openxmlformats.org/officeDocument/2006/relationships" id="268" r:id="R5e8cb5eedcdb42d7"/>
    <p:sldId xmlns:r="http://schemas.openxmlformats.org/officeDocument/2006/relationships" id="269" r:id="R807b07459c174bb9"/>
    <p:sldId xmlns:r="http://schemas.openxmlformats.org/officeDocument/2006/relationships" id="270" r:id="R0918c7a2492a4083"/>
    <p:sldId xmlns:r="http://schemas.openxmlformats.org/officeDocument/2006/relationships" id="271" r:id="Rb9001a530fad423f"/>
    <p:sldId xmlns:r="http://schemas.openxmlformats.org/officeDocument/2006/relationships" id="272" r:id="Rac6c7870e388439e"/>
    <p:sldId xmlns:r="http://schemas.openxmlformats.org/officeDocument/2006/relationships" id="273" r:id="R3e8a90c5964a4642"/>
    <p:sldId xmlns:r="http://schemas.openxmlformats.org/officeDocument/2006/relationships" id="274" r:id="R4d60e5eb1da64156"/>
    <p:sldId xmlns:r="http://schemas.openxmlformats.org/officeDocument/2006/relationships" id="275" r:id="Rdef8aea6c08e4c1a"/>
    <p:sldId xmlns:r="http://schemas.openxmlformats.org/officeDocument/2006/relationships" id="276" r:id="R706b94498c8047ef"/>
    <p:sldId xmlns:r="http://schemas.openxmlformats.org/officeDocument/2006/relationships" id="277" r:id="R58e14d3d7df6428e"/>
    <p:sldId xmlns:r="http://schemas.openxmlformats.org/officeDocument/2006/relationships" id="278" r:id="R545737a71c6441b1"/>
    <p:sldId xmlns:r="http://schemas.openxmlformats.org/officeDocument/2006/relationships" id="279" r:id="Rfe8c078f9c8f41a5"/>
    <p:sldId xmlns:r="http://schemas.openxmlformats.org/officeDocument/2006/relationships" id="280" r:id="Rb81a0aef8cf6402b"/>
    <p:sldId xmlns:r="http://schemas.openxmlformats.org/officeDocument/2006/relationships" id="281" r:id="R7287b991d5d1467c"/>
    <p:sldId xmlns:r="http://schemas.openxmlformats.org/officeDocument/2006/relationships" id="282" r:id="R6ace66d64d174dfc"/>
    <p:sldId xmlns:r="http://schemas.openxmlformats.org/officeDocument/2006/relationships" id="283" r:id="R7d81d697f12f417e"/>
    <p:sldId xmlns:r="http://schemas.openxmlformats.org/officeDocument/2006/relationships" id="284" r:id="R62a3f44ab015493e"/>
    <p:sldId xmlns:r="http://schemas.openxmlformats.org/officeDocument/2006/relationships" id="285" r:id="R678a2d00d7eb47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8861458454b68" /><Relationship Type="http://schemas.openxmlformats.org/officeDocument/2006/relationships/slideMaster" Target="/ppt/slideMasters/slideMaster1.xml" Id="R0628480c2c814759" /><Relationship Type="http://schemas.openxmlformats.org/officeDocument/2006/relationships/notesMaster" Target="/ppt/notesMasters/notesMaster1.xml" Id="R3ffbf812c17a4e07" /><Relationship Type="http://schemas.openxmlformats.org/officeDocument/2006/relationships/presProps" Target="/ppt/presProps.xml" Id="R922550a37e3c447e" /><Relationship Type="http://schemas.openxmlformats.org/officeDocument/2006/relationships/tableStyles" Target="/ppt/tableStyles.xml" Id="R5c8c1294907445a2" /><Relationship Type="http://schemas.openxmlformats.org/officeDocument/2006/relationships/slide" Target="/ppt/slides/slide1.xml" Id="R92b25e9127344890" /><Relationship Type="http://schemas.openxmlformats.org/officeDocument/2006/relationships/slide" Target="/ppt/slides/slide2.xml" Id="R31da9c1ef12d47da" /><Relationship Type="http://schemas.openxmlformats.org/officeDocument/2006/relationships/slide" Target="/ppt/slides/slide3.xml" Id="R8b6a8ca363b943f0" /><Relationship Type="http://schemas.openxmlformats.org/officeDocument/2006/relationships/slide" Target="/ppt/slides/slide4.xml" Id="R90a95b3c0f014c35" /><Relationship Type="http://schemas.openxmlformats.org/officeDocument/2006/relationships/slide" Target="/ppt/slides/slide5.xml" Id="R5292ca8b5629419f" /><Relationship Type="http://schemas.openxmlformats.org/officeDocument/2006/relationships/slide" Target="/ppt/slides/slide6.xml" Id="R40b8b85ab8ca4dc5" /><Relationship Type="http://schemas.openxmlformats.org/officeDocument/2006/relationships/slide" Target="/ppt/slides/slide7.xml" Id="R41523be049364ad8" /><Relationship Type="http://schemas.openxmlformats.org/officeDocument/2006/relationships/slide" Target="/ppt/slides/slide8.xml" Id="R96aca2b2453a44ef" /><Relationship Type="http://schemas.openxmlformats.org/officeDocument/2006/relationships/slide" Target="/ppt/slides/slide9.xml" Id="Rd72eff66005847ea" /><Relationship Type="http://schemas.openxmlformats.org/officeDocument/2006/relationships/slide" Target="/ppt/slides/slide10.xml" Id="R869ad23eb54541be" /><Relationship Type="http://schemas.openxmlformats.org/officeDocument/2006/relationships/slide" Target="/ppt/slides/slide11.xml" Id="Rf0949ed720704923" /><Relationship Type="http://schemas.openxmlformats.org/officeDocument/2006/relationships/slide" Target="/ppt/slides/slide12.xml" Id="R0ae8b61ea9184ae0" /><Relationship Type="http://schemas.openxmlformats.org/officeDocument/2006/relationships/slide" Target="/ppt/slides/slide13.xml" Id="R5e8cb5eedcdb42d7" /><Relationship Type="http://schemas.openxmlformats.org/officeDocument/2006/relationships/slide" Target="/ppt/slides/slide14.xml" Id="R807b07459c174bb9" /><Relationship Type="http://schemas.openxmlformats.org/officeDocument/2006/relationships/slide" Target="/ppt/slides/slide15.xml" Id="R0918c7a2492a4083" /><Relationship Type="http://schemas.openxmlformats.org/officeDocument/2006/relationships/slide" Target="/ppt/slides/slide16.xml" Id="Rb9001a530fad423f" /><Relationship Type="http://schemas.openxmlformats.org/officeDocument/2006/relationships/slide" Target="/ppt/slides/slide17.xml" Id="Rac6c7870e388439e" /><Relationship Type="http://schemas.openxmlformats.org/officeDocument/2006/relationships/slide" Target="/ppt/slides/slide18.xml" Id="R3e8a90c5964a4642" /><Relationship Type="http://schemas.openxmlformats.org/officeDocument/2006/relationships/slide" Target="/ppt/slides/slide19.xml" Id="R4d60e5eb1da64156" /><Relationship Type="http://schemas.openxmlformats.org/officeDocument/2006/relationships/slide" Target="/ppt/slides/slide20.xml" Id="Rdef8aea6c08e4c1a" /><Relationship Type="http://schemas.openxmlformats.org/officeDocument/2006/relationships/slide" Target="/ppt/slides/slide21.xml" Id="R706b94498c8047ef" /><Relationship Type="http://schemas.openxmlformats.org/officeDocument/2006/relationships/slide" Target="/ppt/slides/slide22.xml" Id="R58e14d3d7df6428e" /><Relationship Type="http://schemas.openxmlformats.org/officeDocument/2006/relationships/slide" Target="/ppt/slides/slide23.xml" Id="R545737a71c6441b1" /><Relationship Type="http://schemas.openxmlformats.org/officeDocument/2006/relationships/slide" Target="/ppt/slides/slide24.xml" Id="Rfe8c078f9c8f41a5" /><Relationship Type="http://schemas.openxmlformats.org/officeDocument/2006/relationships/slide" Target="/ppt/slides/slide25.xml" Id="Rb81a0aef8cf6402b" /><Relationship Type="http://schemas.openxmlformats.org/officeDocument/2006/relationships/slide" Target="/ppt/slides/slide26.xml" Id="R7287b991d5d1467c" /><Relationship Type="http://schemas.openxmlformats.org/officeDocument/2006/relationships/slide" Target="/ppt/slides/slide27.xml" Id="R6ace66d64d174dfc" /><Relationship Type="http://schemas.openxmlformats.org/officeDocument/2006/relationships/slide" Target="/ppt/slides/slide28.xml" Id="R7d81d697f12f417e" /><Relationship Type="http://schemas.openxmlformats.org/officeDocument/2006/relationships/slide" Target="/ppt/slides/slide29.xml" Id="R62a3f44ab015493e" /><Relationship Type="http://schemas.openxmlformats.org/officeDocument/2006/relationships/slide" Target="/ppt/slides/slide30.xml" Id="R678a2d00d7eb47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7cddcdea11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0d28a889994380" /><Relationship Type="http://schemas.openxmlformats.org/officeDocument/2006/relationships/notesMaster" Target="/ppt/notesMasters/notesMaster1.xml" Id="R9cd35ae11cfd44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0a06685d6b41f3" /><Relationship Type="http://schemas.openxmlformats.org/officeDocument/2006/relationships/notesMaster" Target="/ppt/notesMasters/notesMaster1.xml" Id="R2137f0f9412245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4691d7bdb54363" /><Relationship Type="http://schemas.openxmlformats.org/officeDocument/2006/relationships/notesMaster" Target="/ppt/notesMasters/notesMaster1.xml" Id="Rff2917bd39dc45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6a429ca774aff" /><Relationship Type="http://schemas.openxmlformats.org/officeDocument/2006/relationships/notesMaster" Target="/ppt/notesMasters/notesMaster1.xml" Id="Rf9afd6a9ba654e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83f47b053d488e" /><Relationship Type="http://schemas.openxmlformats.org/officeDocument/2006/relationships/notesMaster" Target="/ppt/notesMasters/notesMaster1.xml" Id="R3f2552dcd3e2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26e27ad64f4ff3" /><Relationship Type="http://schemas.openxmlformats.org/officeDocument/2006/relationships/notesMaster" Target="/ppt/notesMasters/notesMaster1.xml" Id="R8950a754335f42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c1973361494e08" /><Relationship Type="http://schemas.openxmlformats.org/officeDocument/2006/relationships/notesMaster" Target="/ppt/notesMasters/notesMaster1.xml" Id="R0224bf45b06d45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a831c0d7084ba6" /><Relationship Type="http://schemas.openxmlformats.org/officeDocument/2006/relationships/notesMaster" Target="/ppt/notesMasters/notesMaster1.xml" Id="R2c1e2717ea654a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8c3791eacf4fc6" /><Relationship Type="http://schemas.openxmlformats.org/officeDocument/2006/relationships/notesMaster" Target="/ppt/notesMasters/notesMaster1.xml" Id="R8a42e119585641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4d1f0a35b14b89" /><Relationship Type="http://schemas.openxmlformats.org/officeDocument/2006/relationships/notesMaster" Target="/ppt/notesMasters/notesMaster1.xml" Id="R90f108f90a5a45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972f7ec7444e9f" /><Relationship Type="http://schemas.openxmlformats.org/officeDocument/2006/relationships/notesMaster" Target="/ppt/notesMasters/notesMaster1.xml" Id="R57f6fd479f094a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7968a56d894eea" /><Relationship Type="http://schemas.openxmlformats.org/officeDocument/2006/relationships/notesMaster" Target="/ppt/notesMasters/notesMaster1.xml" Id="R4f2c44a119d34b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a85fa0ae004554" /><Relationship Type="http://schemas.openxmlformats.org/officeDocument/2006/relationships/notesMaster" Target="/ppt/notesMasters/notesMaster1.xml" Id="Rfc16848e33c543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7655701a894387" /><Relationship Type="http://schemas.openxmlformats.org/officeDocument/2006/relationships/notesMaster" Target="/ppt/notesMasters/notesMaster1.xml" Id="R41ba59ab01fa46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0765a11f154c72" /><Relationship Type="http://schemas.openxmlformats.org/officeDocument/2006/relationships/notesMaster" Target="/ppt/notesMasters/notesMaster1.xml" Id="R62998166cbef40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c6b119f90f43f0" /><Relationship Type="http://schemas.openxmlformats.org/officeDocument/2006/relationships/notesMaster" Target="/ppt/notesMasters/notesMaster1.xml" Id="Ra1bbf91b238449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7298918b134e92" /><Relationship Type="http://schemas.openxmlformats.org/officeDocument/2006/relationships/notesMaster" Target="/ppt/notesMasters/notesMaster1.xml" Id="R0f54c9aba7ca41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43f54440ba4030" /><Relationship Type="http://schemas.openxmlformats.org/officeDocument/2006/relationships/notesMaster" Target="/ppt/notesMasters/notesMaster1.xml" Id="R70f82f8ce33b4d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a7751848b6410d" /><Relationship Type="http://schemas.openxmlformats.org/officeDocument/2006/relationships/notesMaster" Target="/ppt/notesMasters/notesMaster1.xml" Id="R2773bf8eafae47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ee153babdc4b18" /><Relationship Type="http://schemas.openxmlformats.org/officeDocument/2006/relationships/notesMaster" Target="/ppt/notesMasters/notesMaster1.xml" Id="R01c1d364a47a49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90e4cf7db674305" /><Relationship Type="http://schemas.openxmlformats.org/officeDocument/2006/relationships/notesMaster" Target="/ppt/notesMasters/notesMaster1.xml" Id="R550b972a7e844e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579a5c5c6a417c" /><Relationship Type="http://schemas.openxmlformats.org/officeDocument/2006/relationships/notesMaster" Target="/ppt/notesMasters/notesMaster1.xml" Id="Re054e65b99f1493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8b9fee13a7e45da" /><Relationship Type="http://schemas.openxmlformats.org/officeDocument/2006/relationships/notesMaster" Target="/ppt/notesMasters/notesMaster1.xml" Id="Rac64efc25bdb44c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972ece3d0b345bf" /><Relationship Type="http://schemas.openxmlformats.org/officeDocument/2006/relationships/notesMaster" Target="/ppt/notesMasters/notesMaster1.xml" Id="R1e6ae497c32f4c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2147cb85d464cd6" /><Relationship Type="http://schemas.openxmlformats.org/officeDocument/2006/relationships/notesMaster" Target="/ppt/notesMasters/notesMaster1.xml" Id="Re7bc87d728a4484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a369c9046784a15" /><Relationship Type="http://schemas.openxmlformats.org/officeDocument/2006/relationships/notesMaster" Target="/ppt/notesMasters/notesMaster1.xml" Id="R25d1303496af48c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473773406c648aa" /><Relationship Type="http://schemas.openxmlformats.org/officeDocument/2006/relationships/notesMaster" Target="/ppt/notesMasters/notesMaster1.xml" Id="R15ee0a10c7b247a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b4975221c44f6f" /><Relationship Type="http://schemas.openxmlformats.org/officeDocument/2006/relationships/notesMaster" Target="/ppt/notesMasters/notesMaster1.xml" Id="R9b5f53f8a1b142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9e3757862cf4df4" /><Relationship Type="http://schemas.openxmlformats.org/officeDocument/2006/relationships/notesMaster" Target="/ppt/notesMasters/notesMaster1.xml" Id="R27a56d55f65040e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b4f8885c7042ec" /><Relationship Type="http://schemas.openxmlformats.org/officeDocument/2006/relationships/notesMaster" Target="/ppt/notesMasters/notesMaster1.xml" Id="R9f251b6e162a4f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https://learn.microsoft.com/en-us/purview/sit-defn-japan-my-number-corporate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67947180441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10e3d2b094db4" /><Relationship Type="http://schemas.openxmlformats.org/officeDocument/2006/relationships/slideLayout" Target="/ppt/slideLayouts/slideLayout1.xml" Id="R1e534cfdb88948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534cfdb88948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f6a56095447ec" /><Relationship Type="http://schemas.openxmlformats.org/officeDocument/2006/relationships/notesSlide" Target="/ppt/notesSlides/notesSlide1.xml" Id="Re73a20469e4c48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93ef6f7d24b50" /><Relationship Type="http://schemas.openxmlformats.org/officeDocument/2006/relationships/notesSlide" Target="/ppt/notesSlides/notesSlide2.xml" Id="R85804af39c0b40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498fe87dc4b9a" /><Relationship Type="http://schemas.openxmlformats.org/officeDocument/2006/relationships/notesSlide" Target="/ppt/notesSlides/notesSlide3.xml" Id="R921785d3c63d43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9bacdf0b64dc3" /><Relationship Type="http://schemas.openxmlformats.org/officeDocument/2006/relationships/notesSlide" Target="/ppt/notesSlides/notesSlide4.xml" Id="R021fc97048e140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2048d960342c1" /><Relationship Type="http://schemas.openxmlformats.org/officeDocument/2006/relationships/notesSlide" Target="/ppt/notesSlides/notesSlide5.xml" Id="Ra69b6980608545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882c5139f43c3" /><Relationship Type="http://schemas.openxmlformats.org/officeDocument/2006/relationships/notesSlide" Target="/ppt/notesSlides/notesSlide6.xml" Id="Reff6dae72c50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5c7ab913d4bad" /><Relationship Type="http://schemas.openxmlformats.org/officeDocument/2006/relationships/notesSlide" Target="/ppt/notesSlides/notesSlide7.xml" Id="R5f775b592d3a48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95837fde04029" /><Relationship Type="http://schemas.openxmlformats.org/officeDocument/2006/relationships/notesSlide" Target="/ppt/notesSlides/notesSlide8.xml" Id="R87b2898ed3c34a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de073010d4730" /><Relationship Type="http://schemas.openxmlformats.org/officeDocument/2006/relationships/notesSlide" Target="/ppt/notesSlides/notesSlide9.xml" Id="R1cc23d129a3848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dd9d0931a446a" /><Relationship Type="http://schemas.openxmlformats.org/officeDocument/2006/relationships/notesSlide" Target="/ppt/notesSlides/notesSlide10.xml" Id="Rea9ff65ccff347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6072c21084308" /><Relationship Type="http://schemas.openxmlformats.org/officeDocument/2006/relationships/notesSlide" Target="/ppt/notesSlides/notesSlide11.xml" Id="R1df5f8f9953649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d4fcf0746485c" /><Relationship Type="http://schemas.openxmlformats.org/officeDocument/2006/relationships/notesSlide" Target="/ppt/notesSlides/notesSlide12.xml" Id="R47f5297a089a44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3e23a46614f73" /><Relationship Type="http://schemas.openxmlformats.org/officeDocument/2006/relationships/notesSlide" Target="/ppt/notesSlides/notesSlide13.xml" Id="R966d3eb104b041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0257277ff42d4" /><Relationship Type="http://schemas.openxmlformats.org/officeDocument/2006/relationships/notesSlide" Target="/ppt/notesSlides/notesSlide14.xml" Id="R0fd3bae518544f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c5240d43f4ddd" /><Relationship Type="http://schemas.openxmlformats.org/officeDocument/2006/relationships/notesSlide" Target="/ppt/notesSlides/notesSlide15.xml" Id="R17e315c3487f4f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0e9f41a9042dd" /><Relationship Type="http://schemas.openxmlformats.org/officeDocument/2006/relationships/notesSlide" Target="/ppt/notesSlides/notesSlide16.xml" Id="Rcfddb1dca4094f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cd23585394b5c" /><Relationship Type="http://schemas.openxmlformats.org/officeDocument/2006/relationships/notesSlide" Target="/ppt/notesSlides/notesSlide17.xml" Id="R08984e1de5234b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8292a46334432" /><Relationship Type="http://schemas.openxmlformats.org/officeDocument/2006/relationships/notesSlide" Target="/ppt/notesSlides/notesSlide18.xml" Id="Rdefe1c3133b14c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a94b5897a4990" /><Relationship Type="http://schemas.openxmlformats.org/officeDocument/2006/relationships/notesSlide" Target="/ppt/notesSlides/notesSlide19.xml" Id="R56ebda3be0d04c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fb75760d44bde" /><Relationship Type="http://schemas.openxmlformats.org/officeDocument/2006/relationships/notesSlide" Target="/ppt/notesSlides/notesSlide20.xml" Id="R52277651029246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7b6192d7b451b" /><Relationship Type="http://schemas.openxmlformats.org/officeDocument/2006/relationships/notesSlide" Target="/ppt/notesSlides/notesSlide21.xml" Id="R93389c93c90842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4b5e3a16c4b5c" /><Relationship Type="http://schemas.openxmlformats.org/officeDocument/2006/relationships/notesSlide" Target="/ppt/notesSlides/notesSlide22.xml" Id="R448ea7a439e548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036901a7c4234" /><Relationship Type="http://schemas.openxmlformats.org/officeDocument/2006/relationships/notesSlide" Target="/ppt/notesSlides/notesSlide23.xml" Id="Ra9e7bc20a4164e4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c34dd30cb4216" /><Relationship Type="http://schemas.openxmlformats.org/officeDocument/2006/relationships/notesSlide" Target="/ppt/notesSlides/notesSlide24.xml" Id="R2e416767bb464a2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554708d034e51" /><Relationship Type="http://schemas.openxmlformats.org/officeDocument/2006/relationships/notesSlide" Target="/ppt/notesSlides/notesSlide25.xml" Id="Ra86544f46dcb41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43048889346bb" /><Relationship Type="http://schemas.openxmlformats.org/officeDocument/2006/relationships/notesSlide" Target="/ppt/notesSlides/notesSlide26.xml" Id="R43f35d9ed6b0469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4056976af40f8" /><Relationship Type="http://schemas.openxmlformats.org/officeDocument/2006/relationships/notesSlide" Target="/ppt/notesSlides/notesSlide27.xml" Id="R5ecde6987bcb40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82f2d622c4409" /><Relationship Type="http://schemas.openxmlformats.org/officeDocument/2006/relationships/notesSlide" Target="/ppt/notesSlides/notesSlide28.xml" Id="R497210113dc349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479dcf6a0488e" /><Relationship Type="http://schemas.openxmlformats.org/officeDocument/2006/relationships/notesSlide" Target="/ppt/notesSlides/notesSlide29.xml" Id="R197886b4fdbe4a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bfbfb49f04897" /><Relationship Type="http://schemas.openxmlformats.org/officeDocument/2006/relationships/notesSlide" Target="/ppt/notesSlides/notesSlide30.xml" Id="R3db0a7e6b9434f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A6766972-DB1C-4754-B88C-B2E7F2E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035C548F-3AE6-4D2A-8634-F8A56059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7F6CCA8C-0C60-46B4-B7CF-1EBF3EF5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D1B8E1AD-C416-4D89-8ABA-5B3452E5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Corporate Number / 法人番号: 3012345600000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8EE2765F-0E7C-4DDF-A0A4-96F72599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Akari Sasaki  |  Physical Address: 1-1-972 Aoba-Chuo-dori, Chiyoda-ku, Tokyo 100-0001, Japan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0F8BA7C0-BEB1-4623-84EB-F6051F38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C7FDE235-D26B-47DA-8A06-E639D7E3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831C2321-251E-4315-89EA-8097EAE6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Corporate Number / 法人番号: 2012345600001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E59A646E-DE2E-4894-94E5-405742FE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Sakura Takahashi  |  Physical Address: 2-1-1009 Asahi-Chuo-dori, Naka-ku, Nagoya 460-0001, Japan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B075DBB4-3D2A-48BF-89F0-DAF23B8C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27A7EEAA-4D9B-430B-9486-05FFEC9F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DA66B31C-5228-4C45-96AA-D9B347B9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Corporate Number / 法人番号: 1012345600002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CFEF695D-6482-4B62-98A7-5CCF0187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Kaori Inoue  |  Physical Address: 3-1-1046 Fuji-Chuo-dori, Naka-ku, Yokohama 231-0001, Japan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3864F79B-56F8-4835-AA5B-BBC792F4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E693B731-52E8-4496-BBA1-05EE336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37FF3605-9294-4CFC-B40C-924C610F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Corporate Number / 法人番号: 9012345600003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34211C0A-AEE4-4752-870D-0DD22509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Shota Ito  |  Physical Address: 4-1-1083 Hikari-Chuo-dori, Naka-ku, Hiroshima 730-0001, Japan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65900377-BC87-49A6-B7EC-E02B3CC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2F4BE7CB-FA5F-4030-9607-968A47D5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9C666B71-07D8-4ED1-8F0B-80641B68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Corporate Number / 法人番号: 8012345600004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9BC74740-594B-479E-8B9C-EA6A53A4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Riku Yamazaki  |  Physical Address: 5-1-1120 Kaede-Chuo-dori, Chuo-ku, Sapporo 060-0001, Japan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F16DF9D5-B16E-4A19-9194-26ABFF99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E1254385-F58A-4D16-B1EC-E0BA3CA0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21290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4E58215A-D551-46DF-B9BC-C59BF738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7E32B1AA-9560-4C3B-B1BE-3B8A4B1E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1BAED7F5-9656-4247-91E2-2876EDB8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89446915-9B3C-4681-BFE2-5976A87F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Corporate Number / 法人番号: 7012345600005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52F083DF-71FD-4C19-BEA5-E8B88A30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Yuto Kato  |  Physical Address: 6-1-1157 Midori-Chuo-dori, Chuo-ku, Chiba 260-0001, Japan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526A648E-0B46-4DFB-9559-9421219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91787D52-85FC-421F-9903-9B66B4BE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422BF904-A70A-4BC2-BA0F-9256F87A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Corporate Number / 法人番号: 6012345600006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21462723-9228-4675-BBDC-21BD98F2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Hiroshi Ikeda  |  Physical Address: 7-1-1194 Nishi-Chuo-dori, Nakagyo-ku, Kyoto 604-8001, Japan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60DE1ED0-4BFA-4BE5-ADD5-96740342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5D746203-913E-4A07-9740-1F7195DD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3872CF9A-F7D7-4C63-BEAB-5FA2F9A4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Corporate Number / 法人番号: 5012345600007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CDF4C313-A97B-4044-A5CC-8D29B6DC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Shota Sasaki  |  Physical Address: 8-1-1231 Sakura-Chuo-dori, Kita-ku, Osaka 530-0001, Japan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6AAE5ED9-8C25-4FBC-9CFB-4469497A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6C1586FB-AEB9-40C6-AD86-803B285D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74552D47-B50A-448B-A886-772BE0F9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Corporate Number / 法人番号: 4012345600008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491F4988-28A2-4D08-9488-D60BC271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Riku Takahashi  |  Physical Address: 9-1-1268 Shin-Chuo-dori, Chuo-ku, Kobe 650-0001, Japan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BB33CBF5-49A2-4A3D-B21C-5B6A4CD6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342F3CD3-1BF3-4101-BDD7-DAC506B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3E1FADD4-01B7-4450-9831-9012EB66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Corporate Number / 法人番号: 3012345600009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06AE2CE4-D902-408A-B839-7FA4EE7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Yuto Kimura  |  Physical Address: 1-2-1305 Takara-Chuo-dori, Hakata-ku, Fukuoka 812-0011, Japan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BF6D516A-D9F8-465F-B41C-F2A22D77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707D01AB-74CD-4F61-8437-7310280C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00015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CECB2C66-0FCD-4B61-84F9-8AE589C6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A154A4A7-C900-4FCD-8732-CBA213EB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6729F7F5-B09A-47EB-BBF6-127A9048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CBF210E2-3147-4D94-AC2D-E3D6AD3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Corporate Number / 法人番号: 1012345600010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C7C6DBF5-A169-4536-8D13-AEF508DC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Hiroshi Ito  |  Physical Address: 2-2-1342 Ume-Chuo-dori, Aoba-ku, Yokohama 225-0001, Japan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95F74F50-E201-4F56-902C-D617C538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434890EA-84DF-4E79-BBD5-D870435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9773C5B9-7460-44FB-86F6-B8C7E1B4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Corporate Number / 法人番号: 9012345600011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38E6F9DE-0A9F-43A0-AE05-B48C386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Shota Yamazaki  |  Physical Address: 3-2-1379 Yamato-Chuo-dori, Aoba-ku, Sendai 980-0001, Japan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D89FEC38-FCF0-4AD2-9837-D3069560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292C5C8C-EAE6-4433-B128-CBB25D54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9BB5D956-F525-433B-90CC-FF1764A5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Corporate Number / 法人番号: 8012345600012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CA5CFA84-B760-4F77-A553-C65D7816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Riku Kato  |  Physical Address: 4-2-1416 Aoba-Higashi-dori, Chiyoda-ku, Tokyo 100-0001, Japan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652F7F38-C5FD-4D52-8673-63A09472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7BF03A67-9B8A-4CAB-B6C4-FB1EEFBB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C88CF0AE-8A20-4CAE-AC5B-B972E42F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Corporate Number / 法人番号: 7012345600013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98062026-E234-4152-8A0A-C31889ED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Yuto Hashimoto  |  Physical Address: 5-2-1453 Asahi-Higashi-dori, Naka-ku, Nagoya 460-0001, Japan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F9CBB0E6-8172-40DF-AA6B-5398D3EA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3EA997ED-DFB4-4559-A205-C61FEFE6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9C51CB99-C3AA-458A-8BE2-445F9CDA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Corporate Number / 法人番号: 6012345600014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BE28B2DD-D35D-4254-9B81-D0329779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Hiroshi Sasaki  |  Physical Address: 6-2-1490 Fuji-Higashi-dori, Naka-ku, Yokohama 231-0001, Japan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A29F7C67-1568-4438-AE80-722F53AA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C48BCC54-F449-4C6A-8E2A-5F05B2CF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01285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5E9D8605-DC3C-401E-8290-88D2AD80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A8DAF5D1-08A4-48BC-99D2-40784459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23252015-7E55-4056-990A-BB067809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D1B08D4B-0BEE-41AE-A418-DA3A9F3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Corporate Number / 法人番号: 5012345600015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E0194932-CDCA-4BF2-97FA-E1060949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Shota Takahashi  |  Physical Address: 7-2-1527 Hikari-Higashi-dori, Naka-ku, Hiroshima 730-0001, Japan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EE4318DC-5A8C-4DA7-85C8-F42B0364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5205AA5A-920C-4BF4-8900-975253FA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33AC3417-87B5-4F65-BAD3-638862F0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Corporate Number / 法人番号: 4012345600016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8632400A-83AA-4456-8530-B8A18D37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Yuna Kimura  |  Physical Address: 8-2-1564 Kaede-Higashi-dori, Chuo-ku, Sapporo 060-0001, Japan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72ACD79F-FADA-4D71-A859-97FE7B92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117A7EDF-48FA-4471-8F9C-86474EE7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FA9EB7ED-10CE-43A0-91FA-6CE91E1A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Corporate Number / 法人番号: 3012345600017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7280400D-F9D2-48AB-AB9C-0767969A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Yuto Yamamoto  |  Physical Address: 9-2-1601 Midori-Higashi-dori, Chuo-ku, Chiba 260-0001, Japan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15E92CAD-AB5F-43E1-BD6B-5C5915DA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7C4F3C5C-1F9E-4B59-BC04-C4D56231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82E61126-8D23-4DE4-9DE5-27D9A264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Corporate Number / 法人番号: 2012345600018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E9938761-73DE-4355-A805-8F294D37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Hiroshi Yamazaki  |  Physical Address: 1-3-1638 Nishi-Higashi-dori, Nakagyo-ku, Kyoto 604-8001, Japan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52C9E55A-6965-475E-B5A7-6A82FFF0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B4802F78-EE23-4464-959A-1672545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ECEE8EFC-01F3-4CCB-8A8C-6A1844A0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Corporate Number / 法人番号: 1012345600019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947AE1EF-1462-4324-B0B7-0AC3795E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Shota Kato  |  Physical Address: 2-3-1675 Sakura-Higashi-dori, Kita-ku, Osaka 530-0001, Japan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DDC36BB9-3D05-4D33-A103-F96E7152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147CBD77-F6B2-4DD1-8996-405BE6CB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48085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2BC09BDF-C799-419A-8D69-BFA2186A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BC815CB8-313E-4FAE-83A8-01BFA086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193FFB71-662C-4560-9FD1-B651F61A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58985CCC-0689-493B-81BC-4EB863E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Corporate Number / 法人番号: 8012345600020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F203FCBE-B194-4EC7-B232-4AB08469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Riku Hashimoto  |  Physical Address: 3-3-1712 Shin-Higashi-dori, Chuo-ku, Kobe 650-0001, Japan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7963FC6D-034C-47D1-9C42-6BC0555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139694A8-573E-40AF-9AD9-9027839A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D536C695-153D-4CB3-87FB-5E4665AA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Corporate Number / 法人番号: 7012345600021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75A3E01E-01B5-4EB4-8FC7-4CC89DA4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Yuto Yamaguchi  |  Physical Address: 4-3-1749 Takara-Higashi-dori, Hakata-ku, Fukuoka 812-0011, Japan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1BF4FABC-E108-49BB-872D-B26E0666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FFD41A0F-713D-4132-8F46-24E432A4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1554712E-B34E-4C79-BA79-D094BBC0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Corporate Number / 法人番号: 6012345600022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EE488A54-043E-440B-9214-530178D1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Hiroshi Takahashi  |  Physical Address: 5-3-1786 Ume-Higashi-dori, Aoba-ku, Yokohama 225-0001, Japan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C445704F-A300-4DE5-B4F7-C12E2579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8ADAC11C-362C-474F-B96D-51B408AA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356DE648-92C1-4291-8A66-A290FD1A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Corporate Number / 法人番号: 5012345600023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3992EFCF-F397-4788-93C5-0A7FE59C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Shota Kimura  |  Physical Address: 6-3-1823 Yamato-Higashi-dori, Aoba-ku, Sendai 980-0001, Japan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8DEE88DE-8CE3-4284-A870-3B09C448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28423CEF-1E08-410B-B433-B7F38B95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20D3ED78-FD0D-4ABF-AD96-9AA5571D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Corporate Number / 法人番号: 4012345600024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C7319275-AFE1-4CBE-9AD0-9D47CA6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Riku Yamamoto  |  Physical Address: 7-3-1860 Aoba-Kita-dori, Chiyoda-ku, Tokyo 100-0001, Japan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8445E102-7CFF-4834-984D-2D818994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DD794D74-9F60-4107-AFD1-8F9BD02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74366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DA88390E-43FE-43E6-9423-77173C30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72CB2150-5EA3-416D-B632-72CC33E7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7482B462-F6AC-44E5-8A23-B00FD935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7BCE8F1A-98DD-4F9C-94CC-4A42711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Corporate Number / 法人番号: 3012345600025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19BDF30A-BEB1-4244-BD42-6E1F45D6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Yuto Mori  |  Physical Address: 8-3-1897 Asahi-Kita-dori, Naka-ku, Nagoya 460-0001, Japan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2A52CD41-77D7-4999-BF72-AF97E327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A0E1D3A7-F264-46DD-9273-88474524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5EEBC228-B577-4042-A404-FC14956D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Corporate Number / 法人番号: 2012345600026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B12D7FDB-3D00-4BC0-A198-6879ED02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Hiroshi Kato  |  Physical Address: 9-3-1934 Fuji-Kita-dori, Naka-ku, Yokohama 231-0001, Japan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7A2E3810-C6E8-4EC4-8B48-3150385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D5C355FF-245E-47F7-A843-1234F81F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DBE8CBC6-E18A-40C5-AF61-3C822FF4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Corporate Number / 法人番号: 1012345600027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535E6ABF-12FE-42D1-AABA-2ADF9D0E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Mio Hashimoto  |  Physical Address: 1-4-1971 Hikari-Kita-dori, Naka-ku, Hiroshima 730-0001, Japan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4118531F-A512-4EA5-9572-DD25851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A34DE8E9-7248-4E7C-8038-8E39C4F8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F3045C82-D2AA-491C-A410-41F8DDB7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Corporate Number / 法人番号: 9012345600028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9D52AA0D-861B-47D0-9D2C-4A338622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Mei Yamaguchi  |  Physical Address: 2-4-2008 Kaede-Kita-dori, Chuo-ku, Sapporo 060-0001, Japan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C0BEDC26-FA1C-4411-BDDB-C8BFA311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E3380113-CB7A-4C17-BEAE-4B569DAC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AAFBC61F-EC25-45AE-B6E2-16868E43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Corporate Number / 法人番号: 8012345600029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4875FE7A-17CC-4727-ABF4-3D583ABA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Aoi Tanaka  |  Physical Address: 3-4-2045 Midori-Kita-dori, Chuo-ku, Chiba 260-0001, Japan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79A7179A-0EDC-4CC1-B6DE-96DB32F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4898E133-68A9-4882-9E77-5D132F80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339284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02956597-504B-4D21-9626-DACBCDE0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C96A8AF6-E208-4465-9613-21BC3B67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6A58114C-BDB2-43FC-87B9-5FAD275D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7D00F3E5-FDA0-45C4-836F-57EBADB3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Corporate Number / 法人番号: 6012345600030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EB8D3F64-933C-4E05-B2F9-081C6173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Aya Kimura  |  Physical Address: 4-4-2082 Nishi-Kita-dori, Nakagyo-ku, Kyoto 604-8001, Japan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8AA9A5E9-F43A-4BAE-862B-415FA72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CB1EDF62-31D4-40D4-BA4F-89D94FFA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27BD6DA9-5FB5-4988-87CE-FD5B3F63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Corporate Number / 法人番号: 5012345600031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073BFC56-F616-4E7D-9C19-4AB446F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Mio Yamamoto  |  Physical Address: 5-4-2119 Sakura-Kita-dori, Kita-ku, Osaka 530-0001, Japan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8FD5BA1F-AAB8-4111-8B9F-5369A2F2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EA0287F2-4E88-4C45-A9B7-BE2C2B3F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E2680986-7931-4D17-9539-236713E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Corporate Number / 法人番号: 4012345600032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B49D7835-A145-4A9B-B6C4-7832FD8E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Mei Mori  |  Physical Address: 6-4-2156 Shin-Kita-dori, Chuo-ku, Kobe 650-0001, Japan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43C8DE82-6969-48F3-8B64-0636986E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7C0DBF8E-56C2-4B1E-B5FB-936A06E3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5F137939-8C63-4C6E-8C63-B9FE5E72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Corporate Number / 法人番号: 3012345600033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837137BA-B120-4340-A366-6DA77D5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Aoi Yoshida  |  Physical Address: 7-4-2193 Takara-Kita-dori, Hakata-ku, Fukuoka 812-0011, Japan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5DE9D82A-0277-442F-A749-3CCCC7E6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5DFEF3AB-1BDB-43F1-9A89-DBE8F24D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BE59212E-D079-4264-B2E1-464B3BBE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Corporate Number / 法人番号: 2012345600034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D6BA197E-0338-430B-8829-440E8B4C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Aya Hashimoto  |  Physical Address: 8-4-2230 Ume-Kita-dori, Aoba-ku, Yokohama 225-0001, Japan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2D6B5A4B-FB64-445A-A193-8807BEC1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094C2B33-EA8A-4A8E-BD0B-400F6EB5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24528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E56D0FC9-70C5-46E3-9F2F-0EC4AAA0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C788C9C1-6475-43C6-9F95-106037A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AB1C1099-F711-47D1-A0C3-D3B56F6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25D513D6-BFC4-49FD-AB93-F47F47F9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Corporate Number / 法人番号: 1012345600035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08399A2B-7611-4008-894F-D9AE9823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Hiroshi Yamaguchi  |  Physical Address: 9-4-2267 Yamato-Kita-dori, Aoba-ku, Sendai 980-0001, Japan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0F1C4DD4-0F77-47D7-B13C-AD7910A8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F67B59F6-F48C-4704-BFC3-4352CA85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5668CD94-ACA7-48B4-8A62-6EF6A810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Corporate Number / 法人番号: 9012345600036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52141851-6497-4587-A88A-7943A299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Mei Tanaka  |  Physical Address: 1-5-2304 Aoba-Minami-dori, Chiyoda-ku, Tokyo 100-0001, Japan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75FB3F83-3A5E-414E-8BAC-5C8241BA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DBB91A06-018B-4A7C-98CF-825EC4EE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8647180D-F7FA-4CAD-AF64-9F41F69A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Corporate Number / 法人番号: 8012345600037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33F107FD-1FB4-4092-A906-6D8A233A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Aoi Hayashi  |  Physical Address: 2-5-2341 Asahi-Minami-dori, Naka-ku, Nagoya 460-0001, Japan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DF80A207-23D3-46B3-9477-FD2C51CD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A905238E-84B6-406C-B0A3-583FF7F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F5132D9B-758D-4F64-A0DA-1F652681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Corporate Number / 法人番号: 7012345600038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D9F7964F-3928-448A-91E7-3F836622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Aya Yamamoto  |  Physical Address: 3-5-2378 Fuji-Minami-dori, Naka-ku, Yokohama 231-0001, Japan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66A04963-3180-46D0-B8EC-9928ED5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2AACFEB6-6D81-4A5A-9078-4F2DCBEF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A465FCE0-9419-4569-BFA1-5AE67FC7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Corporate Number / 法人番号: 6012345600039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A4E76F24-ABEF-489C-A907-A22CAFFE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Mio Mori  |  Physical Address: 4-5-2415 Hikari-Minami-dori, Naka-ku, Hiroshima 730-0001, Japan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5AD9AC16-0251-4047-A66D-D4DCDFFB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A745301B-C4A3-4BB2-8EDE-FEEEBDDE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530314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72B3B5C5-ACB3-41A6-8F79-4C42ADCE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83E24913-2E72-4949-9352-27E56232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7F24EEC6-AF05-40DC-8BB2-20412212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BD025203-7782-480C-B5AD-FC12574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Corporate Number / 法人番号: 4012345600040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C989E98F-9B87-4966-B03F-749E8C5B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Mei Yoshida  |  Physical Address: 5-5-2452 Kaede-Minami-dori, Chuo-ku, Sapporo 060-0001, Japan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AF376241-0916-4F32-9E2E-0190F950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B1487703-073A-4C6E-92BA-DF289479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64F8C8FD-AA5E-49A5-9C22-8AB8DE48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Corporate Number / 法人番号: 3012345600041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063F6FC7-DE52-4475-A832-DC0C72DD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Aoi Sato  |  Physical Address: 6-5-2489 Midori-Minami-dori, Chuo-ku, Chiba 260-0001, Japan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237CCB9B-4477-48D7-869D-10FC4E9D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BC3C8FB7-724A-424F-855D-AC8563AE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DF2A76F1-39EB-4CF2-BC9B-D29D9424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Corporate Number / 法人番号: 2012345600042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5162103A-CA37-4850-8824-E682059F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Aya Yamaguchi  |  Physical Address: 7-5-2526 Nishi-Minami-dori, Nakagyo-ku, Kyoto 604-8001, Japan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05589320-8D1D-453C-9B22-57FC1970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ED090579-DD5E-4D8A-8697-B568C701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7D0D3021-84CB-403F-90E6-D24C86E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Corporate Number / 法人番号: 1012345600043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409A5820-C5B3-4FA6-B24B-70E2731C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Mio Tanaka  |  Physical Address: 8-5-2563 Sakura-Minami-dori, Kita-ku, Osaka 530-0001, Japan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0F3D954F-5F02-4061-A621-C903A4E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75852931-2B06-457F-B82D-C738F987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6F8DC1CA-E554-40A4-92DF-A2A20E59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Corporate Number / 法人番号: 9012345600044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704E76DE-D852-470E-858A-68636D2E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Mei Hayashi  |  Physical Address: 9-5-2600 Shin-Minami-dori, Chuo-ku, Kobe 650-0001, Japan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B2D57D4A-1824-45EC-919A-94D8F809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40366032-6535-4074-AB49-B234C68B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817365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70E331C2-D6C9-4FE1-A731-AA2BEF3B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D00A4BBD-D409-4135-872F-A41130EF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193FB8BC-DC26-4FA1-8279-44A92483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EC2C83C3-1E52-4B2B-8F47-1AFC9BCB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Corporate Number / 法人番号: 8012345600045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0C487DA4-D325-449E-A39B-00AE77C8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Aoi Nakamura  |  Physical Address: 1-6-2637 Takara-Minami-dori, Hakata-ku, Fukuoka 812-0011, Japan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4A894DCE-E3BE-429A-A796-A0FF19D9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BAC49C58-FBD2-4E92-9ACB-1FDE93B4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A42C9762-B7FB-4404-9F7D-C5725695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Corporate Number / 法人番号: 7012345600046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0692629F-2800-4DAE-8D8D-ABCBAC2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Aya Mori  |  Physical Address: 2-6-2674 Ume-Minami-dori, Aoba-ku, Yokohama 225-0001, Japan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96924C8F-CBB4-4E4F-BF13-73335D9E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68996F44-C7EE-44AD-88E2-DCA5FAC8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1B40E714-3D64-4140-BF97-73ADE9C7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Corporate Number / 法人番号: 6012345600047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E1EAE3F1-50EE-4923-B6FC-D7BED571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Mio Yoshida  |  Physical Address: 3-6-2711 Yamato-Minami-dori, Aoba-ku, Sendai 980-0001, Japan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7128D3F5-F6BD-47A1-B968-8A68FBC7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3BD0A835-9E35-4330-834B-A837653F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26ED742C-24FE-41DE-9FBD-CCDBB018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Corporate Number / 法人番号: 5012345600048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14B6EAA3-C98F-4537-8FFB-8C41F39F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Mei Sato  |  Physical Address: 4-6-2748 Aoba-Mori-dori, Chiyoda-ku, Tokyo 100-0001, Japan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91F71D0D-C5EA-4E1B-9B19-60CC2D0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41D14804-4777-4D59-93FB-2EA6B463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47EB1F2F-66A9-4C0C-A5B3-684F3CC8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Corporate Number / 法人番号: 4012345600049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B10E1BD7-528A-4BD9-9E4C-D8DA7D61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Aoi Matsumoto  |  Physical Address: 5-6-2785 Asahi-Mori-dori, Naka-ku, Nagoya 460-0001, Japan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5A71D4CA-8218-463D-A867-B3F0216F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C6B408D1-64AC-426D-BD7D-291EDFB3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40733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4F983B61-8A89-4FB0-9DF9-B1A480B6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C267E87F-F01C-479B-A42B-E7B623F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B38DD8EE-F510-4199-8B4C-8C57196F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ACE180E6-C37F-45CA-90F9-9473895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Corporate Number / 法人番号: 2012345600050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C0E688E3-5FCC-4A70-AF21-A7E2F65F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Aya Tanaka  |  Physical Address: 6-6-2822 Fuji-Mori-dori, Naka-ku, Yokohama 231-0001, Japan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C9E31906-3FA5-4D01-A488-98C1A99C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4CAD94B7-6EFE-42FF-BC72-BF198B84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019B2407-7AC8-418B-9995-AAF6D222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Corporate Number / 法人番号: 1012345600051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8EEA69CD-3395-432A-BAD7-D44A7BA9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Takumi Hayashi  |  Physical Address: 7-6-2859 Hikari-Mori-dori, Naka-ku, Hiroshima 730-0001, Japan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F2BE994A-DE09-43CB-B934-30AC458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79E7EE99-1ED7-4DFF-AFF5-CBB93E8E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F1465E9D-4938-42C3-8F82-ABD1AC4C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Corporate Number / 法人番号: 9012345600052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221FA143-5100-4D9A-82F4-965CE45A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Kaito Nakamura  |  Physical Address: 8-6-2896 Kaede-Mori-dori, Chuo-ku, Sapporo 060-0001, Japan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AD60879D-C6A4-4F53-AA87-3D366B98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53C4E7BB-397C-44FE-A1FE-EA79D443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78D39C89-1CB0-40F1-9882-27328693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Corporate Number / 法人番号: 8012345600053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24516DE6-52F9-4D8C-87CB-1F88EE58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Ren Abe  |  Physical Address: 9-6-2933 Midori-Mori-dori, Chuo-ku, Chiba 260-0001, Japan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8F20FFA9-4E58-43A0-A3CE-2EFFB450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0192AAEA-A605-49AD-B753-3DC69BF8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1BDABD68-5110-44CE-A085-2480325B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Corporate Number / 法人番号: 7012345600054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F68CBB90-66F3-49B5-8B4B-C141FB80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Aoi Yoshida  |  Physical Address: 1-7-2970 Nishi-Mori-dori, Nakagyo-ku, Kyoto 604-8001, Japan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A8E403AD-F738-438E-A10B-85B04B9E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B32D5847-FD12-4D18-9D83-7D506CA4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825914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AA718414-4252-4BBF-BE7D-A15EBC36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B61C74C0-A757-4232-A2D1-F6AC469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DB660A3B-97FF-4507-A87C-E20B7CDB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756B0751-2D8C-4913-93F0-9857B250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Corporate Number / 法人番号: 6012345600055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2DBC6E3B-C68F-46FE-A873-95333D46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Takumi Sato  |  Physical Address: 2-7-3007 Sakura-Mori-dori, Kita-ku, Osaka 530-0001, Japan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C90A7A92-34CD-457F-BBB1-7A68A8D7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D5BB3394-564E-48EF-BE0F-8A074640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6B60989F-E798-48C5-920B-1890F01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Corporate Number / 法人番号: 5012345600056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521DCD93-7762-4EC1-A9F4-EC7C1E42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Kaito Matsumoto  |  Physical Address: 3-7-3044 Shin-Mori-dori, Chuo-ku, Kobe 650-0001, Japan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A05F32D7-6D8C-4695-B95A-C4A71FA1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5CF91A70-4FE7-43D2-B835-3D5DBC2E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9B02655A-B280-4400-AAED-F3670837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Corporate Number / 法人番号: 4012345600057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B1B48907-C283-49E6-87AE-6C7E1822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Ren Watanabe  |  Physical Address: 4-7-3081 Takara-Mori-dori, Hakata-ku, Fukuoka 812-0011, Japan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591CEDD6-C98C-4526-8C67-D8FB88D2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DFBF5536-9764-49FF-B8F9-D367C37F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512B3E99-1B26-4D45-B07F-E3AAB86D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Corporate Number / 法人番号: 3012345600058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FB033839-8EA0-4F49-93E3-7E8FED86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Naoki Hayashi  |  Physical Address: 5-7-3118 Ume-Mori-dori, Aoba-ku, Yokohama 225-0001, Japan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F1A56963-7672-4EDD-AA38-EAF5DC4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4721AF27-624B-4B1A-943E-49080FA9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2CE18A88-B03E-4E71-A83C-1AB48D35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Corporate Number / 法人番号: 2012345600059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A4C0502F-940D-4F98-A296-7028B7E4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Takumi Nakamura  |  Physical Address: 6-7-3155 Yamato-Mori-dori, Aoba-ku, Sendai 980-0001, Japan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C56BC92E-7666-4576-A8CE-2EB00D37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E6BA3EA6-39AF-4630-9D3E-8BCAF3DE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45915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D8789099-68E3-4D6D-8DD1-3480C751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55B41400-DC95-45AC-876F-24F105BD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3168B966-A7D5-44BC-97DA-10DD839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FA353080-8BCF-4369-8371-688C55D6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Corporate Number / 法人番号: 9012345600060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72FE19C9-ABE3-47EB-859B-4369879A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Kaito Abe  |  Physical Address: 7-7-3192 Aoba-Sakae-dori, Chiyoda-ku, Tokyo 100-0001, Japan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2E02EB81-BED9-4F99-9367-728458A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8E87531C-61D7-40DE-BFB9-3C78A40B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DFDA23A1-F1D7-43FC-9E57-8BD24A4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Corporate Number / 法人番号: 8012345600061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BC00307F-BB04-4823-BC03-9E22277E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Ren Yamada  |  Physical Address: 8-7-3229 Asahi-Sakae-dori, Naka-ku, Nagoya 460-0001, Japan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4E134ED2-9569-41C9-87F5-4D99CCAE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5F0BD98C-6FFF-435A-AAD9-5F65AB71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DDB979EE-592F-4274-95C6-4530E73D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Corporate Number / 法人番号: 7012345600062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8F74001A-DA60-44EC-B0F7-62CE4862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Naoki Sato  |  Physical Address: 9-7-3266 Fuji-Sakae-dori, Naka-ku, Yokohama 231-0001, Japan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6DD2A8B3-4ADF-498E-9F5D-86C2753E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33E85B88-FD1D-41EB-A95D-0F76D5D4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53236A5B-123A-42AE-BC7E-AFE00176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Corporate Number / 法人番号: 6012345600063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D86316A0-E920-4DAB-8FD1-EF3A7669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Takumi Matsumoto  |  Physical Address: 1-8-3303 Hikari-Sakae-dori, Naka-ku, Hiroshima 730-0001, Japan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BD2F0BB5-935B-4845-A356-EAAC0154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673A479A-8B8C-47C8-8E06-4E2EEB0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75A73371-BF7F-4E01-97E7-ED4E244E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Corporate Number / 法人番号: 5012345600064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F7F48ECA-1749-4018-9AA1-A253EFBA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Kaito Watanabe  |  Physical Address: 2-8-3340 Kaede-Sakae-dori, Chuo-ku, Sapporo 060-0001, Japan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9A26B1F1-50C3-4D18-A2F7-B41CAD54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3ACF112E-ED76-48E5-B7C8-8DA96D60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652051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B3A1466B-CF08-4DD7-ABD9-F57AE5BD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A74A961E-EB8D-4D03-AE10-2CEF2FB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25557295-366F-4678-83DB-ADF5E03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27F9E068-2C02-4A9D-88E4-9A2A135F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Corporate Number / 法人番号: 4012345600065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49A2D8E4-D1D3-4415-ABAD-36BCECB4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Ren Shimizu  |  Physical Address: 3-8-3377 Midori-Sakae-dori, Chuo-ku, Chiba 260-0001, Japan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66165480-4D6B-4B16-98BE-4C61E53A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4A17EDED-2E4B-4393-800C-CAD6A23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93695D94-F05F-49DB-A0F5-FA32C62C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Corporate Number / 法人番号: 3012345600066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6DD36669-92E7-4BA9-915E-8B1B505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Naoki Nakamura  |  Physical Address: 4-8-3414 Nishi-Sakae-dori, Nakagyo-ku, Kyoto 604-8001, Japan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55C37405-AD88-43CE-A3AB-890F399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59F56585-30A5-430B-84EE-37AC6C51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121A6006-9BDE-4E9F-80D1-6B4732CC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Corporate Number / 法人番号: 2012345600067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87646B84-F8EB-4478-9117-B36D2311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Takumi Abe  |  Physical Address: 5-8-3451 Sakura-Sakae-dori, Kita-ku, Osaka 530-0001, Japan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479CD100-28F9-4B53-B24E-03441D38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C139C308-3B70-4CB0-A0BC-7883BAE6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D2C4C1E4-B23B-41C1-BFFD-05D31025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Corporate Number / 法人番号: 1012345600068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7BB74CBB-A86F-46FE-8E0B-4CECBF1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Kaito Yamada  |  Physical Address: 6-8-3488 Shin-Sakae-dori, Chuo-ku, Kobe 650-0001, Japan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F3580A83-7387-4426-A2CC-C6583B7F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8EDF71ED-D974-4F81-928E-391FCF1A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903B6DD1-5B70-401B-8F6A-F1152959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Corporate Number / 法人番号: 9012345600069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FFD6E449-7636-451C-9E68-065C6B53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Ren Suzuki  |  Physical Address: 7-8-3525 Takara-Sakae-dori, Hakata-ku, Fukuoka 812-0011, Japan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E778F20A-2297-4515-A571-616F6236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E312ABE9-2C18-4D66-8590-1880B818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127338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D3B84C64-C7B5-4CAD-8447-F565989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498B576B-63F0-484F-87E4-E295ECFF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87D8C78F-6B60-4FDD-A32D-957E426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9A999D55-0C2A-49E2-BA88-CF488231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Corporate Number / 法人番号: 7012345600070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1EE2F6A5-6FB9-4AC4-A630-00E758FC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Naoki Matsumoto  |  Physical Address: 8-8-3562 Ume-Sakae-dori, Aoba-ku, Yokohama 225-0001, Japan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A4E3DCD3-A1D1-4FEF-86D4-94DA4953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89F82E0D-1B41-41DA-9DB4-DC2A5C51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60DADB8E-3091-46C7-950B-16CE181A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Corporate Number / 法人番号: 6012345600071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F66D2378-ED44-4DAE-B38D-5CAFFE86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Takumi Watanabe  |  Physical Address: 9-8-3599 Yamato-Sakae-dori, Aoba-ku, Sendai 980-0001, Japan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C22A8F0E-1D57-4C6E-9171-5C435629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98C7301F-E220-4911-8E80-1B05888B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C4FCB4BB-4E8A-49D3-803E-C0A0EE74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Corporate Number / 法人番号: 5012345600072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8AE4D370-7659-4291-937C-B0A0F1F0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Kaito Shimizu  |  Physical Address: 1-9-3636 Aoba-Shiro-dori, Chiyoda-ku, Tokyo 100-0001, Japan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9C554C27-99B1-40C6-9979-E69C1277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016FCCC0-FE98-4CF2-86DD-ADE64B70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CC8985DB-4F1D-45E6-B627-2A654D0A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Corporate Number / 法人番号: 4012345600073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08F519DA-EDCC-4826-9E12-9B6F4AAE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Ren Kobayashi  |  Physical Address: 2-9-3673 Asahi-Shiro-dori, Naka-ku, Nagoya 460-0001, Japan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21051943-2FAA-44F9-9AAF-5C4FF162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095E7BFD-620E-41D2-A718-3DD602FD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D9827359-1371-47DF-BF39-916654A0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Corporate Number / 法人番号: 3012345600074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D83E5BA8-AE62-426F-9234-A5A82661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Naoki Abe  |  Physical Address: 3-9-3710 Fuji-Shiro-dori, Naka-ku, Yokohama 231-0001, Japan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F197ED72-388F-41CC-A4F3-FCF62D31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92061ED3-833E-4A88-999F-166FDF92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8795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FB591656-8302-44D8-827F-3BDA6DAD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5707B346-10C3-4A4C-9A03-D2E96750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64FE3516-448C-45BF-841F-11517918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4D398877-0375-48DD-82CE-1A9E560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Corporate Number / 法人番号: 2012345600075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0A0E91AF-D50E-4452-8F23-C3619FBD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Rin Yamada  |  Physical Address: 4-9-3747 Hikari-Shiro-dori, Naka-ku, Hiroshima 730-0001, Japan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96F30390-8221-4514-AF40-4B5851F7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29FE79C5-2B7C-4614-B730-CFF5530A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3145B0E2-E661-4AA3-BFEC-A4BDC189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Corporate Number / 法人番号: 1012345600076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003E69DC-D587-48B6-B1B3-45408A76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Hina Suzuki  |  Physical Address: 5-9-3784 Kaede-Shiro-dori, Chuo-ku, Sapporo 060-0001, Japan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67915018-E5D3-48E7-A931-24A045D6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77BEB3E7-2A43-404E-B74F-2627D7AB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137DBD5F-9412-4244-B705-7BD3F3B8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Corporate Number / 法人番号: 9012345600077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64B43109-7EE7-4D29-9880-ABCB7315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Yui Inoue  |  Physical Address: 6-9-3821 Midori-Shiro-dori, Chuo-ku, Chiba 260-0001, Japan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F940DA92-143C-465E-9A8E-39A78E2C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D6FA3B60-CC54-496D-8D04-0002D372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4769DA28-6508-4483-8ACF-F61A259D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Corporate Number / 法人番号: 8012345600078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42FDD518-8ABC-4ECC-AAED-12CD2C19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Emi Watanabe  |  Physical Address: 7-9-3858 Nishi-Shiro-dori, Nakagyo-ku, Kyoto 604-8001, Japan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2B4D06A8-9B48-4C12-B7FF-9C11B30A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48D3FC04-0A9D-4E09-B4C8-DBF7A421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5B533C81-1EE0-41EA-B2E3-C12FBA22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Corporate Number / 法人番号: 7012345600079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F1A1D048-B5A8-4F45-9565-78A6FF82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Rin Shimizu  |  Physical Address: 8-9-3895 Sakura-Shiro-dori, Kita-ku, Osaka 530-0001, Japan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E63EB003-7DDB-4A1B-9523-74A53EF5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4F014D56-8173-4A09-A422-26E6168B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099191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F554A224-5BA1-47AA-A31D-965D9B78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B598A140-DE7E-4572-B172-6C2B5EB8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364D486C-1F9E-4735-93AC-7728396C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8582AE79-610A-4852-8857-C6EABE68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Corporate Number / 法人番号: 5012345600080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0515D98B-5DE2-4CAA-86B9-1679F7B6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Hina Kobayashi  |  Physical Address: 9-9-3932 Shin-Shiro-dori, Chuo-ku, Kobe 650-0001, Japan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E9FFF6A6-D7DD-4670-A432-DBD1B59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54F78AB1-EE5D-41CF-83F4-94FA3750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0E838F04-FDEC-4E59-AED2-39F440CB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Corporate Number / 法人番号: 4012345600081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94FF43F8-E2BF-45DA-8038-4DEC12AD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Yui Ikeda  |  Physical Address: 1-1-3969 Takara-Shiro-dori, Hakata-ku, Fukuoka 812-0011, Japan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5055BD11-9E85-4ACC-B3D5-7A80AE29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3D17F1B8-3D37-4272-9D68-351DCBEF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DE670AE6-8C74-4DDD-B81B-6CBFE02C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Corporate Number / 法人番号: 3012345600082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533F2034-337C-4CA3-A575-1B5DF2DC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Emi Yamada  |  Physical Address: 2-1-4006 Ume-Shiro-dori, Aoba-ku, Yokohama 225-0001, Japan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C5A2B5EB-0624-4115-A80D-0C8DE40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73AA6112-B2AB-47EB-8BFF-5116269F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AD8A5803-E561-4D36-A881-AB0E0458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Corporate Number / 法人番号: 2012345600083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A40AD5AD-D050-471A-AEA5-BE221C91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Rin Suzuki  |  Physical Address: 3-1-4043 Yamato-Shiro-dori, Aoba-ku, Sendai 980-0001, Japan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76DB7688-392E-42AE-BED4-EFAEB10D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D41EF7F4-8ACA-4033-87A2-F5FD7F8B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6AA60B23-A1E9-49B2-BE4B-2113AF96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Corporate Number / 法人番号: 1012345600084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EA2781A0-6566-4717-8CDA-AF27F7C5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Hina Inoue  |  Physical Address: 4-1-4080 Aoba-Tani-dori, Chiyoda-ku, Tokyo 100-0001, Japan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09BE949C-1B39-4CBD-B951-248C9150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FFE56F06-596E-4D75-BE67-62DB0BD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354442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9255AEA8-674F-46E4-A5B5-66014968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32D55A09-37FC-47A0-AE88-ED038DAC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348FDCCB-2F2C-4376-A9E3-F474DECA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12D72EA0-0FB9-4960-8127-9953C54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Corporate Number / 法人番号: 9012345600085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045E3012-9C7E-481F-BC2B-BE8F3E45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Yui Ito  |  Physical Address: 5-1-4117 Asahi-Tani-dori, Naka-ku, Nagoya 460-0001, Japan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1D294021-DB92-492A-A44B-210CF3E6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3C0007AC-0AFE-4F5E-BC83-0B83911D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3673CD67-532E-451B-A902-3D2A41FD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Corporate Number / 法人番号: 8012345600086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7185C096-00E2-4F19-9CF4-939D5D1A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Emi Shimizu  |  Physical Address: 6-1-4154 Fuji-Tani-dori, Naka-ku, Yokohama 231-0001, Japan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2D7A632F-B2A9-4D52-AAF8-159FE10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68F76BC7-03BE-4D16-8B5D-260065BC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ABC2570D-35F1-4D82-91D6-41F95072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Corporate Number / 法人番号: 7012345600087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A23288FC-FBA0-4860-AFE3-1E4294E1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Rin Kobayashi  |  Physical Address: 7-1-4191 Hikari-Tani-dori, Naka-ku, Hiroshima 730-0001, Japan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E658124E-138F-484C-AA2C-5A1E2B96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2052FDE9-3D05-490C-83E6-715B0CDE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6D78DE84-13AF-4361-8C53-F41E233E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Corporate Number / 法人番号: 6012345600088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4962424D-55D9-40CB-85A1-E5354E03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Hina Ikeda  |  Physical Address: 8-1-4228 Kaede-Tani-dori, Chuo-ku, Sapporo 060-0001, Japan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0CB1FECA-E0B6-456C-97AC-7FAFEA50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E268FA9B-2362-4C03-8E4B-EEACDCBA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75A7CA16-3949-47A1-8BB6-ADFA4A96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Corporate Number / 法人番号: 5012345600089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13EDA325-BC7B-4AE9-B11B-6A0107FA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Yui Sasaki  |  Physical Address: 9-1-4265 Midori-Tani-dori, Chuo-ku, Chiba 260-0001, Japan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A6F1585E-0946-4D5A-AAEA-F1DDF17E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239A522D-CEF9-41B6-A02A-F41E9F62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250742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DE0C18C4-2D92-4B1E-BF8B-02258C6E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884B6CFD-0B80-4C66-9FFE-5C1DF5DE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A14DDDF6-1FC1-400E-B2B7-BA25AAFF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1153B936-CE42-4363-831C-EE3D519E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Corporate Number / 法人番号: 3012345600090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29D9AE6F-63C3-410E-A3E5-6ACE1A66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Emi Suzuki  |  Physical Address: 1-2-4302 Nishi-Tani-dori, Nakagyo-ku, Kyoto 604-8001, Japan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70DF2F07-F03F-4B0C-9A59-FD0BD28D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57E9DAA1-D31D-43C3-8BCE-90EDB1D6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C3141DF5-59A5-46B5-8E4A-0AD34A43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Corporate Number / 法人番号: 2012345600091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A2FE83C1-78D2-4914-9951-3CD999DA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Rin Inoue  |  Physical Address: 2-2-4339 Sakura-Tani-dori, Kita-ku, Osaka 530-0001, Japan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F66A5928-4804-433D-9E3C-D46D2383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58C61934-4C13-4DEB-8927-46D68E6A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DE29D516-9266-4DF5-819C-F69015A8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Corporate Number / 法人番号: 1012345600092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9AAF0D5E-999F-4580-A8BF-98DFC754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Hina Ito  |  Physical Address: 3-2-4376 Shin-Tani-dori, Chuo-ku, Kobe 650-0001, Japan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6B37DF86-1A03-4B80-A641-03DDF522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1C5C05F0-933F-4696-A947-90619AF6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D17DD827-6F33-41EC-B479-068A228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Corporate Number / 法人番号: 9012345600093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F001EF76-6E0A-440D-AC6C-CC88F846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Yui Yamazaki  |  Physical Address: 4-2-4413 Takara-Tani-dori, Hakata-ku, Fukuoka 812-0011, Japan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530083D3-DA85-4BA1-9606-F427A05D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1B1A0AE9-E53D-4DEC-9D39-26CC125E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EF92F32B-6ACC-46B2-83DD-7F6DE120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Corporate Number / 法人番号: 8012345600094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81154B11-7570-496E-996B-72D292AB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Emi Kobayashi  |  Physical Address: 5-2-4450 Ume-Tani-dori, Aoba-ku, Yokohama 225-0001, Japan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5592027E-DC63-4E53-8142-C61FD8E0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1EB85593-C72D-4C39-B1A9-6506F5D0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078092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4109AFFF-5604-42DE-8694-C67B0CEB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B1CB75AC-78CA-4070-BA0C-ABACC12B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7497474A-F27A-42EF-84B1-A885AE00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B1A43BDB-01F1-48E2-ADBD-49CEB18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Corporate Number / 法人番号: 7012345600095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602C1ADF-BBB9-4F1B-8513-E488E5F9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Rin Ikeda  |  Physical Address: 6-2-4487 Yamato-Tani-dori, Aoba-ku, Sendai 980-0001, Japan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9C452895-76C8-4896-9D55-B979DCFF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86DE59FE-FDEA-4163-8529-71940137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26B39F81-1C33-49AB-B627-DF915CEA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Corporate Number / 法人番号: 6012345600096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371D8921-9B08-4829-9960-A904DDBD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Hina Sasaki  |  Physical Address: 7-2-4524 Aoba-Yama-dori, Chiyoda-ku, Tokyo 100-0001, Japan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47E6F75A-1592-4EBA-ADE9-CDF0E46E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E9682FE7-1FF2-4211-AACC-2FA0E499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1ED7E337-05CB-4E8C-A639-3441E0FF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Corporate Number / 法人番号: 5012345600097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DD6E3EB5-F746-4E71-BA46-6D87293E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Kaito Takahashi  |  Physical Address: 8-2-4561 Asahi-Yama-dori, Naka-ku, Nagoya 460-0001, Japan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AF97A03F-3DB0-4A66-A667-323323EC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9E0E0946-4A48-4AF9-883C-9DAB595F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CA3BD982-D4C4-4B93-8466-A064FC9A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Corporate Number / 法人番号: 4012345600098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DD5FAF6A-8343-435F-B7B7-012B926A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Emi Inoue  |  Physical Address: 9-2-4598 Fuji-Yama-dori, Naka-ku, Yokohama 231-0001, Japan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FDDA210B-3427-4C48-9168-A79DFB1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5C412F8A-07F5-47C5-B5A7-371ED02B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46656D69-391D-43A4-B80B-69708047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Corporate Number / 法人番号: 3012345600099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64660268-5AAA-4447-8BA4-D4EF4365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Daiki Ito  |  Physical Address: 1-3-4635 Hikari-Yama-dori, Naka-ku, Hiroshima 730-0001, Japan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697EEE36-E878-4C80-A49E-0127BE71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EE15AC3D-9F21-4499-9F62-7801C4F0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044573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D57FB0F5-49B6-471A-976F-9DFBD293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BBA456D9-7776-47CD-AA9A-A29EC904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CA0C29C7-F2F3-43C3-9A73-387AE206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655C4A3E-1741-42B8-A5E9-D0B157CC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Corporate Number / 法人番号: 2012345600100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D77AE765-4062-4376-87A6-53D17540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Sota Yamazaki  |  Physical Address: 2-3-4672 Kaede-Yama-dori, Chuo-ku, Sapporo 060-0001, Japan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C06BB33A-9B0A-4EC9-B437-D864EED0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E1CAE20F-344D-4C74-9F87-EF873FAF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A0197BCD-A903-4083-BEB0-531F886D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Corporate Number / 法人番号: 1012345600101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CCBAFCA2-A41F-4EAF-B09E-780D12F2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Haruto Kato  |  Physical Address: 3-3-4709 Midori-Yama-dori, Chuo-ku, Chiba 260-0001, Japan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94EEFBFC-A3F1-437C-8A59-7C322DC7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791D0E46-207F-4199-91D8-CD42C9A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86D6B546-5BB2-43DF-9D97-DE19F99A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Corporate Number / 法人番号: 9012345600102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1B2117D2-C6EC-40CB-A8C9-E7AD183A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Kenji Ikeda  |  Physical Address: 4-3-4746 Nishi-Yama-dori, Nakagyo-ku, Kyoto 604-8001, Japan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E3ACC1CF-DF6F-4CC8-A27C-421D923E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11FCE095-9C6B-45D1-B380-65A60FE4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ABB117FE-C8BA-4E3F-B22E-F6E5BFB3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Corporate Number / 法人番号: 8012345600103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1CFC40D4-B103-44C9-8894-C18E7CFC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Daiki Sasaki  |  Physical Address: 5-3-4783 Sakura-Yama-dori, Kita-ku, Osaka 530-0001, Japan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D02D9BF4-107A-49DC-8865-4DBBCA7E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A6220ECA-1DFE-46C0-8012-D5C94260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8090AB5C-F2AD-41F3-A108-8EEF667C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Corporate Number / 法人番号: 7012345600104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4756AE31-7568-49C1-959E-5A06BEA9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Sota Takahashi  |  Physical Address: 6-3-4820 Shin-Yama-dori, Chuo-ku, Kobe 650-0001, Japan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5F7B3E03-8CB9-47A4-A67F-53C47D81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35803DA1-01EF-436C-87EA-8DB8B890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031181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1940FF7A-A072-4C39-91FB-E63DAC92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A20760D9-8E4A-4C16-AFD0-F7071D92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72259255-688D-4FFF-9CFC-2214594C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1EE9EFC5-CAFC-41B8-8E4F-11F3F544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Corporate Number / 法人番号: 6012345600105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844C31D4-23D6-4DF9-A96A-D397C9BE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Haruto Kimura  |  Physical Address: 7-3-4857 Takara-Yama-dori, Hakata-ku, Fukuoka 812-0011, Japan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EAEE9309-F4A6-4BE5-98C8-EA560E26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EE0E5D44-4619-4254-A845-E0D4953C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DEC1354A-58BE-4733-BA57-75C29600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Corporate Number / 法人番号: 5012345600106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CED39B63-DDF7-4432-9133-3C989C8A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Kenji Ito  |  Physical Address: 8-3-4894 Ume-Yama-dori, Aoba-ku, Yokohama 225-0001, Japan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461BF67C-5354-4A1C-A5F1-32C3B403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D4C75168-4284-4461-A9EA-8C8445B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BC587F14-95A1-49A5-9C2A-1D2EF10B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Corporate Number / 法人番号: 4012345600107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06733627-29A1-4FA6-B012-E4004AFA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Daiki Yamazaki  |  Physical Address: 9-3-4931 Yamato-Yama-dori, Aoba-ku, Sendai 980-0001, Japan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C3A25BDC-D406-4561-B53A-7D3DD85B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A18B2E55-9C15-49FB-9C05-0038B77C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A2209235-399B-4773-BD9A-D1FB073F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Corporate Number / 法人番号: 3012345600108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0FE08F9B-2649-4483-9E3E-815E4CC2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Sota Kato  |  Physical Address: 1-4-4968 Aoba-Hana-dori, Chiyoda-ku, Tokyo 100-0001, Japan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DCB15CBE-3854-4CE8-BF35-60389907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4DE8E135-9BA3-4D3D-BAAF-240DF977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FF7CAA8F-7D48-42AD-AB20-9B6366D1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Corporate Number / 法人番号: 2012345600109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C57D3B42-9C43-44FA-AAEA-ADA79915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Haruto Hashimoto  |  Physical Address: 2-4-5005 Asahi-Hana-dori, Naka-ku, Nagoya 460-0001, Japan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99F6F5A9-630B-4362-9B29-4F1B1B17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2E3F7DE1-A65A-4355-9049-5E73BB8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663411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ED49DB4B-59A8-4757-8982-B1C533E5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DA21D7C6-C345-43C2-AA43-6C9FA7A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4DC27BFE-CB6F-4925-BC42-3D03A35A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9ED8B07F-074F-4E6F-A880-8B402FC4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Corporate Number / 法人番号: 9012345600110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48CB83BA-8E01-451D-A3F9-B4C4B03E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Kenji Sasaki  |  Physical Address: 3-4-5042 Fuji-Hana-dori, Naka-ku, Yokohama 231-0001, Japan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361CCC05-A271-4ED2-B00A-CE40C64E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7AE6EDF8-0612-4DDA-BB10-8996582F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F628F9DF-CE38-4C1B-B41F-AB3E966A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Corporate Number / 法人番号: 8012345600111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A65A5CDD-2985-4B01-8F4C-4CCBCBCD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Daiki Takahashi  |  Physical Address: 4-4-5079 Hikari-Hana-dori, Naka-ku, Hiroshima 730-0001, Japan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BACC0B93-4BB1-494C-83D5-988BBE2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E4D3F53C-FBEB-4F44-AC97-69D34DBC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01CBA6D5-7809-4EF8-AEF1-EFBABF4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Corporate Number / 法人番号: 7012345600112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34153DCF-A10F-4262-9A33-F893FA8A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Sota Kimura  |  Physical Address: 5-4-5116 Kaede-Hana-dori, Chuo-ku, Sapporo 060-0001, Japan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1C932AF2-A0B2-4F04-B65D-6CAD8B23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2EACCFA6-4FAC-4790-AACF-51C6C5B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C88A7B40-1364-47B1-9298-1C4D7140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Corporate Number / 法人番号: 6012345600113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34C8CA4A-B972-4683-A72A-5E44E135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Haruto Yamamoto  |  Physical Address: 6-4-5153 Midori-Hana-dori, Chuo-ku, Chiba 260-0001, Japan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B1FC9872-4893-4409-8597-12FF90E3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EFA522A8-722C-42C5-854A-5DA43A10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8EF4C597-AFCF-4119-8DB5-ABC1FDC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Corporate Number / 法人番号: 5012345600114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5C9ED9BB-FA96-4373-9B90-F73DB008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Kenji Yamazaki  |  Physical Address: 7-4-5190 Nishi-Hana-dori, Nakagyo-ku, Kyoto 604-8001, Japan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02A8A642-AE45-4D3A-96D3-5C052CCA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8E96125B-4FF9-4C93-9612-A7137A44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609964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A4819B42-99AF-45ED-9C11-5381E91D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2FDCC898-D1F4-4B1C-8E5C-4E350644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2CA8D873-D40B-429A-950F-F782BB0D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AA5BEE60-3615-41EA-B64C-7119CC0F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Corporate Number / 法人番号: 4012345600115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CA5BA594-E0A0-414E-B166-2184B7EF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Daiki Kato  |  Physical Address: 8-4-5227 Sakura-Hana-dori, Kita-ku, Osaka 530-0001, Japan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BADD1EE6-B907-4C94-9682-E2AE531F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954120A4-88D5-418F-A27B-3EA7F86C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C29A949C-517D-4F2B-B15D-A7BD637B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Corporate Number / 法人番号: 3012345600116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22D65C6A-1E19-41CC-B7EF-71428F67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Rin Hashimoto  |  Physical Address: 9-4-5264 Shin-Hana-dori, Chuo-ku, Kobe 650-0001, Japan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4242F1E1-EBC1-45A8-946A-C7094EA5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42F244DA-A97C-428C-BDFF-79A46515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D0EFAE48-77EF-44F3-88F6-2B8D529B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Corporate Number / 法人番号: 2012345600117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B46005A8-FE5C-4E15-BEA2-AE619339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Haruto Yamaguchi  |  Physical Address: 1-5-5301 Takara-Hana-dori, Hakata-ku, Fukuoka 812-0011, Japan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B115CB95-1822-4CA5-9CF2-555528F4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41A9BAA7-6586-42DE-A234-FBBA06A2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E132C646-FDB3-4A65-835D-F8E74D49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Corporate Number / 法人番号: 1012345600118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B19B10A8-BDBA-4798-BA4D-47E6DD4B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Kenji Takahashi  |  Physical Address: 2-5-5338 Ume-Hana-dori, Aoba-ku, Yokohama 225-0001, Japan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57708DE7-383B-4FC0-9236-E1AF4340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4B9C99D6-1B92-4080-983D-C043A869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3903F6F9-85BC-43C6-A153-FB7D035F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Corporate Number / 法人番号: 9012345600119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E5BDAA92-D3BD-4694-93CA-020F78B3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Daiki Kimura  |  Physical Address: 3-5-5375 Yamato-Hana-dori, Aoba-ku, Sendai 980-0001, Japan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F5EEB9BD-27B2-43E3-8930-3BCB9422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E23AFAEE-BCC8-49FC-8710-0EBEB6AE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49283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E11AA5C3-70BD-4849-949C-D2176E3F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03870B4D-0C30-46BD-803A-0F0B28FB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85C497DF-1365-42C7-90A4-5B4B5A3C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FEE36FC3-C3FE-41E3-B32A-B6CB0DE0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Corporate Number / 法人番号: 7012345600120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5BBA444C-7D2D-4E86-914B-3A8A520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Sota Yamamoto  |  Physical Address: 4-5-5412 Aoba-Kawa-dori, Chiyoda-ku, Tokyo 100-0001, Japan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99C3B6B1-1B3C-4E34-A84F-2E1FA97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B6B8429F-4F8E-45CF-949A-9FC615CB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4F4522C6-BB39-4E00-84B1-2E458F90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Corporate Number / 法人番号: 6012345600121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C6262A0F-C705-4D59-80FE-222FC8AE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Haruto Mori  |  Physical Address: 5-5-5449 Asahi-Kawa-dori, Naka-ku, Nagoya 460-0001, Japan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E4716FC0-7B68-4E09-B49A-21F84FDC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AA9BE472-BC31-4BCD-B4EA-79948EDD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AE863A89-B38A-4F67-88FC-FE10D039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Corporate Number / 法人番号: 5012345600122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A03F319E-3003-412B-AE15-254E9885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Kenji Kato  |  Physical Address: 6-5-5486 Fuji-Kawa-dori, Naka-ku, Yokohama 231-0001, Japan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F6ED73A0-1A12-488F-ADF9-FA99DC18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7CA5BD35-DD82-4A32-A668-52CCA27F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E7389111-4E20-4E69-8118-4DAC1B7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Corporate Number / 法人番号: 4012345600123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4CC5BEC2-B9A7-4A78-8D1F-038EB266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Akari Hashimoto  |  Physical Address: 7-5-5523 Hikari-Kawa-dori, Naka-ku, Hiroshima 730-0001, Japan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9CC980C7-A6DD-427F-8588-2F4324BE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FC0DB9D0-DA74-427C-B187-E544F1A4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999FC881-FAB4-494C-9E49-5C061412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Corporate Number / 法人番号: 3012345600124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2238D073-CD8B-42D3-A0E2-8C28F542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Sakura Yamaguchi  |  Physical Address: 8-5-5560 Kaede-Kawa-dori, Chuo-ku, Sapporo 060-0001, Japan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6ABAE36A-D5A3-4522-A064-B2D6BE4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BF228E99-9548-436E-BA34-4D44BC5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6146685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498DFA2C-1731-4C7B-A842-6A2C240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C45699C9-14AF-47AD-96E3-01281C13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76BFB564-D78A-4E9D-BDF9-0876D72B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1997958B-91AC-44D4-8A78-A8FF42FB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Corporate Number / 法人番号: 2012345600125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82CDF0EA-3632-42D7-932F-B18FFD2F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Kaori Takahashi  |  Physical Address: 9-5-5597 Midori-Kawa-dori, Chuo-ku, Chiba 260-0001, Japan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90631495-88AD-4072-A9EB-3F11EFE3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8D1C148C-F8D6-43C7-8D3E-6166A0D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4542767B-F614-46C1-8BAA-8C76862D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Corporate Number / 法人番号: 1012345600126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A1E2176F-237F-4DCC-A5B3-85842A60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Naoki Yuna Kimura  |  Physical Address: 1-6-5634 Nishi-Kawa-dori, Nakagyo-ku, Kyoto 604-8001, Japan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8667B8E5-509C-4FA1-95EA-FD4367CE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1B5C7D0A-6D62-477D-B436-C442861E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0CBB9D28-E3CC-40F2-8601-653F2C5E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Corporate Number / 法人番号: 9012345600127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244AFA1E-1A44-4B70-A759-2B3D8310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 Akari Yamamoto  |  Physical Address: 2-6-5671 Sakura-Kawa-dori, Kita-ku, Osaka 530-0001, Japan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EC2FF73F-0237-4569-BF97-6BC85B1B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5981DEC1-CCDF-4589-8FCF-A630FF7F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DEF68CED-23B3-4CDD-AFC4-79BBEF6C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Corporate Number / 法人番号: 8012345600128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5E2CF984-4329-4C2E-BD9F-09FA00BA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Kenji Sakura Mori  |  Physical Address: 3-6-5708 Shin-Kawa-dori, Chuo-ku, Kobe 650-0001, Japan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D006EA0A-B4EC-4AD7-90FF-E8DAA273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31EB5E4A-8618-4655-8EEC-85BBE285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9B3A2102-ACB5-4738-A380-B8B0E64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Corporate Number / 法人番号: 7012345600129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0396C5A9-424E-42F4-94ED-BF5ECBF4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Yuna Kaori Kato  |  Physical Address: 4-6-5745 Takara-Kawa-dori, Hakata-ku, Fukuoka 812-0011, Japan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F2A7B0D5-336D-444C-BB63-E688C6A2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151F75AC-6BF9-48AA-97ED-10FC513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029393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910E2B0D-F6A1-4CD5-AF44-ED6BC8CB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E2E147AB-5494-4AE8-B6F6-EAA31D4F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80579610-93A5-4E6A-B7F0-015C8660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E51E818E-82F0-43B3-A3F2-ED7C4E9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Corporate Number / 法人番号: 5012345600130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5F5E05CB-CFF7-4A54-A52A-EAFA79B4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Shota Yuna Hashimoto  |  Physical Address: 5-6-5782 Ume-Kawa-dori, Aoba-ku, Yokohama 225-0001, Japan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863AB763-C394-4F23-9D93-B61B0204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5CB1B977-E82D-4E78-B793-9FEC719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4C0C6F0D-BEA2-442B-A747-3B7BAA8C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Corporate Number / 法人番号: 4012345600131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BEDE81D8-BB6A-4BF3-9C36-BFBFABBA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Mio Akari Yamaguchi  |  Physical Address: 6-6-5819 Yamato-Kawa-dori, Aoba-ku, Sendai 980-0001, Japan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85F25A37-FAE3-4079-991F-725E202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8E0A6433-885C-4972-B1A7-FAD94FF6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39871F84-DD3A-451C-B661-B2B43503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Corporate Number / 法人番号: 3012345600132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31089C18-6A9B-4328-B0FB-514D08AA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Takumi Sakura Tanaka  |  Physical Address: 7-6-5856 Aoba-Machi-dori, Chiyoda-ku, Tokyo 100-0001, Japan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9D1C49EA-0B3F-449B-B622-44FDEC13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8D086DC5-B271-4ED6-91B3-F7161329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1D28E955-2B27-4291-9491-843F1D91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Corporate Number / 法人番号: 2012345600133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BAC196A1-DC89-4940-BE50-9F73F7CB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Rin Kaori Kimura  |  Physical Address: 8-6-5893 Asahi-Machi-dori, Naka-ku, Nagoya 460-0001, Japan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B4BFAAD5-F633-4A8E-B00F-9CEBA485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1DB35FD7-0897-480E-A1DD-A13C15A9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787F9584-E11A-4EE0-BE1B-70158556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Corporate Number / 法人番号: 1012345600134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1F5ECC2C-83EC-4895-AC74-646F7366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Daiki Yuna Yamamoto  |  Physical Address: 9-6-5930 Fuji-Machi-dori, Naka-ku, Yokohama 231-0001, Japan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229AE96C-4DDB-4B97-B484-3ED443A5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36903059-4FC7-4D67-87E9-2ABEFBB8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05909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F647AA5E-F083-4F9E-AC25-E8AB3A44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D3915ACF-ED58-4113-89F0-318581CB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2C5A37E4-AB3C-455B-AC06-43912A4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3CFEF870-B30A-49CA-AD12-9E595A07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Corporate Number / 法人番号: 9012345600135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4D0BF2EB-DEE8-4E27-853C-F93EAA7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Akari Kenji Mori  |  Physical Address: 1-7-5967 Hikari-Machi-dori, Naka-ku, Hiroshima 730-0001, Japan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722FEFD6-5A44-4E9D-9EFC-1455914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0BB1B784-17D3-4CFA-8C55-C4E305BF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724BBDEA-9482-479C-82DC-BE3E8DDF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Corporate Number / 法人番号: 8012345600136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20DD9198-74FC-4999-952C-750F911E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Riku Sakura Yoshida  |  Physical Address: 2-7-6004 Kaede-Machi-dori, Chuo-ku, Sapporo 060-0001, Japan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DF1E1766-7AE1-40B3-8C1A-B6F72B8B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B76B141F-3429-4BF2-A8BF-5DC2595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CE290632-7CA9-48B8-BC1F-6F2D8797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Corporate Number / 法人番号: 7012345600137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8A670EB5-A7EB-4953-8771-2AF7308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Kaori Hashimoto  |  Physical Address: 3-7-6041 Midori-Machi-dori, Chuo-ku, Chiba 260-0001, Japan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AC1D7C84-4DB6-4060-88C8-3593C526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8939DE11-74B8-4C22-98A9-AA7D7721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DF1885DB-A1D5-41B9-B84B-0A1A8968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Corporate Number / 法人番号: 6012345600138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0A69B0F1-BB57-4D71-B2E1-3AA1C4F8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Kaito Yuna Yamaguchi  |  Physical Address: 4-7-6078 Nishi-Machi-dori, Nakagyo-ku, Kyoto 604-8001, Japan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ED94453B-663B-4DAC-8253-5903B7C6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73A3CFF6-9A8A-4B6C-8677-AED228B1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76D4BD30-19F4-472B-9BEE-9ADB34AF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Corporate Number / 法人番号: 5012345600139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2E940CBB-AE42-4E5D-A4BE-9240552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Hina Akari Tanaka  |  Physical Address: 5-7-6115 Sakura-Machi-dori, Kita-ku, Osaka 530-0001, Japan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3F1BE592-EEF3-469B-9D11-0ACA543A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C2FE01EC-2D9E-4C7B-961C-13CF7480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249217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B6497CD1-1AB9-439F-A317-C323F765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B3874577-38D9-415D-A51D-D213456E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DF68EB17-DDA6-42AE-A399-7ADA2FB6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21E2366F-4EC0-4D32-AF85-8B203F41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Corporate Number / 法人番号: 3012345600140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23D834EF-4A90-4A99-87FF-1F7804E3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Sota Sakura Hayashi  |  Physical Address: 6-7-6152 Shin-Machi-dori, Chuo-ku, Kobe 650-0001, Japan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BFAB2D8F-3ED8-460F-BBA8-CAC87736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338D4332-6F8A-4C30-BD0D-40C9F08D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5DD8DD4B-C9EC-4B10-BF4D-C76A8AD0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Corporate Number / 法人番号: 2012345600141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A663BF52-E28D-4891-B45E-096944C8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Sakura Kaori Yamamoto  |  Physical Address: 7-7-6189 Takara-Machi-dori, Hakata-ku, Fukuoka 812-0011, Japan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AD2EF983-0514-4912-ABB8-72AA2EF0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3A1E8AF2-489F-494B-945D-53EB8A9F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CD9B9111-2179-46EC-9408-4094F0BC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Corporate Number / 法人番号: 1012345600142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C426DD07-E5F7-409A-AD53-3768A19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Yuto Yuna Mori  |  Physical Address: 8-7-6226 Ume-Machi-dori, Aoba-ku, Yokohama 225-0001, Japan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027E83B5-E304-4539-8BCF-4A25C209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CEC8ED56-CDB6-4702-A592-3D354837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45C2D3C6-9328-4AAD-802C-09C81693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Corporate Number / 法人番号: 9012345600143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5E3E9AA0-87CC-455B-8BBF-0A3D3680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Aoi Akari Yoshida  |  Physical Address: 9-7-6263 Yamato-Machi-dori, Aoba-ku, Sendai 980-0001, Japan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F4087392-424E-4DCA-BC2F-8D69504A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64F9934E-3CAA-4601-93B0-CE31E40E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6A8C6A4F-634C-424D-B8E0-64B3494C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Corporate Number / 法人番号: 8012345600144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3193B889-F14E-45A6-83EA-5072E02B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Ren Sakura Sato  |  Physical Address: 1-8-6300 Aoba-Chuo-michi, Chiyoda-ku, Tokyo 100-0001, Japan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6D90E5C3-085F-4512-BD4F-0FD10653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DA29D467-523A-4759-93A4-172FA3E9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333263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7A979B8D-B753-4976-9B2D-30D6B6CA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Japanese My Number Corporate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B4BD45FD-83C4-45D8-8F0F-88C399A7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41BBAD18-61F0-444D-8634-3E7B99CD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143AD093-D8FD-4276-8C13-84F684D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Corporate Number / 法人番号: 7012345600145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F2EDE9C5-1A1E-4C14-AE37-CA88377E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Yui Kaori Yamaguchi  |  Physical Address: 2-8-6337 Asahi-Chuo-michi, Naka-ku, Nagoya 460-0001, Japan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21DD502B-F6D9-4E86-BA73-35D0E1D0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8701BE89-2768-4FE2-84CC-3D8A649B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7484719B-CFD0-4FAB-BFC7-83D5AFD7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Corporate Number / 法人番号: 6012345600146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25873A62-6C1E-4336-A7FA-2422D16E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Haruto Yuna Tanaka  |  Physical Address: 3-8-6374 Fuji-Chuo-michi, Naka-ku, Yokohama 231-0001, Japan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316C8735-D9DE-4B4F-81A1-7977F0EA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44DD5DDC-869D-432A-A3B5-DC79958C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02B80F8C-E7CF-4E0E-B219-6C6E82D3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Corporate Number / 法人番号: 5012345600147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BBD7CD34-E434-4707-B6C9-7B9E94F8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Kaori Riku Hayashi  |  Physical Address: 4-8-6411 Hikari-Chuo-michi, Naka-ku, Hiroshima 730-0001, Japan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C2DE4AEC-86A0-4690-8A37-8F6953FD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70233BE0-D8E6-4A7D-B331-36F7463E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1A68B0F7-5C6B-4D66-9FD3-52BB29A6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Corporate Number / 法人番号: 4012345600148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74359619-8B20-40C1-8A8A-32A87714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Hiroshi Yuto Nakamura  |  Physical Address: 5-8-6448 Kaede-Chuo-michi, Chuo-ku, Sapporo 060-0001, Japan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D36BBF05-0C7B-47E9-A711-990D5FBE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674F8C58-756A-4963-950D-837F8ECE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F82DD774-60F5-4E86-907D-835E5E4E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Corporate Number / 法人番号: 3012345600149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D6978325-206D-4D92-BFC3-CBBA1AD1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Aya Hiroshi Mori  |  Physical Address: 6-8-6485 Midori-Chuo-michi, Chuo-ku, Chiba 260-0001, Japan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2A0F279A-28A4-42AD-86BE-9C2B35F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Japanese corporate number; 法人番号; National Tax Agency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4A4E95C9-E543-4D2A-952A-32376421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Japanese My Number Corporate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6623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2026-07-31T09:00:07.8640000Z</dcterms:created>
  <dcterms:modified xsi:type="dcterms:W3CDTF">2026-07-31T09:00:07.8640000Z</dcterms:modified>
</coreProperties>
</file>
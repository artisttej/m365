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28e1f8ad28437b" /><Relationship Type="http://schemas.openxmlformats.org/officeDocument/2006/relationships/extended-properties" Target="/docProps/app.xml" Id="R19cd7b20cb4040a8" /><Relationship Type="http://schemas.openxmlformats.org/officeDocument/2006/relationships/officeDocument" Target="/ppt/presentation.xml" Id="Rb1828063c7fe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a3864fe4a44bc2"/>
  </p:sldMasterIdLst>
  <p:notesMasterIdLst>
    <p:notesMasterId xmlns:r="http://schemas.openxmlformats.org/officeDocument/2006/relationships" r:id="Rcc0f6dae8e004b6b"/>
  </p:notesMasterIdLst>
  <p:sldIdLst>
    <p:sldId xmlns:r="http://schemas.openxmlformats.org/officeDocument/2006/relationships" id="256" r:id="Re3e8cb583cb44343"/>
    <p:sldId xmlns:r="http://schemas.openxmlformats.org/officeDocument/2006/relationships" id="257" r:id="R5014eca051764aac"/>
    <p:sldId xmlns:r="http://schemas.openxmlformats.org/officeDocument/2006/relationships" id="258" r:id="R320b775722f94f7c"/>
    <p:sldId xmlns:r="http://schemas.openxmlformats.org/officeDocument/2006/relationships" id="259" r:id="R4c57fe73b5f54815"/>
    <p:sldId xmlns:r="http://schemas.openxmlformats.org/officeDocument/2006/relationships" id="260" r:id="R25bae50ae54a4a7d"/>
    <p:sldId xmlns:r="http://schemas.openxmlformats.org/officeDocument/2006/relationships" id="261" r:id="R0b3297b793fc4618"/>
    <p:sldId xmlns:r="http://schemas.openxmlformats.org/officeDocument/2006/relationships" id="262" r:id="Rdac59413f6d8492c"/>
    <p:sldId xmlns:r="http://schemas.openxmlformats.org/officeDocument/2006/relationships" id="263" r:id="R45673f371f7e42ae"/>
    <p:sldId xmlns:r="http://schemas.openxmlformats.org/officeDocument/2006/relationships" id="264" r:id="R145d1862112a445c"/>
    <p:sldId xmlns:r="http://schemas.openxmlformats.org/officeDocument/2006/relationships" id="265" r:id="R92fce6e0ed0b4627"/>
    <p:sldId xmlns:r="http://schemas.openxmlformats.org/officeDocument/2006/relationships" id="266" r:id="R25e353bf971447b0"/>
    <p:sldId xmlns:r="http://schemas.openxmlformats.org/officeDocument/2006/relationships" id="267" r:id="R5fd333b47652482f"/>
    <p:sldId xmlns:r="http://schemas.openxmlformats.org/officeDocument/2006/relationships" id="268" r:id="Ra8b8059ad43f47e9"/>
    <p:sldId xmlns:r="http://schemas.openxmlformats.org/officeDocument/2006/relationships" id="269" r:id="Rdd28203c47b848ef"/>
    <p:sldId xmlns:r="http://schemas.openxmlformats.org/officeDocument/2006/relationships" id="270" r:id="R8e6722f96d18430d"/>
    <p:sldId xmlns:r="http://schemas.openxmlformats.org/officeDocument/2006/relationships" id="271" r:id="Rf348e94f3e2f4f16"/>
    <p:sldId xmlns:r="http://schemas.openxmlformats.org/officeDocument/2006/relationships" id="272" r:id="R3b2d12b2c7cf4284"/>
    <p:sldId xmlns:r="http://schemas.openxmlformats.org/officeDocument/2006/relationships" id="273" r:id="R28e578eb84844939"/>
    <p:sldId xmlns:r="http://schemas.openxmlformats.org/officeDocument/2006/relationships" id="274" r:id="R73fbab01a9e34c55"/>
    <p:sldId xmlns:r="http://schemas.openxmlformats.org/officeDocument/2006/relationships" id="275" r:id="R91702404d9fd46e9"/>
    <p:sldId xmlns:r="http://schemas.openxmlformats.org/officeDocument/2006/relationships" id="276" r:id="Rf54ef8b518ff49d7"/>
    <p:sldId xmlns:r="http://schemas.openxmlformats.org/officeDocument/2006/relationships" id="277" r:id="Ra49c49eeaa9d4ac9"/>
    <p:sldId xmlns:r="http://schemas.openxmlformats.org/officeDocument/2006/relationships" id="278" r:id="R36dddc8455354ec4"/>
    <p:sldId xmlns:r="http://schemas.openxmlformats.org/officeDocument/2006/relationships" id="279" r:id="Ra122a8bbb08c4f40"/>
    <p:sldId xmlns:r="http://schemas.openxmlformats.org/officeDocument/2006/relationships" id="280" r:id="R530e628cd93848c6"/>
    <p:sldId xmlns:r="http://schemas.openxmlformats.org/officeDocument/2006/relationships" id="281" r:id="Rebe5d68e7102470f"/>
    <p:sldId xmlns:r="http://schemas.openxmlformats.org/officeDocument/2006/relationships" id="282" r:id="R17eab85eb2444969"/>
    <p:sldId xmlns:r="http://schemas.openxmlformats.org/officeDocument/2006/relationships" id="283" r:id="R1b8ec90e88f8415b"/>
    <p:sldId xmlns:r="http://schemas.openxmlformats.org/officeDocument/2006/relationships" id="284" r:id="Ra09881259d3342b2"/>
    <p:sldId xmlns:r="http://schemas.openxmlformats.org/officeDocument/2006/relationships" id="285" r:id="Reef8b31906a34b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f57da4839c44a8" /><Relationship Type="http://schemas.openxmlformats.org/officeDocument/2006/relationships/slideMaster" Target="/ppt/slideMasters/slideMaster1.xml" Id="Rb0a3864fe4a44bc2" /><Relationship Type="http://schemas.openxmlformats.org/officeDocument/2006/relationships/notesMaster" Target="/ppt/notesMasters/notesMaster1.xml" Id="Rcc0f6dae8e004b6b" /><Relationship Type="http://schemas.openxmlformats.org/officeDocument/2006/relationships/presProps" Target="/ppt/presProps.xml" Id="Rcd00a6c4b43845e9" /><Relationship Type="http://schemas.openxmlformats.org/officeDocument/2006/relationships/tableStyles" Target="/ppt/tableStyles.xml" Id="Reafcd6a1274e43b4" /><Relationship Type="http://schemas.openxmlformats.org/officeDocument/2006/relationships/slide" Target="/ppt/slides/slide1.xml" Id="Re3e8cb583cb44343" /><Relationship Type="http://schemas.openxmlformats.org/officeDocument/2006/relationships/slide" Target="/ppt/slides/slide2.xml" Id="R5014eca051764aac" /><Relationship Type="http://schemas.openxmlformats.org/officeDocument/2006/relationships/slide" Target="/ppt/slides/slide3.xml" Id="R320b775722f94f7c" /><Relationship Type="http://schemas.openxmlformats.org/officeDocument/2006/relationships/slide" Target="/ppt/slides/slide4.xml" Id="R4c57fe73b5f54815" /><Relationship Type="http://schemas.openxmlformats.org/officeDocument/2006/relationships/slide" Target="/ppt/slides/slide5.xml" Id="R25bae50ae54a4a7d" /><Relationship Type="http://schemas.openxmlformats.org/officeDocument/2006/relationships/slide" Target="/ppt/slides/slide6.xml" Id="R0b3297b793fc4618" /><Relationship Type="http://schemas.openxmlformats.org/officeDocument/2006/relationships/slide" Target="/ppt/slides/slide7.xml" Id="Rdac59413f6d8492c" /><Relationship Type="http://schemas.openxmlformats.org/officeDocument/2006/relationships/slide" Target="/ppt/slides/slide8.xml" Id="R45673f371f7e42ae" /><Relationship Type="http://schemas.openxmlformats.org/officeDocument/2006/relationships/slide" Target="/ppt/slides/slide9.xml" Id="R145d1862112a445c" /><Relationship Type="http://schemas.openxmlformats.org/officeDocument/2006/relationships/slide" Target="/ppt/slides/slide10.xml" Id="R92fce6e0ed0b4627" /><Relationship Type="http://schemas.openxmlformats.org/officeDocument/2006/relationships/slide" Target="/ppt/slides/slide11.xml" Id="R25e353bf971447b0" /><Relationship Type="http://schemas.openxmlformats.org/officeDocument/2006/relationships/slide" Target="/ppt/slides/slide12.xml" Id="R5fd333b47652482f" /><Relationship Type="http://schemas.openxmlformats.org/officeDocument/2006/relationships/slide" Target="/ppt/slides/slide13.xml" Id="Ra8b8059ad43f47e9" /><Relationship Type="http://schemas.openxmlformats.org/officeDocument/2006/relationships/slide" Target="/ppt/slides/slide14.xml" Id="Rdd28203c47b848ef" /><Relationship Type="http://schemas.openxmlformats.org/officeDocument/2006/relationships/slide" Target="/ppt/slides/slide15.xml" Id="R8e6722f96d18430d" /><Relationship Type="http://schemas.openxmlformats.org/officeDocument/2006/relationships/slide" Target="/ppt/slides/slide16.xml" Id="Rf348e94f3e2f4f16" /><Relationship Type="http://schemas.openxmlformats.org/officeDocument/2006/relationships/slide" Target="/ppt/slides/slide17.xml" Id="R3b2d12b2c7cf4284" /><Relationship Type="http://schemas.openxmlformats.org/officeDocument/2006/relationships/slide" Target="/ppt/slides/slide18.xml" Id="R28e578eb84844939" /><Relationship Type="http://schemas.openxmlformats.org/officeDocument/2006/relationships/slide" Target="/ppt/slides/slide19.xml" Id="R73fbab01a9e34c55" /><Relationship Type="http://schemas.openxmlformats.org/officeDocument/2006/relationships/slide" Target="/ppt/slides/slide20.xml" Id="R91702404d9fd46e9" /><Relationship Type="http://schemas.openxmlformats.org/officeDocument/2006/relationships/slide" Target="/ppt/slides/slide21.xml" Id="Rf54ef8b518ff49d7" /><Relationship Type="http://schemas.openxmlformats.org/officeDocument/2006/relationships/slide" Target="/ppt/slides/slide22.xml" Id="Ra49c49eeaa9d4ac9" /><Relationship Type="http://schemas.openxmlformats.org/officeDocument/2006/relationships/slide" Target="/ppt/slides/slide23.xml" Id="R36dddc8455354ec4" /><Relationship Type="http://schemas.openxmlformats.org/officeDocument/2006/relationships/slide" Target="/ppt/slides/slide24.xml" Id="Ra122a8bbb08c4f40" /><Relationship Type="http://schemas.openxmlformats.org/officeDocument/2006/relationships/slide" Target="/ppt/slides/slide25.xml" Id="R530e628cd93848c6" /><Relationship Type="http://schemas.openxmlformats.org/officeDocument/2006/relationships/slide" Target="/ppt/slides/slide26.xml" Id="Rebe5d68e7102470f" /><Relationship Type="http://schemas.openxmlformats.org/officeDocument/2006/relationships/slide" Target="/ppt/slides/slide27.xml" Id="R17eab85eb2444969" /><Relationship Type="http://schemas.openxmlformats.org/officeDocument/2006/relationships/slide" Target="/ppt/slides/slide28.xml" Id="R1b8ec90e88f8415b" /><Relationship Type="http://schemas.openxmlformats.org/officeDocument/2006/relationships/slide" Target="/ppt/slides/slide29.xml" Id="Ra09881259d3342b2" /><Relationship Type="http://schemas.openxmlformats.org/officeDocument/2006/relationships/slide" Target="/ppt/slides/slide30.xml" Id="Reef8b31906a34b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1f969431ba4b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c6faf2ab2241b0" /><Relationship Type="http://schemas.openxmlformats.org/officeDocument/2006/relationships/notesMaster" Target="/ppt/notesMasters/notesMaster1.xml" Id="R9cfb6a04cdea4d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b141c52cd646c7" /><Relationship Type="http://schemas.openxmlformats.org/officeDocument/2006/relationships/notesMaster" Target="/ppt/notesMasters/notesMaster1.xml" Id="Re71ab4b7eedf48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a33e8894e24841" /><Relationship Type="http://schemas.openxmlformats.org/officeDocument/2006/relationships/notesMaster" Target="/ppt/notesMasters/notesMaster1.xml" Id="Rb90dfb39db9e42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0665f06f1840f6" /><Relationship Type="http://schemas.openxmlformats.org/officeDocument/2006/relationships/notesMaster" Target="/ppt/notesMasters/notesMaster1.xml" Id="R2e58c46e92b641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7ecefb2724821" /><Relationship Type="http://schemas.openxmlformats.org/officeDocument/2006/relationships/notesMaster" Target="/ppt/notesMasters/notesMaster1.xml" Id="R6527e91215c142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6ebf3418d547b7" /><Relationship Type="http://schemas.openxmlformats.org/officeDocument/2006/relationships/notesMaster" Target="/ppt/notesMasters/notesMaster1.xml" Id="R0db91191bcdd4a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3e1dd12f4042c7" /><Relationship Type="http://schemas.openxmlformats.org/officeDocument/2006/relationships/notesMaster" Target="/ppt/notesMasters/notesMaster1.xml" Id="R6cde0ef84ab546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4cdadb540b488e" /><Relationship Type="http://schemas.openxmlformats.org/officeDocument/2006/relationships/notesMaster" Target="/ppt/notesMasters/notesMaster1.xml" Id="R1c9545c7659c4f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073ef4b2654994" /><Relationship Type="http://schemas.openxmlformats.org/officeDocument/2006/relationships/notesMaster" Target="/ppt/notesMasters/notesMaster1.xml" Id="R9460bac8741341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e714508da744d4" /><Relationship Type="http://schemas.openxmlformats.org/officeDocument/2006/relationships/notesMaster" Target="/ppt/notesMasters/notesMaster1.xml" Id="Rb4b0c547f26b45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ced1aaa6144742" /><Relationship Type="http://schemas.openxmlformats.org/officeDocument/2006/relationships/notesMaster" Target="/ppt/notesMasters/notesMaster1.xml" Id="R6faedad11aaf46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6f59997ae44c84" /><Relationship Type="http://schemas.openxmlformats.org/officeDocument/2006/relationships/notesMaster" Target="/ppt/notesMasters/notesMaster1.xml" Id="R9cf8ecebd1bc41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886068c57848d6" /><Relationship Type="http://schemas.openxmlformats.org/officeDocument/2006/relationships/notesMaster" Target="/ppt/notesMasters/notesMaster1.xml" Id="R78ad82020b914a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a9dfe248ff48a2" /><Relationship Type="http://schemas.openxmlformats.org/officeDocument/2006/relationships/notesMaster" Target="/ppt/notesMasters/notesMaster1.xml" Id="R3201e02cbbe540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6b00efdd4547a3" /><Relationship Type="http://schemas.openxmlformats.org/officeDocument/2006/relationships/notesMaster" Target="/ppt/notesMasters/notesMaster1.xml" Id="Rf196e9703f5649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02850c370d4ba7" /><Relationship Type="http://schemas.openxmlformats.org/officeDocument/2006/relationships/notesMaster" Target="/ppt/notesMasters/notesMaster1.xml" Id="R3b70eb2768754c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85854702d14b99" /><Relationship Type="http://schemas.openxmlformats.org/officeDocument/2006/relationships/notesMaster" Target="/ppt/notesMasters/notesMaster1.xml" Id="R3572d9ea39d745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8d129772ad4241" /><Relationship Type="http://schemas.openxmlformats.org/officeDocument/2006/relationships/notesMaster" Target="/ppt/notesMasters/notesMaster1.xml" Id="R473004ca120f46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19585be2b446d2" /><Relationship Type="http://schemas.openxmlformats.org/officeDocument/2006/relationships/notesMaster" Target="/ppt/notesMasters/notesMaster1.xml" Id="R3fa3a333d56444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e3bdc4f9ef4ae4" /><Relationship Type="http://schemas.openxmlformats.org/officeDocument/2006/relationships/notesMaster" Target="/ppt/notesMasters/notesMaster1.xml" Id="R4e0967212f9d43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6c36e0beff4e84" /><Relationship Type="http://schemas.openxmlformats.org/officeDocument/2006/relationships/notesMaster" Target="/ppt/notesMasters/notesMaster1.xml" Id="R04ec75efe8a44f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0cdc6befa442bd" /><Relationship Type="http://schemas.openxmlformats.org/officeDocument/2006/relationships/notesMaster" Target="/ppt/notesMasters/notesMaster1.xml" Id="R7bb834dc2f6f45c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cc9e39710a475a" /><Relationship Type="http://schemas.openxmlformats.org/officeDocument/2006/relationships/notesMaster" Target="/ppt/notesMasters/notesMaster1.xml" Id="Rfdbab089da9d4b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cf17d6a059a419a" /><Relationship Type="http://schemas.openxmlformats.org/officeDocument/2006/relationships/notesMaster" Target="/ppt/notesMasters/notesMaster1.xml" Id="Rc59f7d58fdb348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2ab8f505d74e0a" /><Relationship Type="http://schemas.openxmlformats.org/officeDocument/2006/relationships/notesMaster" Target="/ppt/notesMasters/notesMaster1.xml" Id="R0a3986bce1ea45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cab682891e8407c" /><Relationship Type="http://schemas.openxmlformats.org/officeDocument/2006/relationships/notesMaster" Target="/ppt/notesMasters/notesMaster1.xml" Id="R9ba5f30fcd194da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aac2b6fd0fd4509" /><Relationship Type="http://schemas.openxmlformats.org/officeDocument/2006/relationships/notesMaster" Target="/ppt/notesMasters/notesMaster1.xml" Id="R427631e2288f409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1e6ba9afa0a4f74" /><Relationship Type="http://schemas.openxmlformats.org/officeDocument/2006/relationships/notesMaster" Target="/ppt/notesMasters/notesMaster1.xml" Id="R45dacd1113764d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6fc75c3aa64cf2" /><Relationship Type="http://schemas.openxmlformats.org/officeDocument/2006/relationships/notesMaster" Target="/ppt/notesMasters/notesMaster1.xml" Id="Rd593248728454ec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cced37c78db454e" /><Relationship Type="http://schemas.openxmlformats.org/officeDocument/2006/relationships/notesMaster" Target="/ppt/notesMasters/notesMaster1.xml" Id="R1024077adb3e41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https://learn.microsoft.com/en-us/purview/sit-defn-aba-routing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f4b81ae6b4b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43b74362694efc" /><Relationship Type="http://schemas.openxmlformats.org/officeDocument/2006/relationships/slideLayout" Target="/ppt/slideLayouts/slideLayout1.xml" Id="Rc4bd154e113341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bd154e113341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accd03eef4758" /><Relationship Type="http://schemas.openxmlformats.org/officeDocument/2006/relationships/notesSlide" Target="/ppt/notesSlides/notesSlide1.xml" Id="R4f0241347ac440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0be8a35e54fee" /><Relationship Type="http://schemas.openxmlformats.org/officeDocument/2006/relationships/notesSlide" Target="/ppt/notesSlides/notesSlide2.xml" Id="Rda0f92494f0048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a5eb1e46348e4" /><Relationship Type="http://schemas.openxmlformats.org/officeDocument/2006/relationships/notesSlide" Target="/ppt/notesSlides/notesSlide3.xml" Id="Re506908895a544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9d8369d57425e" /><Relationship Type="http://schemas.openxmlformats.org/officeDocument/2006/relationships/notesSlide" Target="/ppt/notesSlides/notesSlide4.xml" Id="R912d13c668274d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1c537a530447c" /><Relationship Type="http://schemas.openxmlformats.org/officeDocument/2006/relationships/notesSlide" Target="/ppt/notesSlides/notesSlide5.xml" Id="R59a1222e3f7444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3e6cfae424638" /><Relationship Type="http://schemas.openxmlformats.org/officeDocument/2006/relationships/notesSlide" Target="/ppt/notesSlides/notesSlide6.xml" Id="R8056c9ac3a9b48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b5058d6694526" /><Relationship Type="http://schemas.openxmlformats.org/officeDocument/2006/relationships/notesSlide" Target="/ppt/notesSlides/notesSlide7.xml" Id="R9f39cfdea00943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eb807efb04f7a" /><Relationship Type="http://schemas.openxmlformats.org/officeDocument/2006/relationships/notesSlide" Target="/ppt/notesSlides/notesSlide8.xml" Id="R0da068b2037749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c10e57b854999" /><Relationship Type="http://schemas.openxmlformats.org/officeDocument/2006/relationships/notesSlide" Target="/ppt/notesSlides/notesSlide9.xml" Id="R927aac159d124c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8f09a93c84d9f" /><Relationship Type="http://schemas.openxmlformats.org/officeDocument/2006/relationships/notesSlide" Target="/ppt/notesSlides/notesSlide10.xml" Id="R48e9ed57d43642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b7c7d6eb04931" /><Relationship Type="http://schemas.openxmlformats.org/officeDocument/2006/relationships/notesSlide" Target="/ppt/notesSlides/notesSlide11.xml" Id="R66f5042f75214a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103fabe6f4716" /><Relationship Type="http://schemas.openxmlformats.org/officeDocument/2006/relationships/notesSlide" Target="/ppt/notesSlides/notesSlide12.xml" Id="R59f93c22cd7049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74a3a5f1b4dc3" /><Relationship Type="http://schemas.openxmlformats.org/officeDocument/2006/relationships/notesSlide" Target="/ppt/notesSlides/notesSlide13.xml" Id="Rcd3324db8fa740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a5a78650a42f5" /><Relationship Type="http://schemas.openxmlformats.org/officeDocument/2006/relationships/notesSlide" Target="/ppt/notesSlides/notesSlide14.xml" Id="R600adefd2e104f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0cbc2036f42e5" /><Relationship Type="http://schemas.openxmlformats.org/officeDocument/2006/relationships/notesSlide" Target="/ppt/notesSlides/notesSlide15.xml" Id="Rece5759177e445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04b20122d44a9" /><Relationship Type="http://schemas.openxmlformats.org/officeDocument/2006/relationships/notesSlide" Target="/ppt/notesSlides/notesSlide16.xml" Id="Rebf63c5ec72f45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8dfaa8ebc447f" /><Relationship Type="http://schemas.openxmlformats.org/officeDocument/2006/relationships/notesSlide" Target="/ppt/notesSlides/notesSlide17.xml" Id="Rbaf8daa1aa314a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f5a9fbbce4757" /><Relationship Type="http://schemas.openxmlformats.org/officeDocument/2006/relationships/notesSlide" Target="/ppt/notesSlides/notesSlide18.xml" Id="R9704a89da2284d2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0113b611e4938" /><Relationship Type="http://schemas.openxmlformats.org/officeDocument/2006/relationships/notesSlide" Target="/ppt/notesSlides/notesSlide19.xml" Id="R67a92d630cd646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1eb6bac124afc" /><Relationship Type="http://schemas.openxmlformats.org/officeDocument/2006/relationships/notesSlide" Target="/ppt/notesSlides/notesSlide20.xml" Id="Rafefc739e67b446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0e62c89d746b7" /><Relationship Type="http://schemas.openxmlformats.org/officeDocument/2006/relationships/notesSlide" Target="/ppt/notesSlides/notesSlide21.xml" Id="Rbada18eea592441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7b0fcb943493f" /><Relationship Type="http://schemas.openxmlformats.org/officeDocument/2006/relationships/notesSlide" Target="/ppt/notesSlides/notesSlide22.xml" Id="R4bc27373955744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179413f6b4694" /><Relationship Type="http://schemas.openxmlformats.org/officeDocument/2006/relationships/notesSlide" Target="/ppt/notesSlides/notesSlide23.xml" Id="R9ab8ecd3f2d84b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3bc1aa49c4ede" /><Relationship Type="http://schemas.openxmlformats.org/officeDocument/2006/relationships/notesSlide" Target="/ppt/notesSlides/notesSlide24.xml" Id="Rb95d0d5843d844b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066ea0e8a471e" /><Relationship Type="http://schemas.openxmlformats.org/officeDocument/2006/relationships/notesSlide" Target="/ppt/notesSlides/notesSlide25.xml" Id="R0b031160b3f34aa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1102043ef4d15" /><Relationship Type="http://schemas.openxmlformats.org/officeDocument/2006/relationships/notesSlide" Target="/ppt/notesSlides/notesSlide26.xml" Id="Ra5217cec1d7244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0f9a2db424978" /><Relationship Type="http://schemas.openxmlformats.org/officeDocument/2006/relationships/notesSlide" Target="/ppt/notesSlides/notesSlide27.xml" Id="R721c5552bbe94c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c9f0311344e6d" /><Relationship Type="http://schemas.openxmlformats.org/officeDocument/2006/relationships/notesSlide" Target="/ppt/notesSlides/notesSlide28.xml" Id="Re01bf06d186b492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12a41ceb946a9" /><Relationship Type="http://schemas.openxmlformats.org/officeDocument/2006/relationships/notesSlide" Target="/ppt/notesSlides/notesSlide29.xml" Id="Rbfacee98d6df450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1d27f60f6476c" /><Relationship Type="http://schemas.openxmlformats.org/officeDocument/2006/relationships/notesSlide" Target="/ppt/notesSlides/notesSlide30.xml" Id="Rcff44388c57846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BD3627B3-4880-4283-A140-2DC084C6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7E611E03-820A-4B1B-95B3-C0C03D95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AE08C29B-CB7A-4763-9684-78DC11CD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3E1FE6B1-A377-49E8-9052-9B597D97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ABA Routing Number: 1200-0001-6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2591E973-C698-47F6-B0B6-5D3E4A10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Sophia Jackson  |  Physical Address: 4775 Silver Brook Court, San Diego, CA 92101, USA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ACED9A27-E02F-4B9B-9E58-F14E8493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C006F426-3647-40E3-B272-9335F4EA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961FAA9A-6D42-4329-9D3B-2CCE8874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ABA Routing Number: 1200-0002-9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13DD1DA6-F6FC-4C7D-AD21-488AECD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Olivia Johnson  |  Physical Address: 4812 Golden Brook Court, Boston, MA 02108, USA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0BF3CC32-D536-4819-A579-15F0F155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738C1071-C3BE-44CC-AB02-44C2DFC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B43EF2AC-80AD-4DDC-8196-C6E8BA96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ABA Routing Number: 1200-0003-2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0FA228A1-1F85-4EAF-8E7E-2823957E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Evelyn Martin  |  Physical Address: 4849 Cedar Brook Court, Minneapolis, MN 55401, USA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055963DD-9E90-41F5-8139-002BC6A0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727C1463-3A1D-434A-B631-964465A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23458208-F3A7-4207-8605-45C6E67E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ABA Routing Number: 1200-0004-5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C057AD31-267D-4DF3-9EB8-01E711F0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Amelia Davis  |  Physical Address: 4886 Willow Brook Court, Seattle, WA 98101, USA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7792A331-3F64-4D3E-AEDA-BAAFFB5B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E9A03F5B-CB2F-4169-96AA-EE0BFB2A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D1C33ECF-89E4-4EBA-9811-D9621B93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ABA Routing Number: 1200-0005-8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60DF7EE3-541F-4802-A4A8-9B757B32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Sophia Robinson  |  Physical Address: 4923 Maple Brook Court, Charlotte, NC 28202, USA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AB244EC3-7514-488F-AB68-FE71A597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CC05BEAD-54F1-4A2E-A15F-72F29551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571052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9F28D0E9-EE70-4E9E-8D54-2F1CE369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DC9A2760-5ECA-4444-804B-6A0F274D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D93B88EA-9923-403F-9C43-712F53D0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ABED8FB9-E22E-4640-9303-E567C6B9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ABA Routing Number: 1200-0006-1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CD0B016B-B1AA-4251-A122-4EEFC700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Olivia Taylor  |  Physical Address: 4960 River Brook Court, Salt Lake City, UT 84101, USA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1BBA5B17-67C6-4DC5-B800-B595BE50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5009DD01-F628-439A-83D9-C2822000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F098ECDE-AEF5-4381-B7F0-CDECE90A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ABA Routing Number: 1200-0007-4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0F63B1BD-1A90-4AAB-9C16-9E79CA1E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Evelyn Lee  |  Physical Address: 4997 Meadow Brook Court, Atlanta, GA 30303, USA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D8AD8E92-BEA3-40D5-A6A0-B0F9FABF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6187A9D1-D85D-4824-8FB0-223F0B4B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CB565900-C6AF-42D4-BB85-A57274E0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ABA Routing Number: 1200-0008-7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93A8647B-0895-4C5B-863B-4337789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Amelia Jackson  |  Physical Address: 5034 Highland Brook Court, Columbus, OH 43215, USA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E7E1816D-5092-4E1D-929B-12F4CB10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FE10C371-9C71-4777-8FFB-37EEA48F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201001A8-4176-4AC4-8A11-2DCF157F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ABA Routing Number: 1200-0009-0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6AA74943-B35D-45FE-9C64-F4D6F8B7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Sophia Johnson  |  Physical Address: 5071 Sunset Brook Court, Phoenix, AZ 85004, USA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E98E58D6-6B9C-4CE5-B6D3-20015C65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17894255-C075-4863-95AF-7A701B6E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7F79940F-4874-4557-AAC5-E1B66559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ABA Routing Number: 1200-0010-0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8D8601C7-E0DB-493D-8CF8-A551C5F9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Olivia Thompson  |  Physical Address: 5108 Pine Brook Court, Philadelphia, PA 19103, USA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85732272-608F-4BC7-AF25-59FE9D96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16382A83-A7EC-4A4C-9A3E-60B9C61B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93627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01E800DA-2D8F-4AE2-A361-595FF488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985E11F3-DFA7-4E0C-8372-5802101F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83AF4F62-B3CC-4620-B411-2276F6FB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654F732A-7800-4F9D-98CB-ABD14E0B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ABA Routing Number: 1200-0011-3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A672AF44-929C-4D75-8601-AA7B88D0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Evelyn Davis  |  Physical Address: 5145 Lake Brook Court, Denver, CO 80202, USA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2044BC05-4D25-451F-84B1-E8B56F73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4E0406F5-7EFC-4A45-A0A3-922666F3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AED44B2F-3CCD-47CC-8190-A2E4D4C8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ABA Routing Number: 1200-0012-6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6EF88545-B0AE-4A2F-A053-26A749DE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Amelia Robinson  |  Physical Address: 5182 Forest Brook Court, Nashville, TN 37219, USA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89E05EB8-081F-4012-8588-90352F62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591D71E7-DEB2-4E08-98DD-D7A25A2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C51530A9-CD42-4696-99EE-2B9CD473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ABA Routing Number: 1200-0013-9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939914B6-9B6D-443B-9540-8DF909B4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Ethan Taylor  |  Physical Address: 5219 Silver Field Court, Austin, TX 78701, USA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F648F63A-92E7-4C9E-9809-F8ECEF0D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AB3CF640-6849-48DE-A2CB-8ADFA075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C5B90CBC-13AA-4242-B522-EE96616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ABA Routing Number: 1200-0014-2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6D894F69-A3FC-450A-A894-E255D204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Caleb Lee  |  Physical Address: 5256 Golden Field Court, Chicago, IL 60601, USA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894DE11D-74AC-4FE2-B53F-C72CD56A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69D26099-D773-45EB-9133-145C3B41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933FBF60-106D-4763-8C16-4C1940E2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ABA Routing Number: 1200-0015-5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00532F4D-4E6B-400F-9D7C-3375AB9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Daniel Jackson  |  Physical Address: 5293 Cedar Field Court, Richmond, VA 23219, USA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51F4323F-DC5C-423A-A54E-DE06939B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BC6AA997-7AC7-4D2F-A3A9-E8ABF93B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73721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7DB08AE-7AAB-4255-B496-0A961087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EFAED852-86B5-42C5-8324-B2A9B5D8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06412DF8-97AA-4D09-87CE-D037E3BD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7062D149-59F1-40B6-9F09-3BD97F44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ABA Routing Number: 1200-0016-8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5006227A-7E51-45D1-A99A-BDC6EC34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James Johnson  |  Physical Address: 5330 Willow Field Court, Portland, OR 97205, USA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F3194605-5314-4C31-AF67-AA4F6630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85D19448-9735-44D2-8045-A536BB41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10A9C9B3-DB70-44A2-83ED-27455715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ABA Routing Number: 1200-0017-1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99E3B6CE-E5B6-49F9-B915-E32A0F24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Ethan Thompson  |  Physical Address: 5367 Maple Field Court, San Diego, CA 92101, USA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41D70AF5-790F-4646-AF46-E3BA2949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8B85E356-019D-4320-B535-9B40897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847EBA4E-9DDF-42CE-87EE-AAE9FD89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ABA Routing Number: 1200-0018-4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02639C03-0AFA-4186-A620-34797C5E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Caleb Davis  |  Physical Address: 5404 River Field Court, Boston, MA 02108, USA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BF000652-9824-4DAA-8EE8-5970BA0B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3FB6122C-BC8D-4592-975D-B40EC6FC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A9E54004-BB1E-42E9-809D-D0B62948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ABA Routing Number: 1200-0019-7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AE70465E-36D2-406F-8F6A-BD1F532B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Olivia Robinson  |  Physical Address: 5441 Meadow Field Court, Minneapolis, MN 55401, USA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8A4463B9-45CC-4B93-85C3-E7CA142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3C71C2CA-54DE-4A70-8C03-44827D4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6FF488CA-9E39-47AA-AACD-280791EF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ABA Routing Number: 1200-0020-7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0882C1D1-3446-4803-848F-792F511E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James Taylor  |  Physical Address: 5478 Highland Field Court, Seattle, WA 98101, USA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4BD8939B-0037-47CE-89AF-44EC166F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DDCB483E-C788-482C-B31B-B169FF45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728197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EA4E775E-25EC-457E-8B9A-A34AC4CA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C1B85985-9732-4E7C-9403-33B575F1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2F43233A-3A94-44DA-B6FA-40DA72F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70894E5F-2E7B-446B-83C0-42880D2C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ABA Routing Number: 1200-0021-0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7EB3F8E8-085E-405D-9F80-DA5F34C6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Ethan Walker  |  Physical Address: 5515 Sunset Field Court, Charlotte, NC 28202, USA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0178FF56-BD2A-463C-9BAF-DBF6E4EB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2D1B96E8-03DB-44E7-96D1-1A839980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9CAECA6D-DA8B-4343-ADED-ECCD2A7E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ABA Routing Number: 1200-0022-3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9A52586D-8733-4AFE-9396-D69D17B8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Caleb Jackson  |  Physical Address: 5552 Pine Field Court, Salt Lake City, UT 84101, USA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71D62E0B-FC8E-4256-892E-9EF416CB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DAAC8DEE-7867-4336-AAAB-22ED885B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ED1100EE-4427-4808-B359-CD46AB9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ABA Routing Number: 1200-0023-6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EEF837A2-E3D8-437A-A10C-43D0D0C1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Daniel Johnson  |  Physical Address: 5589 Lake Field Court, Atlanta, GA 30303, USA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21B0AA20-37AB-4022-80D1-50CF35EF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2D96A5D5-D81E-4C4D-AE48-9AE29443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F55C6B36-B114-4303-8879-40CFE8E0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ABA Routing Number: 1200-0024-9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17C45A50-9F7B-497F-946A-89D4F8A0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Ethan Miller  |  Physical Address: 5626 Forest Field Court, Columbus, OH 43215, USA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E13AFF9B-426C-4CB6-B8ED-EB671AC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CAF26D44-1EA8-4008-A0B3-1632D5D5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9F1F7407-EDEB-4156-AE99-20FDABEC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ABA Routing Number: 1200-0025-2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2E8647BB-F6E3-4DD9-B1BE-03C12D54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Caleb Robinson  |  Physical Address: 5663 Silver View Court, Phoenix, AZ 85004, USA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944A1457-B693-4B05-86B8-28432EA3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AEF91137-3E0A-4121-977E-8A01657D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298028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C5415ECE-CC89-426C-B311-8B824A4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5D4463BA-D10E-4F18-8B91-6C30B2BD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DA7925B1-E2D0-4877-8209-09038553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C863DA5F-51F2-4E2F-BA9F-13BE48B0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ABA Routing Number: 1200-0026-5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375ACFEA-43C1-4523-A8A8-EA2EEC6A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Daniel Taylor  |  Physical Address: 5700 Golden View Court, Philadelphia, PA 19103, USA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3F672CFB-70CF-4508-B318-34962849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C47657C4-1FC5-408F-902E-6EF0025E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23BD6E9F-8C48-4869-A7A0-2FA25765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ABA Routing Number: 1200-0027-8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9A5B7631-2562-426A-9859-85249690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James Walker  |  Physical Address: 5737 Cedar View Court, Denver, CO 80202, USA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DD44583C-E7CC-4CB3-B93F-84FE6194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B26700E9-64B9-4B58-8731-D59A56BD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9A12E1AA-A07C-4BC2-A3F1-55B79EEF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ABA Routing Number: 1200-0028-1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F6DAB868-91EF-4B30-A929-3B0EDE4F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Ethan White  |  Physical Address: 5774 Willow View Court, Nashville, TN 37219, USA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C1A804E8-4E86-40EB-9BCB-AAAD89A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BD9A5FE9-37E5-4E8D-98E9-8A71A9A9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ECDF6796-B40D-4C73-9DD1-AA68F109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ABA Routing Number: 1200-0029-4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85CB986D-CF4D-4AA9-BC61-6F273740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Caleb Johnson  |  Physical Address: 5811 Maple View Court, Austin, TX 78701, USA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283CEA3F-040F-4D18-A315-B6209EB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0057C7DE-C2F5-4544-AA9F-9CD70350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0DAC9D68-D465-44AC-8614-95A03376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ABA Routing Number: 1200-0030-4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EE7C66A1-BFF1-40D4-9EA3-1BCEADC0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Daniel Thompson  |  Physical Address: 5848 River View Court, Chicago, IL 60601, USA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4A228352-D2C2-42EE-97D6-37253BDA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82C040D4-A811-4CC2-AD84-D41694B0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2520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D3B8E630-46B6-4C6B-BE54-481B0324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60DB1B91-B2E4-4F4F-BF18-ABD24326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464F4312-075A-48C2-9C7D-94F36A7B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9D2023E8-A2C4-4DF0-8C36-521CEBAB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ABA Routing Number: 1200-0031-7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C6976B13-70BB-49AA-A0D7-8EDFA499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James Miller  |  Physical Address: 5885 Meadow View Court, Richmond, VA 23219, USA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F94A55A5-6E8C-4461-912E-BD5386DD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9F4ADD3C-C386-423B-955D-3DC43C92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DF6D5045-2E5C-483C-9716-951D9EA5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ABA Routing Number: 1200-0032-0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5633B25B-D7E5-4D9F-8D34-786219C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Ethan Clark  |  Physical Address: 5922 Highland View Court, Portland, OR 97205, USA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F0D7BFE3-C5D9-44B2-9E0E-53F7856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187C0EBF-97EA-4DC2-88AE-42715625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BEB4E6BF-6AC5-4342-A1F1-3B6EF562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ABA Routing Number: 1200-0033-3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31902C2A-0E66-4B26-9EFB-7981CBCE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Caleb Taylor  |  Physical Address: 5959 Sunset View Court, San Diego, CA 92101, USA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50EC6BBF-E3F2-4625-AB7A-39B34BF0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10673188-8E77-4C30-A394-4ADCCBDE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994E0151-3B89-4F01-BC2E-A54E5071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ABA Routing Number: 1200-0034-6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CFA18F4A-4DE4-47A1-B585-F5244E40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Daniel Walker  |  Physical Address: 5996 Pine View Court, Boston, MA 02108, USA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E3CE6015-FEC7-45FB-8045-EC9823A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A1DDE3BB-9D28-46A7-B50B-F65048C7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B6A425A2-7FB1-4CC5-9BDE-768A2A71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ABA Routing Number: 1200-0035-9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52044F01-DA8C-4D2A-85E6-5716C5B7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James White  |  Physical Address: 6033 Lake View Court, Minneapolis, MN 55401, USA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B0E7878D-D15B-436A-BDE4-F76E0E18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4BDCDE23-91ED-456D-86EE-04911D34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130164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1087BC24-873F-4F40-8AD1-91BB56A0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E565792A-C159-4962-AEF9-42F5F36F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4BB75E94-3DA4-4322-BFDB-19B85CC0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B2F854CD-C3DE-4B8B-B282-61E61F9F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ABA Routing Number: 1200-0036-2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A8280369-8B23-43CB-B18C-FAD43C9D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Ava Williams  |  Physical Address: 6070 Forest View Court, Seattle, WA 98101, USA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BE824388-CC85-4172-A7CD-2B7DB843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E0B3D36C-0862-42DB-9794-7859D986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FF5FFAF9-661A-435E-9003-5C2CF8F9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ABA Routing Number: 1200-0037-5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5B47F24B-8630-451C-823B-685B2D81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Ethan Thompson  |  Physical Address: 6107 Silver Park Court, Charlotte, NC 28202, USA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822721CB-DEE8-4F1D-B163-5DD1ECAC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4D14EC4D-2A2B-455B-96FF-027DB2C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701A17D1-B45E-4B38-AFC0-BB869D8E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ABA Routing Number: 1200-0038-8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9A6D2463-0826-41E2-BEC5-65637191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Harper Miller  |  Physical Address: 6144 Golden Park Court, Salt Lake City, UT 84101, USA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0875A462-F221-4AD3-8727-0F3FBD76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360FEF64-F263-466F-9A10-70D39CA5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D9F2AB36-38B5-484E-A582-8267D08B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ABA Routing Number: 1200-0039-1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0FC7267E-88D6-4C98-8CF2-C880F248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Mia Clark  |  Physical Address: 6181 Cedar Park Court, Atlanta, GA 30303, USA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70A3F3E6-BC0F-4BC8-82FF-64AEA87C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4F3968D6-A80F-4561-9CC6-ABCBF226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54A6E5D5-22A5-406F-ACF5-70673ED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ABA Routing Number: 1200-0040-1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347263FD-02DC-4AB9-A685-33F62D03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Ava Anderson  |  Physical Address: 6218 Willow Park Court, Columbus, OH 43215, USA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39D372E8-FBA4-4017-92F2-8A351718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ED3180CC-C4AC-4382-9FE1-B36E03E9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23568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B8EA3C56-6957-41BF-A04E-556507D9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CA7A65DC-5FC8-48F3-9F0F-75B183FA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F8B5D6FD-7095-42B9-9419-2F9BEDD1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A00033EF-5C1E-4B11-A1E1-F3F860E4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ABA Routing Number: 1200-0041-4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937A5F81-CDA6-4B77-BC18-FA10C5CA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Chloe Walker  |  Physical Address: 6255 Maple Park Court, Phoenix, AZ 85004, USA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6CDE9047-06FF-49C6-963C-936A3D83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02730911-BDA9-4563-A159-2B6C63BD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6AC11499-1F18-4686-8D7F-A1EAA4BB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ABA Routing Number: 1200-0042-7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BB2471F2-7021-4248-A3AD-1D6B4281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Harper White  |  Physical Address: 6292 River Park Court, Philadelphia, PA 19103, USA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D0E116AE-1AC5-472C-8191-B856EF5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754E10DA-61D0-43BE-BAF0-49A7A5E9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E32B569D-18EE-4217-AFED-4354419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ABA Routing Number: 1200-0043-0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1E0A7103-B6D1-482E-88A3-7E02EAD4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Mia Williams  |  Physical Address: 6329 Meadow Park Court, Denver, CO 80202, USA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3B3ACEA0-EEE2-44A7-9F5E-E165EB43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D180CC87-8818-414E-A864-B8737996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86B95D5E-535D-4BE7-B00D-12E06958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ABA Routing Number: 1200-0044-3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13E8BE0D-4CD1-4F7E-8289-D19426E5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Ava Garcia  |  Physical Address: 6366 Highland Park Court, Nashville, TN 37219, USA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BED64DD1-60D7-4BDB-BF97-C4A67E00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5A8DD18A-6B1C-4EBB-9FEF-12A767BC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AB048409-6A49-4189-9D76-841CACF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ABA Routing Number: 1200-0045-6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664B1319-A8E9-42B5-B865-6A10EBE4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Chloe Miller  |  Physical Address: 6403 Sunset Park Court, Austin, TX 78701, USA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C47B9D45-3359-4D8C-BF78-E1BC1E1F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4004E4B5-4B19-4C1C-A259-CB152D9D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08098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8D5B6D5D-97EE-4C63-9B58-66709648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3AD7438E-6D0B-4D95-BA4E-19D0940B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1F034D71-D57E-4781-920E-0B7E45A6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E58ABE37-A9EC-4411-84DB-F5C660D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ABA Routing Number: 1200-0046-9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F66AE030-09A0-4A6D-9F73-84B4E143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Harper Clark  |  Physical Address: 6440 Pine Park Court, Chicago, IL 60601, USA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B17A8A60-341E-41EB-A94D-0B5F0043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3E06C2F7-6D1F-4589-BE3B-B3701F33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9F377F04-2EDC-45D9-994E-88EC3CA5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ABA Routing Number: 1200-0047-2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93965E20-2ACE-4456-A1DF-1A073F3B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Mia Anderson  |  Physical Address: 6477 Lake Park Court, Richmond, VA 23219, USA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2D59840D-5F5C-4511-99B4-671F4F28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00163F92-8983-4FD6-BD5E-99DA9CAE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CB92DD5C-B1FD-418A-BF20-18B4A350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ABA Routing Number: 1200-0048-5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CC3F84D0-7DEC-4221-962F-9D7090D5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Ava Hall  |  Physical Address: 6514 Forest Park Court, Portland, OR 97205, USA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31C510A4-7D16-4072-BEBA-B06B6765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DB2B158E-A5FB-4CF5-83EB-604FCB8F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6DA92E2C-21F3-4CB9-8E71-DAC2891F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ABA Routing Number: 1200-0049-8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550DBA23-232A-46F4-B973-F02D1C17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Chloe White  |  Physical Address: 6551 Silver Hill Court, San Diego, CA 92101, USA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6A5B932C-8B1E-410F-BDA7-F7B3AADB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D3C45992-8E28-4A29-9991-330A432A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AC4DDE00-8C3D-4177-9E1E-CB91C0D3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ABA Routing Number: 1200-0050-8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0D6F478C-22D6-436C-86E1-F995546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Harper Williams  |  Physical Address: 6588 Golden Hill Court, Boston, MA 02108, USA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187054EB-2DEC-4B81-ADAC-8487EAA4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2A816665-5274-46F0-A565-3BF00C2B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9942730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D25C89B1-CB17-4AD9-9C23-31417AE5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A5815264-1CE8-47FC-BF6E-2EC426F6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95DD285D-BFE7-4914-B13D-6B95DEB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2F4C5DD9-4E96-42D0-BD73-506ED778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ABA Routing Number: 1200-0051-1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D8CE042E-FD27-4AE4-9F46-55D7DF93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Mia Garcia  |  Physical Address: 6625 Cedar Hill Court, Minneapolis, MN 55401, USA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2DB58C2C-F913-4BB1-B370-E1933F44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37EF1FDC-505E-4EDD-88DB-99A8CD5E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36706D03-58E0-4B47-80EF-A7DC5C18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ABA Routing Number: 1200-0052-4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FB343D0B-BFDF-4BD0-B35A-1C63F26A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Ava Wilson  |  Physical Address: 6662 Willow Hill Court, Seattle, WA 98101, USA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422C8D84-2BE6-4616-A018-2D43A0B1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C4564A95-00B7-4164-9FB0-67B0C9F6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784F5460-58B5-4802-B04F-52157075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ABA Routing Number: 1200-0053-7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86A1CA8F-C83C-4A03-9EC9-075FFAEE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Chloe Clark  |  Physical Address: 6699 Maple Hill Court, Charlotte, NC 28202, USA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E5A8824B-A696-4CFC-AC3E-91A28FF7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F1E6581F-1464-445C-AF85-875FFBC6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59B58E7D-CAA3-4030-AD40-89173198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ABA Routing Number: 1200-0054-0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7E0536F6-5C7F-475D-A803-FB30DAF6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Harper Anderson  |  Physical Address: 6736 River Hill Court, Salt Lake City, UT 84101, USA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E85EA007-8288-48AE-86BE-0439C71A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E341911B-2C2E-4B4E-8244-492F156A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ED6A9E41-BE13-42C7-B398-E95F01F0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ABA Routing Number: 1200-0055-3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29AEA7D8-1821-446B-94FA-08B80B21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Mia Hall  |  Physical Address: 6773 Meadow Hill Court, Atlanta, GA 30303, USA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C7FDBC76-1C63-490F-80F5-596819A1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FA6A0893-1213-473D-B259-2294B89C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390454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4B86EF45-19D6-44BD-8F9E-07703BC5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29289CED-5416-47A5-AC1A-938228F2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D4E2016D-3211-4771-BB9B-C0A45235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9168B29F-D782-4EAA-9D28-D3E4FD58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ABA Routing Number: 1200-0056-6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DEEB8B73-9761-414A-B2C3-BC2FBB2A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Ava Harris  |  Physical Address: 6810 Highland Hill Court, Columbus, OH 43215, USA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9BCC9C55-B8B3-4576-AF40-1411E8B7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147BF5D0-4B3E-4555-8F66-3B0F062E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CB923D65-3243-44D9-A244-31AD55DD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ABA Routing Number: 1200-0057-9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5575F097-4A26-45B8-BA51-65984A50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Chloe Williams  |  Physical Address: 6847 Sunset Hill Court, Phoenix, AZ 85004, USA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1933FC4D-389F-4CDD-88C7-274C79CA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465F1807-15B6-478F-83B9-8F295F92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25E34684-F686-4CA4-8799-3204ADC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ABA Routing Number: 1200-0058-2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216D64C3-9785-42D8-AD11-4B899BD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Harper Garcia  |  Physical Address: 6884 Pine Hill Court, Philadelphia, PA 19103, USA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6D5F7A25-CE89-47E3-B009-00DA3137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BD54A862-A694-4D87-8BAB-6BEEEEC1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E6B9D317-6A9A-4D6D-95F4-C282269C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ABA Routing Number: 1200-0059-5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D2A92FA8-0023-44F1-90FC-0387C9A7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Mia Wilson  |  Physical Address: 6921 Lake Hill Court, Denver, CO 80202, USA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0E5E058E-6EAE-4624-9E31-1122F639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7FEC0357-0BD6-46EF-9EBD-716D2358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C51283F5-E87C-4D9B-A1CB-91BB96A1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ABA Routing Number: 1200-0060-5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C5235DB7-10CB-47AB-81C0-28EADB72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Noah Lewis  |  Physical Address: 6958 Forest Hill Court, Nashville, TN 37219, USA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74DA714A-BE57-4A24-951E-65A2C567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FDB179E1-0A43-4787-9D81-2EAE8E4B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0337182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0DAE8052-FACF-4DF3-A295-660F482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33CF70A6-498A-4FFE-8754-7C25EA72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468020C4-D1B5-4919-9F45-B233A28C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38A6147D-0A99-4EF7-9909-82DF02F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ABA Routing Number: 1200-0061-8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456AE00A-9EEB-4B78-81C4-337E0B69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Nathan Anderson  |  Physical Address: 6995 Silver Creek Court, Austin, TX 78701, USA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E5DBEE7F-109E-428D-B67D-58F8456D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3D93AD21-9E01-4C75-9904-709A488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9CE5A7AE-0386-4336-A7F6-F720C3A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ABA Routing Number: 1200-0062-1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F4B95134-A3F9-4CAF-9674-A044339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Benjamin Hall  |  Physical Address: 7032 Golden Creek Court, Chicago, IL 60601, USA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BA17C831-55A8-4014-B0B8-0FFEEF3B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796352E1-0F32-4C51-8180-83818E40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340B82BA-C3F8-4CCA-9DE3-1D89937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ABA Routing Number: 1200-0063-4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25EDCF01-DB3B-429A-9A82-36457076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Lucas Harris  |  Physical Address: 7069 Cedar Creek Court, Richmond, VA 23219, USA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A712C831-0EEE-440C-870D-8849C718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61AD5FCB-B44F-4333-852B-CEEBFB2E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D0C024D4-995D-4550-A549-9ACF497A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ABA Routing Number: 1200-0064-7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62A87F79-4A23-455C-B60E-97F69E6D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Noah Brown  |  Physical Address: 7106 Willow Creek Court, Portland, OR 97205, USA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30063A47-FF8D-45D3-A1DF-0D49F8E7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DACC94FF-1B66-4376-BBF9-707DFA3E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07008A7F-4965-4F58-84DC-94DE3BF7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ABA Routing Number: 1200-0065-0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4C5B1510-FDD6-4691-A899-6B14D370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Nathan Garcia  |  Physical Address: 7143 Maple Creek Court, San Diego, CA 92101, USA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C3409142-17AF-47FA-8AB0-385B2984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018405B9-F5D6-4073-943C-E9765DD0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9543234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F018B2BF-1254-4758-B974-69CE8804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5851F0A4-F667-4C1A-9886-DF14DC01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69BAF9E2-C354-4C80-AB0F-90A8E57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D3BBCE87-90B7-4A4F-BAC2-F79B2915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ABA Routing Number: 1200-0066-3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1D7CE735-85C9-476C-A37D-1F62423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Benjamin Wilson  |  Physical Address: 7180 River Creek Court, Boston, MA 02108, USA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B4327D02-E109-430C-B437-F4C38E08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6B50E96D-03B2-491B-B6F4-4E324E3E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E654B1DE-79B4-43E9-8328-C8D40E95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ABA Routing Number: 1200-0067-6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BB93A26B-032C-4DA7-A9FC-71309477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Lucas Lewis  |  Physical Address: 7217 Meadow Creek Court, Minneapolis, MN 55401, USA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6A76EA41-8F4D-4C02-97F1-2D2A6E02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A1BFFB60-D26B-4D9A-B0E1-720F5DC8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C3A49BFA-55C6-4144-B093-2B60169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ABA Routing Number: 1200-0068-9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A120E3AE-80BE-4350-B260-F46E8D28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Noah Thomas  |  Physical Address: 7254 Highland Creek Court, Seattle, WA 98101, USA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63079970-3827-4DA3-BF83-36D8FA04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220C08D8-C1EB-4249-B327-87ED4B9D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512257AF-1FE7-4080-87DB-41639B15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ABA Routing Number: 1200-0069-2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64B5A097-F866-40F7-8DA8-754A2E7A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Nathan Hall  |  Physical Address: 7291 Sunset Creek Court, Charlotte, NC 28202, USA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31486037-39D7-43E9-940F-8C2460C6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B3B03CEE-C4D4-41E6-987C-A0E91C5F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0E6BC2FE-D61C-4A31-93EF-F70CA9FA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ABA Routing Number: 1200-0070-2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153DA310-52C2-4626-B6A4-F2DB06A7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Benjamin Harris  |  Physical Address: 7328 Pine Creek Court, Salt Lake City, UT 84101, USA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B65F24CE-CE02-4E93-9029-E896BE29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699E2AB0-455B-460F-9ED5-C274193D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5768064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38E37008-5DA4-495D-B985-31D4D603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2702D294-22A7-4B2D-8680-BAC1D8CC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CA3B6581-6B52-40F4-8AD5-D1ECFE6E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9E4ED4D1-2B4C-4C88-9D2D-C88E41BE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ABA Routing Number: 1200-0071-5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2D5299CF-D505-4856-A9D7-47082CC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Lucas Brown  |  Physical Address: 7365 Lake Creek Court, Atlanta, GA 30303, USA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E2975475-A2F8-4B0C-945B-99B71027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853AB42D-AC83-4ED3-AFD9-BA402E8A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68CBC996-B162-4D6A-B938-2EB38559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ABA Routing Number: 1200-0072-8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43D2CEF1-709E-4C6A-A8E1-1D692ED7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Noah Martinez  |  Physical Address: 7402 Forest Creek Court, Columbus, OH 43215, USA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9589735A-23BB-4B95-A78B-0FA826D0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1058D9E5-8B1C-43E6-B031-E2821D6D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F6720CF3-969F-47A9-9EEC-1106718B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ABA Routing Number: 1200-0073-1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EF994534-65E6-4827-8950-D673D36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Nathan Wilson  |  Physical Address: 7439 Silver Garden Court, Phoenix, AZ 85004, USA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5C8712E3-D48F-4C14-9F20-0E324326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F68FF9F8-6413-4746-A2A6-9983DB13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A3E78683-9171-4612-BC36-C0D5196A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ABA Routing Number: 1200-0074-4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BF78BD68-786B-4240-95F9-AD601249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Benjamin Lewis  |  Physical Address: 7476 Golden Garden Court, Philadelphia, PA 19103, USA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C6F16123-0F49-480A-8CB1-D358E335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BD1012D6-BC3B-4C42-A6B0-19AD2E07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31292826-517C-491B-981D-3ED62876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ABA Routing Number: 1200-0075-7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93A04DFA-5F06-40A6-93AF-3A581AE6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Lucas Thomas  |  Physical Address: 7513 Cedar Garden Court, Denver, CO 80202, USA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EAE7C615-5B70-43CF-B4AE-C8FBEFA9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906DB5DE-4E31-4244-9F31-D7A62BF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018531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BED37467-90D9-4794-82E0-D0B7A79A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78CE780B-0EAF-44EB-9F7C-7541E4A3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E365AA83-E3B5-4787-AA0D-12D8302A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3D7F426E-E888-41CF-A7A3-44E1854A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ABA Routing Number: 1200-0076-0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48C4973E-1810-4376-8716-F9B1FC15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Noah Allen  |  Physical Address: 7550 Willow Garden Court, Nashville, TN 37219, USA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E3FB245F-A1FD-44E7-BF11-B3AB992D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0BEFEE90-5851-4087-BE1F-983F138A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4065C74D-BDD8-4866-9C60-01B3D7BB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ABA Routing Number: 1200-0077-3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6A58328F-ED49-41B2-9E50-DE169EFD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Nathan Harris  |  Physical Address: 7587 Maple Garden Court, Austin, TX 78701, USA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13BB2F15-5771-4125-905A-DCCE58B7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65255430-AA04-4457-854F-85D9F906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37A8227B-003B-443E-876B-221F6E94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ABA Routing Number: 1200-0078-6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A6F72DC2-044C-4159-8458-E1E143F3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Benjamin Brown  |  Physical Address: 7624 River Garden Court, Chicago, IL 60601, USA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6B89FE76-AFAA-43AE-AB32-127A1956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57A205E2-A22C-43E5-AD7D-188BA0F2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888E02D0-091C-46A3-BED9-E5055BA2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ABA Routing Number: 1200-0079-9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65603BD2-4C66-456B-AE76-74896473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Lucas Martinez  |  Physical Address: 7661 Meadow Garden Court, Richmond, VA 23219, USA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DEBD1E4D-0B0F-4F71-B882-3D9E5FB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6F719902-A951-441C-BC06-A67E74EA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6100A37F-0628-47C7-8D17-DA43C177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ABA Routing Number: 1200-0080-9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B73B691D-75F6-4666-9D75-9FF215AA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Mia Moore  |  Physical Address: 7698 Highland Garden Court, Portland, OR 97205, USA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5CC68538-984A-49C8-A052-D3ACBF72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EFFE1DED-C060-448A-8A3F-F8EC7D16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7598443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A769C957-4013-4E63-838A-B0119DA8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F17FD964-B939-45A8-A2C0-B2733D73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74465A66-BE15-481E-85DC-ABFA375C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82CA96B2-674F-4900-85C2-2B4F754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ABA Routing Number: 1200-0081-2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D976A881-5966-4D0D-80C8-0C247E0D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Nathan Lewis  |  Physical Address: 7735 Sunset Garden Court, San Diego, CA 92101, USA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FBA314F9-CF76-43E3-BE93-BC70100F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67F76F4F-BAC8-4E1F-BE90-CE31C402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37BD48D6-4891-4BEB-BC38-CB970000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ABA Routing Number: 1200-0082-5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D4446F87-2267-4F02-BF44-A0885098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Benjamin Thomas  |  Physical Address: 7772 Pine Garden Court, Boston, MA 02108, USA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091914F0-582F-4D17-9061-0325D780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59D17C67-FB60-41BD-98EC-D4F21661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37D08A23-7BE7-42E6-9374-0A0E1B9F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ABA Routing Number: 1200-0083-8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7005B433-9D69-4516-ABC2-80AEB4D2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Lucas Allen  |  Physical Address: 7809 Lake Garden Court, Minneapolis, MN 55401, USA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ABFFDB91-A709-4CD2-BE85-B73A394B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099053B0-AA0E-478B-93E2-3170DE9E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3F3CD4E1-7AD0-4808-98E2-64048A48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ABA Routing Number: 1200-0084-1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FF862822-6F77-4497-9333-8959FB60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Emma Martin  |  Physical Address: 7846 Forest Garden Court, Seattle, WA 98101, USA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9A06F7F8-BF26-4429-8C94-3D0F8FA5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7DD34046-1E21-4A36-A5CD-7D848E63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140EAAC8-2A09-44A8-B178-AFE11FD4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ABA Routing Number: 1200-0085-4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B4FC8E8B-A863-4B6F-A047-5506ACBA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Grace Brown  |  Physical Address: 7883 Silver Valley Court, Charlotte, NC 28202, USA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6EE6B901-E65E-4C7F-833A-44528620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0E2996B7-6AF2-4B05-86D6-26429C46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9265693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AC023A10-B4B3-4A93-BB57-A638D56A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36CAA058-7460-4C5D-AD88-D79347A3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63D470AF-745A-446C-87E3-82F4BAE9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D4E004D8-241C-4C5E-9234-E3B96799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ABA Routing Number: 1200-0086-7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86AF8B12-10A9-43C1-BCC5-402B8582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Charlotte Martinez  |  Physical Address: 7920 Golden Valley Court, Salt Lake City, UT 84101, USA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F973C613-8DF6-403D-9544-CE916134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C86A056A-7940-4293-A659-CD035B47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B28292AA-1D8E-459A-A266-4660A4D3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ABA Routing Number: 1200-0087-0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0F7D9896-0BE9-4103-88E1-F9F6EAA2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Isabella Moore  |  Physical Address: 7957 Cedar Valley Court, Atlanta, GA 30303, USA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326E70BE-DFD1-4E0B-865A-0EA61A55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0C15D2A8-F970-4086-9F0F-8F80F34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0EE8F9BD-A4B3-4906-8290-6C0DFEAF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ABA Routing Number: 1200-0088-3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CB675C27-DF02-40ED-8739-305F7E1A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Emma Lee  |  Physical Address: 7994 Willow Valley Court, Columbus, OH 43215, USA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8D3B39EC-216B-4644-88E5-1BBEF121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4A15EA8E-0A97-4D80-911E-8C0D2A19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A9EF1D8F-045D-49A6-80E9-65B9F8A3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ABA Routing Number: 1200-0089-6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0F4FC7C6-E4CF-473A-866A-0105C2F8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Grace Thomas  |  Physical Address: 8031 Maple Valley Court, Phoenix, AZ 85004, USA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F5A05675-0A92-4192-A131-10AB1A44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9EE14C12-E4EA-4084-A8A3-B8550405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7E4B48CF-4B8C-4091-83E0-F86D76F1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ABA Routing Number: 1200-0090-6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094FCA66-3D91-4315-BE1E-1CC9ADD5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Charlotte Allen  |  Physical Address: 8068 River Valley Court, Philadelphia, PA 19103, USA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CCFEB686-A78E-4B5A-961E-A5D92E3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AFAD6176-96BE-4F1E-9474-68CE67F7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7472538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093E1674-01E8-4CF0-8038-14FB7061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8EF77CA3-7AF6-47DD-BA20-4685AAFC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62419CF3-E986-484E-9399-7F96B93A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C240B393-3AFB-4886-BB63-29816226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ABA Routing Number: 1200-0091-9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0F5D1038-A711-42D8-888D-F65F3F68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Isabella Martin  |  Physical Address: 8105 Meadow Valley Court, Denver, CO 80202, USA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12D6813A-7550-4D4B-A028-249E8D6F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4229AE32-C084-4A99-90B0-E351B372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C53349F9-9A06-4161-9D16-E491BF2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ABA Routing Number: 1200-0092-2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21EB9116-059A-4B44-861C-CCA64DA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Emma Davis  |  Physical Address: 8142 Highland Valley Court, Nashville, TN 37219, USA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2F6A04BD-9832-44B5-8AF7-276DBED5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01593671-8E45-4F03-87D6-F0F597BB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10AC9547-BEB2-45F3-B95E-7D40E8E2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ABA Routing Number: 1200-0093-5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73D400F1-5D24-4C8E-B533-2F7AC9B5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Grace Martinez  |  Physical Address: 8179 Sunset Valley Court, Austin, TX 78701, USA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0C16DACA-022A-4990-A7D0-3E8D6954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3ACEC147-2DF6-4F95-A929-BDF0A010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C6BAE64F-DF1C-4CB2-80F6-4CCAB8CD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ABA Routing Number: 1200-0094-8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073D3CF5-8984-4D7A-8B00-FE32761D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Charlotte Moore  |  Physical Address: 8216 Pine Valley Court, Chicago, IL 60601, USA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68AB0910-A7AC-407F-8A59-FAE105A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C0AF9022-ED6D-4E2C-BCF9-87281602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D55556DF-9750-4990-84B0-0E61EBDB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ABA Routing Number: 1200-0095-1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632F27A0-99A8-4796-8221-9361CB93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Isabella Lee  |  Physical Address: 8253 Lake Valley Court, Richmond, VA 23219, USA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4FDABF89-8461-4612-8CDF-C917751A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F422CBD9-4080-4E8A-8DF4-69FF6E2E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107909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AE3F7570-2014-4A14-9BD7-5F8CC93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0522ED71-5C78-45CB-BC1F-A3B567D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767B86F3-71C1-4F20-852F-E8126D6D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6DB129EC-4A2D-4F67-A79A-00016AFD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ABA Routing Number: 1200-0096-4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E79E58BF-AA22-4DBA-B038-3CC0CDB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Emma Jackson  |  Physical Address: 8290 Forest Valley Court, Portland, OR 97205, USA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DC7B57F0-4602-44CE-96E9-BCB94441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AB00DA93-8BB6-4E00-811E-6660681E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1C9699D4-9E90-4C34-AF02-E68549A3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ABA Routing Number: 1200-0097-7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D0E4C41B-00BA-42B6-8D52-00539642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Grace Allen  |  Physical Address: 8327 Silver Spring Court, San Diego, CA 92101, USA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23D2400D-A5C0-41E5-B47D-74BA185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67D20E49-10F4-4E87-B931-79E2CCE5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9287F395-229C-424C-8186-CD564375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ABA Routing Number: 1200-0098-0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5FF0450A-9C6C-48EE-8ECF-D4058B99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Charlotte Martin  |  Physical Address: 8364 Golden Spring Court, Boston, MA 02108, USA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92986555-9673-42F7-BBC6-455EB9D6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D96D4455-597A-4713-85C5-277D145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A3BA5B07-202D-4527-BDBE-B3B39E3B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ABA Routing Number: 1200-0099-3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E92DA2B8-AE3A-4C6D-B63D-567D78A3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Benjamin Davis  |  Physical Address: 8401 Cedar Spring Court, Minneapolis, MN 55401, USA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C523D651-8408-4ACF-81AD-48717C88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49E6A788-6CAD-43C4-8156-22F87E39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07715B48-FE1B-4313-9B06-10E76281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ABA Routing Number: 1200-0100-2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4D659830-880B-4BE4-B994-C1B541A6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Emma Robinson  |  Physical Address: 8438 Willow Spring Court, Seattle, WA 98101, USA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8578E486-9712-443C-8798-2B7B438C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B33BFDB2-4A48-40E0-9B72-07EA5B3F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7297423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C87D0F7E-28EB-4547-ACDE-3CFC12B5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B66F5E21-664A-4AB1-AE1A-D20271AA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4909C854-8B41-4667-A9B5-277E10F7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6DAB9572-753E-48D6-A382-B51BD9A3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ABA Routing Number: 1200-0101-5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45C12FED-DD5F-47C6-9F61-72ECB733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Grace Moore  |  Physical Address: 8475 Maple Spring Court, Charlotte, NC 28202, USA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434F2358-8F6A-4ABA-9762-F7D621A3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7B229C8F-440E-44CC-B60B-359F2F98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4D660B44-0824-42CF-A495-3CB196A7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ABA Routing Number: 1200-0102-8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6876A91D-EC3A-4122-AC29-8BFB6FAC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Charlotte Lee  |  Physical Address: 8512 River Spring Court, Salt Lake City, UT 84101, USA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A8B10ED4-88C0-4FEF-8D74-25895748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6999675D-28E0-492B-AFFC-6F997653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F9ACA6F2-D6C9-4CE8-AA01-774AD0F0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ABA Routing Number: 1200-0103-1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34EB0847-21E7-4957-8955-6C2ED5E4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Isabella Jackson  |  Physical Address: 8549 Meadow Spring Court, Atlanta, GA 30303, USA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51AA091C-F92C-4B87-98DF-B5FB9E4E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1B7679BE-7C8C-49A5-A6FD-334CB3EB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6BC685CB-3E52-488B-BB03-9E5C1387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ABA Routing Number: 1200-0104-4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721FDFFE-E476-470B-8821-364F6818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Emma Johnson  |  Physical Address: 8586 Highland Spring Court, Columbus, OH 43215, USA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D2752BE4-24EA-4A0F-B2B2-1974B61B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5E1CF9F8-6EE5-4F35-8965-AA28D40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DA39D333-16C6-43B6-88F1-AE92F50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ABA Routing Number: 1200-0105-7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62AF89D3-4CBC-4203-AED5-F4A5692C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Grace Martin  |  Physical Address: 8623 Sunset Spring Court, Phoenix, AZ 85004, USA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C214B94A-630C-481A-91BE-A7B3E274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E448C373-1E06-4D7E-80BE-442C1DD2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49259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0CB0EDF0-2E3A-4613-B52D-D88D4617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B17D59E6-273A-4D59-B06C-6CB730CE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5F6FB0C8-F77A-454F-B9C6-25761BF9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1C83BB56-510A-4EDC-8B27-FA790711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ABA Routing Number: 1200-0106-0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75C7518E-62A7-4942-BC38-EA97DBC3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Charlotte Davis  |  Physical Address: 8660 Pine Spring Court, Philadelphia, PA 19103, USA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0DAE0CC5-880F-4658-8816-3DA2AB6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4D71030E-26E5-4A53-A4D2-CB591ACF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FB9F96F5-F87A-4479-8BC8-730811A1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ABA Routing Number: 1200-0107-3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4C15770B-0152-4148-9FE7-4F5DE02F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Isabella Robinson  |  Physical Address: 8697 Lake Spring Court, Denver, CO 80202, USA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B482E4D7-0F8D-43CC-87F8-888FF620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96ACFA10-D8C5-413E-85A8-D94A65BD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5BA94930-D235-4DF7-BD77-2500ADFB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ABA Routing Number: 1200-0108-6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716BE31D-7DA4-450A-A433-E79B1F37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Liam Taylor  |  Physical Address: 8734 Forest Spring Court, Nashville, TN 37219, USA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3E813599-9A4F-4CB8-8BBE-75D4720D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2B1560D0-A9AC-4C00-BD89-2910BE60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691C3463-8330-45D0-886E-23B65284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ABA Routing Number: 1200-0109-9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1084E376-6325-45DC-AFB3-346A4703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Samuel Lee  |  Physical Address: 8771 Silver Oak Way, Austin, TX 78701, USA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72934762-483F-4E54-B4F9-EBC48546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EE6A46EA-EBA9-4BB7-AE53-B3122F71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68724851-2190-48B1-B321-F722F15C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ABA Routing Number: 1200-0110-9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1BB96332-1775-48A9-9F66-11079808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Henry Jackson  |  Physical Address: 8808 Golden Oak Way, Chicago, IL 60601, USA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65D8348F-C4DB-49ED-A113-B8FFDCC7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075FBEAC-DAE4-4492-8C86-2CE7CA6C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4532536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7A7739A7-DF8E-454C-BEBA-0472539B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8980C9CD-7877-4EB6-9641-255C0809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74D83D1A-C568-4783-85DF-D9FABC5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6AAC4C6C-DEB7-446A-868E-2AA10621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ABA Routing Number: 1200-0111-2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DFFEBB04-FE3F-458B-BFA3-C7F15BAF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Mason Johnson  |  Physical Address: 8845 Cedar Oak Way, Richmond, VA 23219, USA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67E074CE-6B7D-410A-8F2A-6C0A9B93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B1C4F8AB-914C-4D27-B13E-2D5A4BB8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C8824643-696A-4A9B-9920-0A906FCA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ABA Routing Number: 1200-0112-5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1D7323A0-D161-4831-8AC3-B5E5423D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Liam Thompson  |  Physical Address: 8882 Willow Oak Way, Portland, OR 97205, USA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38AEFEC9-75C2-4E06-ABA0-503EEB1F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108CCADC-BBCD-4D34-A785-6C3E9380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71243760-1C18-4005-93C3-87EC949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ABA Routing Number: 1200-0113-8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FEB754D4-4626-4D71-8FC8-5AD5E55F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Samuel Davis  |  Physical Address: 8919 Maple Oak Way, San Diego, CA 92101, USA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A035F7D8-89B8-4A9C-9F40-F5E142D1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5192B060-6AA5-4E91-BFD5-DC7DF92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53CB592D-DE1C-4950-A8E8-E023E279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ABA Routing Number: 1200-0114-1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9A4E5D71-A1E7-4457-90FB-C125246C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Henry Robinson  |  Physical Address: 8956 River Oak Way, Boston, MA 02108, USA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09C77CE7-519E-4CE5-95DC-782B1BE4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A31DFE97-B184-404A-A2E3-79B5A704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8FE4B4F4-04EC-4C58-8965-BB875B3D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ABA Routing Number: 1200-0115-4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DD692454-6D10-48DD-9C30-0C590C83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Mason Taylor  |  Physical Address: 8993 Meadow Oak Way, Minneapolis, MN 55401, USA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08C2EF76-5249-4EE2-B550-C2C7F970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428F032C-35F0-4EC0-BE17-E6079760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226706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E832BBD6-B717-46A7-92A4-9B45F306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03407A49-F758-4175-B095-9A2B037D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4CD18755-A670-4B7A-B45B-7FB9E8EB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2F09AF72-DA8B-434F-8A96-A2A785E5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ABA Routing Number: 1200-0116-7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E393F1F0-AEC5-4B78-95A5-9E1D06D6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Liam Walker  |  Physical Address: 9030 Highland Oak Way, Seattle, WA 98101, USA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2EC5DA23-B4BD-4409-8F83-916DF2A3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8FF77A1A-EF25-4041-BFF6-13573522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3454EFE4-52F0-47FE-BADA-6948719D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ABA Routing Number: 1200-0117-0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7F72C9B3-A0A8-4490-A812-EFE01F9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Samuel Jackson  |  Physical Address: 9067 Sunset Oak Way, Charlotte, NC 28202, USA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41BDEB51-5C28-4C5B-8891-1129FD8D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707F6C9E-8E37-47E4-A0A3-83D0308D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64A0AE6A-AF41-482D-9BDF-3116B7F4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ABA Routing Number: 1200-0118-3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7BA24343-8681-4053-A568-424A884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Grace Johnson  |  Physical Address: 9104 Pine Oak Way, Salt Lake City, UT 84101, USA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A76756BA-5666-4925-A2C9-263AC2DA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81D30469-B5B3-42A4-9F9C-071EA269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E806388D-8571-4FDF-BD4F-4FFD730D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ABA Routing Number: 1200-0119-6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220F52E9-36D7-4ECF-B840-373D784B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Mason Thompson  |  Physical Address: 9141 Lake Oak Way, Atlanta, GA 30303, USA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3A910D30-4333-4D82-AB99-B159AA5A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471766EC-26F4-4641-BEA6-C322AA35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16B21017-4F81-48E1-B60A-18542EB5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ABA Routing Number: 1200-0120-6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2880BEC3-0BFB-411B-99AF-3D212EA8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Liam Miller  |  Physical Address: 9178 Forest Oak Way, Columbus, OH 43215, USA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27020BC8-B5E2-4582-A3B0-0B09ED78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2625135C-142B-458B-988C-FF4DD2AE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860390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7AC306C5-C18E-436C-B0B0-ECC5C4A3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647BC362-024D-4C2D-96B2-F4877048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36B9BEF8-569B-48C0-93DB-43FE1CE7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0B0A576A-6F94-4572-AAE4-E6029F53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ABA Routing Number: 1200-0121-9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B24A6A91-C078-499B-B1AD-87CBDC56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Samuel Robinson  |  Physical Address: 9215 Silver Ridge Way, Phoenix, AZ 85004, USA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6AEA59EF-B5D2-4F4A-81CB-C729F2E7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499B3022-2D76-4C2B-BDA1-9714558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4E11A9BD-6A2B-453B-8876-4491AEFD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ABA Routing Number: 1200-0122-2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CB1CD61D-2DF9-4283-AFF8-BB3ADAEA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Henry Taylor  |  Physical Address: 9252 Golden Ridge Way, Philadelphia, PA 19103, USA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A1AEFC24-C52D-40F6-83A6-0DB2BA16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BA51CAE4-BE92-49F5-8C32-D5F21B3B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EBD5A96F-D97B-4130-946F-7157E013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ABA Routing Number: 1200-0123-5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E8B100D2-1139-42E7-A36F-8F0292EA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Mason Walker  |  Physical Address: 9289 Cedar Ridge Way, Denver, CO 80202, USA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96A3C5E0-9549-45DD-B5B7-FCF6436F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5773F1AD-337F-4B6C-96EA-D4C554CE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36AD5846-2493-4F68-8FBA-EE92DF60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ABA Routing Number: 1200-0124-8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00E1D392-0B02-4034-9C4D-27C228B9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Liam White  |  Physical Address: 9326 Willow Ridge Way, Nashville, TN 37219, USA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87203318-3C61-4390-943B-99C9C4B8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7920EEA6-4B29-46A9-86A3-0EBEDEDE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072ED2FD-489A-453B-9D21-AB76BCA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ABA Routing Number: 1200-0125-1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0CB946EE-1D58-44ED-B7B3-06AB6C80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Samuel Johnson  |  Physical Address: 9363 Maple Ridge Way, Austin, TX 78701, USA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94D46DD4-E781-492C-BAE4-5B27869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C9F88410-91E0-4A6A-B3C4-E01C9028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0493147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0EA64251-9A46-4617-A168-4E3FD025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2B7D8691-F8AF-4591-AEC0-2E95A50D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EA470FB5-E201-4133-B9AA-234B451C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3B748B1B-CCF3-4380-A8D5-CB05F29D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ABA Routing Number: 1200-0126-4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A6CF03FA-CE7D-438C-932D-BD1645FA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Henry Thompson  |  Physical Address: 9400 River Ridge Way, Chicago, IL 60601, USA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AB9FD2BC-51D0-449A-9747-63BFAA07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01B6209A-5210-4DF1-B838-99B04322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700AE7AF-A3BF-4E34-9ECE-ACB9B9B5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ABA Routing Number: 1200-0127-7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3B1E151A-3A65-4F98-9DD0-A8DEA3FA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Mason Miller  |  Physical Address: 9437 Meadow Ridge Way, Richmond, VA 23219, USA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D4AB7FF5-45B3-4F98-BECD-D34CFC76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BC037422-0FB8-40E6-B9DF-25CF5130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E6BBDE97-39C6-47FC-B71C-1DF84AD2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ABA Routing Number: 1200-0128-0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63F85C3F-9620-493A-8068-9DE750BC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Liam Clark  |  Physical Address: 9474 Highland Ridge Way, Portland, OR 97205, USA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FD2B9268-1BA9-47DD-87A8-1AAC041F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678F96AA-EAC6-453A-ACDF-7942B8FC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DF65EB57-664C-43A1-8583-DCB491A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ABA Routing Number: 1200-0129-3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65B6B228-F0C0-4E70-96EB-28EFD9AE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Samuel Taylor  |  Physical Address: 9511 Sunset Ridge Way, San Diego, CA 92101, USA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4036A24C-8F50-4DD1-BB4D-9DF63B71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5A481D1C-F854-4C9C-A826-13D3B383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5C7AB819-7D31-48EC-938C-A698A398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ABA Routing Number: 1200-0130-3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7C9C55FA-1463-43AA-8664-76A22CC1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Henry Walker  |  Physical Address: 9548 Pine Ridge Way, Boston, MA 02108, USA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9E570D5B-B84A-49DD-9B30-315E7CCA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327BFDC0-87C7-4A8A-895E-5DD6AEEE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7339642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47BCC7C9-E4EF-475C-B56F-C13AA8AA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3A4EC90A-6961-404B-807F-137711CD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F99DE662-659E-4EF8-AE9A-F85849BB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B0C84B3C-6A92-4FAB-AE1A-D1783135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ABA Routing Number: 1200-0131-6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85ECF9EA-4D49-4500-994A-A9FB49A8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Mason White  |  Physical Address: 9585 Lake Ridge Way, Minneapolis, MN 55401, USA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6ABF5DC5-6D65-49FD-B800-54C0E1DB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6A8713FD-8AA8-4270-9266-CF4C59FC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586B7CB6-3475-4BDC-93AC-98487EFB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ABA Routing Number: 1200-0132-9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4AF924CC-F825-40F7-B4E5-2AEE5027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Olivia Williams  |  Physical Address: 9622 Forest Ridge Way, Seattle, WA 98101, USA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476E2C87-BFBF-4953-A1B3-96B86A20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EC04187B-3639-47F8-9C6F-B2E3BAA0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2FED6403-BE12-4109-ACCE-2365723D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ABA Routing Number: 1200-0133-2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4C9F8535-F4F8-4940-956F-71B2D35A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Evelyn Thompson  |  Physical Address: 9659 Silver Glen Way, Charlotte, NC 28202, USA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A797AF74-9029-4388-A953-05407C78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FF25B08C-B21B-466F-816D-25B81230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E0011234-4F8E-4F75-9D5D-201DABF1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ABA Routing Number: 1200-0134-5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DBBADF49-C65A-46FC-9CBC-3DD78925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Amelia Miller  |  Physical Address: 9696 Golden Glen Way, Salt Lake City, UT 84101, USA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1A72CFEA-2580-440F-9B88-E5E1EC07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D6D9A20D-140D-4FF5-8169-6949596A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D1BC0D88-607B-4B00-9CFD-070EF3F6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ABA Routing Number: 1200-0135-8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826FFF3A-3672-4CA5-8ABC-DCBFE3A6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Sophia Clark  |  Physical Address: 9733 Cedar Glen Way, Atlanta, GA 30303, USA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4B989ACB-4818-403E-9DBC-F251AE23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0276D370-A683-4CD0-8064-9A520AF7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622351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D2E79515-C554-4A6E-B299-24E2DA47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E7A1D16C-9701-4B46-9C2B-3E01EEC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D4AB17D6-2BE0-4453-BA61-96ABF9F4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BADA729C-EF30-4B32-BCDD-C90973E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ABA Routing Number: 1200-0136-1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FF60CD4C-CF4C-4A54-9D17-B30C708C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Olivia Anderson  |  Physical Address: 9770 Willow Glen Way, Columbus, OH 43215, USA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CBDCB4E7-FEE1-4551-89B7-AB58B571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68371CAB-78F1-4FCD-99E4-6B8C4264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E7F10BE2-3942-406D-AC50-2D4A71B6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ABA Routing Number: 1200-0137-4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0E9128A7-2B1A-4EE6-AE4B-D3695F31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Liam Walker  |  Physical Address: 9807 Maple Glen Way, Phoenix, AZ 85004, USA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2F2CBC92-AE5F-458D-9E4A-E02F2ACD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01659597-5CE7-4823-A35E-D32D7930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321C9200-FB1C-4468-950A-01904D6E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ABA Routing Number: 1200-0138-7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ABC7C467-CAA5-4ACF-937E-5C2E399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Amelia White  |  Physical Address: 9844 River Glen Way, Philadelphia, PA 19103, USA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2972770A-9E73-4BE0-9595-98C74FEC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F20DD0AE-9B4B-4A8A-BC47-FF8359E1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C9BD1DE4-7FD0-4FF0-A276-EA6D05E3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ABA Routing Number: 1200-0139-0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9A50EBFC-D4B3-4878-9A0F-7E246A5F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Sophia Williams  |  Physical Address: 9881 Meadow Glen Way, Denver, CO 80202, USA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53AEB38D-4F67-4DB8-9BA9-58594F8B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FFAB186A-B4F6-4257-8759-ED171480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E435B69D-66C3-43E2-843B-4F26F083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ABA Routing Number: 1200-0140-0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F88A3815-487C-48D1-93E1-B7957D1F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Olivia Garcia  |  Physical Address: 38 Highland Glen Way, Nashville, TN 37219, USA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5F80FF1E-E31F-4537-8C89-71F56742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C46435D5-8250-42EE-A4D7-5742B673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568254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FABA97C2-6F72-4C00-92CE-D30847A0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F0AE0426-A74D-43E0-AB26-4680BED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D8F5767D-8B5B-4288-B9B7-19B82BA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B56CFD4D-BEAA-4559-9D57-759E5808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ABA Routing Number: 1200-0141-3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40367287-6D93-47D0-B973-C1C30B9B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Evelyn Miller  |  Physical Address: 75 Sunset Glen Way, Austin, TX 78701, USA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55944006-C19F-42AB-9B6B-D51F51D2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4FCF289F-51CE-416B-9F0D-E367D636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15544564-BB6B-4925-B6C6-58B053B4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ABA Routing Number: 1200-0142-6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26AEDCFE-69D1-4BEB-A7DE-126DE2C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Amelia Clark  |  Physical Address: 112 Pine Glen Way, Chicago, IL 60601, USA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DF091A2B-38F7-40EF-BC0A-D6D4BF19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C9C02954-A966-4F67-9960-1D889645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0001C69A-CCE8-4365-A93C-2EE0CB0C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ABA Routing Number: 1200-0143-9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AA44F506-8161-4EF1-B4DF-A97B6304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Sophia Anderson  |  Physical Address: 149 Lake Glen Way, Richmond, VA 23219, USA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79EC4DE5-8C2B-46CB-8C3B-67024F59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183D9488-2050-4944-9EA7-B24C0E85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D7031213-E0BF-4F14-BC0C-13CC8DD2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ABA Routing Number: 1200-0144-2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1F1803B1-A6B2-4EB9-86F2-5D96CAC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Olivia Hall  |  Physical Address: 186 Forest Glen Way, Portland, OR 97205, USA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B8A7B3C1-1502-49DC-A2AB-D77B2ADC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493A2AEB-2323-474F-8B29-5CAD78CA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B4863AB8-946B-40FB-8516-BC6A7666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ABA Routing Number: 1200-0145-5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BDC7305F-5F9F-4276-B344-623AE3B0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Evelyn White  |  Physical Address: 223 Silver Brook Way, San Diego, CA 92101, USA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64AFF14A-EADD-476F-AA91-E4662AB1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AF8D1BE1-768B-4C05-8CD1-1C0E121E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8838008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07B87115-C602-47BF-B5EB-07AD40B9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ABA Routing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35DFE4AD-ABD0-450C-B6D0-FB244B8C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6904E477-655F-41E5-8B10-6CD28022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E14715EE-DD9E-43DA-878F-CA5B228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ABA Routing Number: 1200-0146-8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001EA943-7061-4E9E-B77D-03E94BC7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Amelia Williams  |  Physical Address: 260 Golden Brook Way, Boston, MA 02108, USA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E29D88EB-9389-4ED1-8782-F6B9B2D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4283D521-8F14-419B-9104-E794BFBA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D129E119-AB4E-4926-9678-79ECBEA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ABA Routing Number: 1200-0147-1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3E63BE18-D5FE-4A6D-AA71-031D65D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Sophia Garcia  |  Physical Address: 297 Cedar Brook Way, Minneapolis, MN 55401, USA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447BB084-41A0-445C-AD75-85894339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7CFB6BB4-1FA1-4CDC-9CD0-ECE2F092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7DBF1414-F4C9-4D08-A56E-AC4AF943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ABA Routing Number: 1200-0148-4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4C5CBA8B-BAFF-483D-9997-15ACF191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Olivia Wilson  |  Physical Address: 334 Willow Brook Way, Seattle, WA 98101, USA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E2FE3177-147C-4EDC-87E9-976F13A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2CC7A157-67E9-459F-8B50-1FCA80B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E0A4D0FE-FBA6-4017-87EF-92E08AE4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ABA Routing Number: 1200-0149-7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C7F5EFB1-29CE-4FCB-BFB2-8459B4B7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Evelyn Clark  |  Physical Address: 371 Maple Brook Way, Charlotte, NC 28202, USA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BC37A6AB-077E-45BB-AE12-1ED64EAE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D5296A99-25B3-4DDF-9EBB-280F7056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64F38644-6E59-44F6-BA49-FD153A6C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ABA Routing Number: 1200-0150-7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7D2BAA1A-84CD-4084-A6BA-DCFAE5CD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Amelia Anderson  |  Physical Address: 408 River Brook Way, Salt Lake City, UT 84101, USA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D51A022B-2214-4133-853F-8418D1AF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ABA routing number RTN; bank routing transit number for electronic funds transfer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A2861074-724B-4DBD-9196-F61E58E0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ABA Routing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50435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2026-07-31T08:59:20.3840000Z</dcterms:created>
  <dcterms:modified xsi:type="dcterms:W3CDTF">2026-07-31T08:59:20.3840000Z</dcterms:modified>
</coreProperties>
</file>
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2c27836244d48" /><Relationship Type="http://schemas.openxmlformats.org/officeDocument/2006/relationships/extended-properties" Target="/docProps/app.xml" Id="R07d7182d6de14499" /><Relationship Type="http://schemas.openxmlformats.org/officeDocument/2006/relationships/officeDocument" Target="/ppt/presentation.xml" Id="Rc6425bb63c57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c9bb67b0e4d7c"/>
  </p:sldMasterIdLst>
  <p:notesMasterIdLst>
    <p:notesMasterId xmlns:r="http://schemas.openxmlformats.org/officeDocument/2006/relationships" r:id="Re433716bbe574f7c"/>
  </p:notesMasterIdLst>
  <p:sldIdLst>
    <p:sldId xmlns:r="http://schemas.openxmlformats.org/officeDocument/2006/relationships" id="256" r:id="Rec920a14ebf34cbb"/>
    <p:sldId xmlns:r="http://schemas.openxmlformats.org/officeDocument/2006/relationships" id="257" r:id="R0414d9a07c854477"/>
    <p:sldId xmlns:r="http://schemas.openxmlformats.org/officeDocument/2006/relationships" id="258" r:id="R0f9abc6e4dd547b3"/>
    <p:sldId xmlns:r="http://schemas.openxmlformats.org/officeDocument/2006/relationships" id="259" r:id="R1cf60fe9eca84f27"/>
    <p:sldId xmlns:r="http://schemas.openxmlformats.org/officeDocument/2006/relationships" id="260" r:id="R06a6008da95b4c82"/>
    <p:sldId xmlns:r="http://schemas.openxmlformats.org/officeDocument/2006/relationships" id="261" r:id="Rd527c2f5492847da"/>
    <p:sldId xmlns:r="http://schemas.openxmlformats.org/officeDocument/2006/relationships" id="262" r:id="R3a185c842fd54f95"/>
    <p:sldId xmlns:r="http://schemas.openxmlformats.org/officeDocument/2006/relationships" id="263" r:id="Rf4dd2fd41b8b4bad"/>
    <p:sldId xmlns:r="http://schemas.openxmlformats.org/officeDocument/2006/relationships" id="264" r:id="Rb936b81e24424b7b"/>
    <p:sldId xmlns:r="http://schemas.openxmlformats.org/officeDocument/2006/relationships" id="265" r:id="Rdf074e5c84044ad3"/>
    <p:sldId xmlns:r="http://schemas.openxmlformats.org/officeDocument/2006/relationships" id="266" r:id="Rdca6686676be4af7"/>
    <p:sldId xmlns:r="http://schemas.openxmlformats.org/officeDocument/2006/relationships" id="267" r:id="Rdcaddaa253d947d1"/>
    <p:sldId xmlns:r="http://schemas.openxmlformats.org/officeDocument/2006/relationships" id="268" r:id="R7f057112b6094429"/>
    <p:sldId xmlns:r="http://schemas.openxmlformats.org/officeDocument/2006/relationships" id="269" r:id="R2bfc40abb13447f2"/>
    <p:sldId xmlns:r="http://schemas.openxmlformats.org/officeDocument/2006/relationships" id="270" r:id="R6d01045a67074b53"/>
    <p:sldId xmlns:r="http://schemas.openxmlformats.org/officeDocument/2006/relationships" id="271" r:id="Rda56e16ff0bc4c9f"/>
    <p:sldId xmlns:r="http://schemas.openxmlformats.org/officeDocument/2006/relationships" id="272" r:id="R1d6b30b60d8d431f"/>
    <p:sldId xmlns:r="http://schemas.openxmlformats.org/officeDocument/2006/relationships" id="273" r:id="Rff64afe30e5548a2"/>
    <p:sldId xmlns:r="http://schemas.openxmlformats.org/officeDocument/2006/relationships" id="274" r:id="R709270a5ac9a4fd0"/>
    <p:sldId xmlns:r="http://schemas.openxmlformats.org/officeDocument/2006/relationships" id="275" r:id="R2b5ad1362bee40a5"/>
    <p:sldId xmlns:r="http://schemas.openxmlformats.org/officeDocument/2006/relationships" id="276" r:id="Ra028747bac944a03"/>
    <p:sldId xmlns:r="http://schemas.openxmlformats.org/officeDocument/2006/relationships" id="277" r:id="R9718bc4114f1447b"/>
    <p:sldId xmlns:r="http://schemas.openxmlformats.org/officeDocument/2006/relationships" id="278" r:id="Rc1e9fe551ed54605"/>
    <p:sldId xmlns:r="http://schemas.openxmlformats.org/officeDocument/2006/relationships" id="279" r:id="Rb135fb88632a40a7"/>
    <p:sldId xmlns:r="http://schemas.openxmlformats.org/officeDocument/2006/relationships" id="280" r:id="Rd576eaabc3664528"/>
    <p:sldId xmlns:r="http://schemas.openxmlformats.org/officeDocument/2006/relationships" id="281" r:id="R7feb0ad965fc4811"/>
    <p:sldId xmlns:r="http://schemas.openxmlformats.org/officeDocument/2006/relationships" id="282" r:id="R8016be8ee857438b"/>
    <p:sldId xmlns:r="http://schemas.openxmlformats.org/officeDocument/2006/relationships" id="283" r:id="Rb6acb645676f4bf3"/>
    <p:sldId xmlns:r="http://schemas.openxmlformats.org/officeDocument/2006/relationships" id="284" r:id="Rf3e58f83986341c8"/>
    <p:sldId xmlns:r="http://schemas.openxmlformats.org/officeDocument/2006/relationships" id="285" r:id="Ra8344cd5ff344c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ad6f8a3ee4475" /><Relationship Type="http://schemas.openxmlformats.org/officeDocument/2006/relationships/slideMaster" Target="/ppt/slideMasters/slideMaster1.xml" Id="Re9ec9bb67b0e4d7c" /><Relationship Type="http://schemas.openxmlformats.org/officeDocument/2006/relationships/notesMaster" Target="/ppt/notesMasters/notesMaster1.xml" Id="Re433716bbe574f7c" /><Relationship Type="http://schemas.openxmlformats.org/officeDocument/2006/relationships/presProps" Target="/ppt/presProps.xml" Id="R61742cfe3a9c4893" /><Relationship Type="http://schemas.openxmlformats.org/officeDocument/2006/relationships/tableStyles" Target="/ppt/tableStyles.xml" Id="R426a80f816434b25" /><Relationship Type="http://schemas.openxmlformats.org/officeDocument/2006/relationships/slide" Target="/ppt/slides/slide1.xml" Id="Rec920a14ebf34cbb" /><Relationship Type="http://schemas.openxmlformats.org/officeDocument/2006/relationships/slide" Target="/ppt/slides/slide2.xml" Id="R0414d9a07c854477" /><Relationship Type="http://schemas.openxmlformats.org/officeDocument/2006/relationships/slide" Target="/ppt/slides/slide3.xml" Id="R0f9abc6e4dd547b3" /><Relationship Type="http://schemas.openxmlformats.org/officeDocument/2006/relationships/slide" Target="/ppt/slides/slide4.xml" Id="R1cf60fe9eca84f27" /><Relationship Type="http://schemas.openxmlformats.org/officeDocument/2006/relationships/slide" Target="/ppt/slides/slide5.xml" Id="R06a6008da95b4c82" /><Relationship Type="http://schemas.openxmlformats.org/officeDocument/2006/relationships/slide" Target="/ppt/slides/slide6.xml" Id="Rd527c2f5492847da" /><Relationship Type="http://schemas.openxmlformats.org/officeDocument/2006/relationships/slide" Target="/ppt/slides/slide7.xml" Id="R3a185c842fd54f95" /><Relationship Type="http://schemas.openxmlformats.org/officeDocument/2006/relationships/slide" Target="/ppt/slides/slide8.xml" Id="Rf4dd2fd41b8b4bad" /><Relationship Type="http://schemas.openxmlformats.org/officeDocument/2006/relationships/slide" Target="/ppt/slides/slide9.xml" Id="Rb936b81e24424b7b" /><Relationship Type="http://schemas.openxmlformats.org/officeDocument/2006/relationships/slide" Target="/ppt/slides/slide10.xml" Id="Rdf074e5c84044ad3" /><Relationship Type="http://schemas.openxmlformats.org/officeDocument/2006/relationships/slide" Target="/ppt/slides/slide11.xml" Id="Rdca6686676be4af7" /><Relationship Type="http://schemas.openxmlformats.org/officeDocument/2006/relationships/slide" Target="/ppt/slides/slide12.xml" Id="Rdcaddaa253d947d1" /><Relationship Type="http://schemas.openxmlformats.org/officeDocument/2006/relationships/slide" Target="/ppt/slides/slide13.xml" Id="R7f057112b6094429" /><Relationship Type="http://schemas.openxmlformats.org/officeDocument/2006/relationships/slide" Target="/ppt/slides/slide14.xml" Id="R2bfc40abb13447f2" /><Relationship Type="http://schemas.openxmlformats.org/officeDocument/2006/relationships/slide" Target="/ppt/slides/slide15.xml" Id="R6d01045a67074b53" /><Relationship Type="http://schemas.openxmlformats.org/officeDocument/2006/relationships/slide" Target="/ppt/slides/slide16.xml" Id="Rda56e16ff0bc4c9f" /><Relationship Type="http://schemas.openxmlformats.org/officeDocument/2006/relationships/slide" Target="/ppt/slides/slide17.xml" Id="R1d6b30b60d8d431f" /><Relationship Type="http://schemas.openxmlformats.org/officeDocument/2006/relationships/slide" Target="/ppt/slides/slide18.xml" Id="Rff64afe30e5548a2" /><Relationship Type="http://schemas.openxmlformats.org/officeDocument/2006/relationships/slide" Target="/ppt/slides/slide19.xml" Id="R709270a5ac9a4fd0" /><Relationship Type="http://schemas.openxmlformats.org/officeDocument/2006/relationships/slide" Target="/ppt/slides/slide20.xml" Id="R2b5ad1362bee40a5" /><Relationship Type="http://schemas.openxmlformats.org/officeDocument/2006/relationships/slide" Target="/ppt/slides/slide21.xml" Id="Ra028747bac944a03" /><Relationship Type="http://schemas.openxmlformats.org/officeDocument/2006/relationships/slide" Target="/ppt/slides/slide22.xml" Id="R9718bc4114f1447b" /><Relationship Type="http://schemas.openxmlformats.org/officeDocument/2006/relationships/slide" Target="/ppt/slides/slide23.xml" Id="Rc1e9fe551ed54605" /><Relationship Type="http://schemas.openxmlformats.org/officeDocument/2006/relationships/slide" Target="/ppt/slides/slide24.xml" Id="Rb135fb88632a40a7" /><Relationship Type="http://schemas.openxmlformats.org/officeDocument/2006/relationships/slide" Target="/ppt/slides/slide25.xml" Id="Rd576eaabc3664528" /><Relationship Type="http://schemas.openxmlformats.org/officeDocument/2006/relationships/slide" Target="/ppt/slides/slide26.xml" Id="R7feb0ad965fc4811" /><Relationship Type="http://schemas.openxmlformats.org/officeDocument/2006/relationships/slide" Target="/ppt/slides/slide27.xml" Id="R8016be8ee857438b" /><Relationship Type="http://schemas.openxmlformats.org/officeDocument/2006/relationships/slide" Target="/ppt/slides/slide28.xml" Id="Rb6acb645676f4bf3" /><Relationship Type="http://schemas.openxmlformats.org/officeDocument/2006/relationships/slide" Target="/ppt/slides/slide29.xml" Id="Rf3e58f83986341c8" /><Relationship Type="http://schemas.openxmlformats.org/officeDocument/2006/relationships/slide" Target="/ppt/slides/slide30.xml" Id="Ra8344cd5ff34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9787c3212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be21b1c6e4b44" /><Relationship Type="http://schemas.openxmlformats.org/officeDocument/2006/relationships/notesMaster" Target="/ppt/notesMasters/notesMaster1.xml" Id="Rfd1612be0831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f38c8a6954ccc" /><Relationship Type="http://schemas.openxmlformats.org/officeDocument/2006/relationships/notesMaster" Target="/ppt/notesMasters/notesMaster1.xml" Id="R95cad9fd7d5248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4293e26ad1411a" /><Relationship Type="http://schemas.openxmlformats.org/officeDocument/2006/relationships/notesMaster" Target="/ppt/notesMasters/notesMaster1.xml" Id="R382e2877a22748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9be42699054097" /><Relationship Type="http://schemas.openxmlformats.org/officeDocument/2006/relationships/notesMaster" Target="/ppt/notesMasters/notesMaster1.xml" Id="Rc270cb402c824f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43999cfff741e1" /><Relationship Type="http://schemas.openxmlformats.org/officeDocument/2006/relationships/notesMaster" Target="/ppt/notesMasters/notesMaster1.xml" Id="R8d06f9ef5ad647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5ce26bddae4f40" /><Relationship Type="http://schemas.openxmlformats.org/officeDocument/2006/relationships/notesMaster" Target="/ppt/notesMasters/notesMaster1.xml" Id="R99475f83e0f94c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dc3becfdbb49ae" /><Relationship Type="http://schemas.openxmlformats.org/officeDocument/2006/relationships/notesMaster" Target="/ppt/notesMasters/notesMaster1.xml" Id="R18f10037bfd74e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bea491c154f82" /><Relationship Type="http://schemas.openxmlformats.org/officeDocument/2006/relationships/notesMaster" Target="/ppt/notesMasters/notesMaster1.xml" Id="Rde8eb0dcbb8546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65b8deba5a4dcc" /><Relationship Type="http://schemas.openxmlformats.org/officeDocument/2006/relationships/notesMaster" Target="/ppt/notesMasters/notesMaster1.xml" Id="R6dcb55181d334b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e59a3e455d4723" /><Relationship Type="http://schemas.openxmlformats.org/officeDocument/2006/relationships/notesMaster" Target="/ppt/notesMasters/notesMaster1.xml" Id="Re6c78af7837b47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5c480a1c2d4304" /><Relationship Type="http://schemas.openxmlformats.org/officeDocument/2006/relationships/notesMaster" Target="/ppt/notesMasters/notesMaster1.xml" Id="Rc77e9f5a6b9249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777b9e5e164fa7" /><Relationship Type="http://schemas.openxmlformats.org/officeDocument/2006/relationships/notesMaster" Target="/ppt/notesMasters/notesMaster1.xml" Id="Reac612ef42bf42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f9cebd9fbc489b" /><Relationship Type="http://schemas.openxmlformats.org/officeDocument/2006/relationships/notesMaster" Target="/ppt/notesMasters/notesMaster1.xml" Id="R5609c21aa3e445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6fcb570d2e4699" /><Relationship Type="http://schemas.openxmlformats.org/officeDocument/2006/relationships/notesMaster" Target="/ppt/notesMasters/notesMaster1.xml" Id="R821e0ee1844f4f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c692dea1814d98" /><Relationship Type="http://schemas.openxmlformats.org/officeDocument/2006/relationships/notesMaster" Target="/ppt/notesMasters/notesMaster1.xml" Id="R12e2d8f6ea274c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5c97dfa5474e45" /><Relationship Type="http://schemas.openxmlformats.org/officeDocument/2006/relationships/notesMaster" Target="/ppt/notesMasters/notesMaster1.xml" Id="Raddb734b2d8945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3e50f2e73c4a3f" /><Relationship Type="http://schemas.openxmlformats.org/officeDocument/2006/relationships/notesMaster" Target="/ppt/notesMasters/notesMaster1.xml" Id="Reded90178e0d44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f1b431e43643e0" /><Relationship Type="http://schemas.openxmlformats.org/officeDocument/2006/relationships/notesMaster" Target="/ppt/notesMasters/notesMaster1.xml" Id="Rae55046d7e724c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35ce87552b4d81" /><Relationship Type="http://schemas.openxmlformats.org/officeDocument/2006/relationships/notesMaster" Target="/ppt/notesMasters/notesMaster1.xml" Id="R27707e3d7f9849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619a214bc5413e" /><Relationship Type="http://schemas.openxmlformats.org/officeDocument/2006/relationships/notesMaster" Target="/ppt/notesMasters/notesMaster1.xml" Id="Rf95ab8b4aa5144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57745196b545ca" /><Relationship Type="http://schemas.openxmlformats.org/officeDocument/2006/relationships/notesMaster" Target="/ppt/notesMasters/notesMaster1.xml" Id="Rf818e7e687f24e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f11bc56a92410f" /><Relationship Type="http://schemas.openxmlformats.org/officeDocument/2006/relationships/notesMaster" Target="/ppt/notesMasters/notesMaster1.xml" Id="R2f8d0da36b9c4ed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d2d696a618466d" /><Relationship Type="http://schemas.openxmlformats.org/officeDocument/2006/relationships/notesMaster" Target="/ppt/notesMasters/notesMaster1.xml" Id="R6b55b5f95c9249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05e7f3fb854650" /><Relationship Type="http://schemas.openxmlformats.org/officeDocument/2006/relationships/notesMaster" Target="/ppt/notesMasters/notesMaster1.xml" Id="Ree7f6fbf7eda4b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d05967f0844149" /><Relationship Type="http://schemas.openxmlformats.org/officeDocument/2006/relationships/notesMaster" Target="/ppt/notesMasters/notesMaster1.xml" Id="R88735b9570bc4e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4609a3d85b4f7e" /><Relationship Type="http://schemas.openxmlformats.org/officeDocument/2006/relationships/notesMaster" Target="/ppt/notesMasters/notesMaster1.xml" Id="R3fe4effdbe934d8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8b2800402e430e" /><Relationship Type="http://schemas.openxmlformats.org/officeDocument/2006/relationships/notesMaster" Target="/ppt/notesMasters/notesMaster1.xml" Id="Rc7dbcef767fc46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6b02300e1a42a7" /><Relationship Type="http://schemas.openxmlformats.org/officeDocument/2006/relationships/notesMaster" Target="/ppt/notesMasters/notesMaster1.xml" Id="Re699d6bf750e46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ec31dba16e4d8e" /><Relationship Type="http://schemas.openxmlformats.org/officeDocument/2006/relationships/notesMaster" Target="/ppt/notesMasters/notesMaster1.xml" Id="Rf33d97c004c148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ffa12ce406c4e9a" /><Relationship Type="http://schemas.openxmlformats.org/officeDocument/2006/relationships/notesMaster" Target="/ppt/notesMasters/notesMaster1.xml" Id="R650011ddc3fa46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https://learn.microsoft.com/en-us/purview/sit-defn-india-unique-identification-number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2ba9a5137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11824d58c24981" /><Relationship Type="http://schemas.openxmlformats.org/officeDocument/2006/relationships/slideLayout" Target="/ppt/slideLayouts/slideLayout1.xml" Id="Rbaa2269f29c1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2269f29c1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00e5811c84378" /><Relationship Type="http://schemas.openxmlformats.org/officeDocument/2006/relationships/notesSlide" Target="/ppt/notesSlides/notesSlide1.xml" Id="Reee52727c281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c77c0b1e3472f" /><Relationship Type="http://schemas.openxmlformats.org/officeDocument/2006/relationships/notesSlide" Target="/ppt/notesSlides/notesSlide2.xml" Id="R79024f1a1bbc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3905416c3430f" /><Relationship Type="http://schemas.openxmlformats.org/officeDocument/2006/relationships/notesSlide" Target="/ppt/notesSlides/notesSlide3.xml" Id="R6080b6f097b641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fa22c08849d8" /><Relationship Type="http://schemas.openxmlformats.org/officeDocument/2006/relationships/notesSlide" Target="/ppt/notesSlides/notesSlide4.xml" Id="R4e8479242a3444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cf6bc60274c09" /><Relationship Type="http://schemas.openxmlformats.org/officeDocument/2006/relationships/notesSlide" Target="/ppt/notesSlides/notesSlide5.xml" Id="R301d4ef83a3f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02f8ad90c4337" /><Relationship Type="http://schemas.openxmlformats.org/officeDocument/2006/relationships/notesSlide" Target="/ppt/notesSlides/notesSlide6.xml" Id="Rbbac5e72e8a6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d608156f4697" /><Relationship Type="http://schemas.openxmlformats.org/officeDocument/2006/relationships/notesSlide" Target="/ppt/notesSlides/notesSlide7.xml" Id="R95256552025f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2226f48ae4ff9" /><Relationship Type="http://schemas.openxmlformats.org/officeDocument/2006/relationships/notesSlide" Target="/ppt/notesSlides/notesSlide8.xml" Id="R2c47628593c2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8449fe494c2c" /><Relationship Type="http://schemas.openxmlformats.org/officeDocument/2006/relationships/notesSlide" Target="/ppt/notesSlides/notesSlide9.xml" Id="Rd60c5bafc7c84e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8f430d06b47aa" /><Relationship Type="http://schemas.openxmlformats.org/officeDocument/2006/relationships/notesSlide" Target="/ppt/notesSlides/notesSlide10.xml" Id="R78f0d6ac82c74e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b3178118c4757" /><Relationship Type="http://schemas.openxmlformats.org/officeDocument/2006/relationships/notesSlide" Target="/ppt/notesSlides/notesSlide11.xml" Id="R7041f18704d94f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ba89896af4097" /><Relationship Type="http://schemas.openxmlformats.org/officeDocument/2006/relationships/notesSlide" Target="/ppt/notesSlides/notesSlide12.xml" Id="R32aa02d3389a49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4c5335fb045a5" /><Relationship Type="http://schemas.openxmlformats.org/officeDocument/2006/relationships/notesSlide" Target="/ppt/notesSlides/notesSlide13.xml" Id="R9d8211ec02074e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30fead89d492c" /><Relationship Type="http://schemas.openxmlformats.org/officeDocument/2006/relationships/notesSlide" Target="/ppt/notesSlides/notesSlide14.xml" Id="Rdcb56b2de6504b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89d074e1d428c" /><Relationship Type="http://schemas.openxmlformats.org/officeDocument/2006/relationships/notesSlide" Target="/ppt/notesSlides/notesSlide15.xml" Id="R52d70a2e73f640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b2a7dcd174074" /><Relationship Type="http://schemas.openxmlformats.org/officeDocument/2006/relationships/notesSlide" Target="/ppt/notesSlides/notesSlide16.xml" Id="R3ec41b3b5dd649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d9198961c4c67" /><Relationship Type="http://schemas.openxmlformats.org/officeDocument/2006/relationships/notesSlide" Target="/ppt/notesSlides/notesSlide17.xml" Id="R9b497a68ecb147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f9a505361419e" /><Relationship Type="http://schemas.openxmlformats.org/officeDocument/2006/relationships/notesSlide" Target="/ppt/notesSlides/notesSlide18.xml" Id="R0da9a97bfed344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9e836475d4d58" /><Relationship Type="http://schemas.openxmlformats.org/officeDocument/2006/relationships/notesSlide" Target="/ppt/notesSlides/notesSlide19.xml" Id="Rad38e18bd87b47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67621e1874406" /><Relationship Type="http://schemas.openxmlformats.org/officeDocument/2006/relationships/notesSlide" Target="/ppt/notesSlides/notesSlide20.xml" Id="R575a3d0454a246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6ab11dcc94f21" /><Relationship Type="http://schemas.openxmlformats.org/officeDocument/2006/relationships/notesSlide" Target="/ppt/notesSlides/notesSlide21.xml" Id="R1b8897be291946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26bfadc40499e" /><Relationship Type="http://schemas.openxmlformats.org/officeDocument/2006/relationships/notesSlide" Target="/ppt/notesSlides/notesSlide22.xml" Id="R40a2abaef1214b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e0da7d99648b5" /><Relationship Type="http://schemas.openxmlformats.org/officeDocument/2006/relationships/notesSlide" Target="/ppt/notesSlides/notesSlide23.xml" Id="R64ff7bbc9aa94c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52f85b5a4659" /><Relationship Type="http://schemas.openxmlformats.org/officeDocument/2006/relationships/notesSlide" Target="/ppt/notesSlides/notesSlide24.xml" Id="Rdeb65afaef1949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86e114aa4120" /><Relationship Type="http://schemas.openxmlformats.org/officeDocument/2006/relationships/notesSlide" Target="/ppt/notesSlides/notesSlide25.xml" Id="Rb66a8b2b4b834c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48416ea5d44f3" /><Relationship Type="http://schemas.openxmlformats.org/officeDocument/2006/relationships/notesSlide" Target="/ppt/notesSlides/notesSlide26.xml" Id="R156ca38b45bb45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3db8566274a5a" /><Relationship Type="http://schemas.openxmlformats.org/officeDocument/2006/relationships/notesSlide" Target="/ppt/notesSlides/notesSlide27.xml" Id="R9eead62fc4324a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e4e5b5924acd" /><Relationship Type="http://schemas.openxmlformats.org/officeDocument/2006/relationships/notesSlide" Target="/ppt/notesSlides/notesSlide28.xml" Id="R11cddeb1c197471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aa0760734c67" /><Relationship Type="http://schemas.openxmlformats.org/officeDocument/2006/relationships/notesSlide" Target="/ppt/notesSlides/notesSlide29.xml" Id="R53989704026e4b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5521d7f5646ff" /><Relationship Type="http://schemas.openxmlformats.org/officeDocument/2006/relationships/notesSlide" Target="/ppt/notesSlides/notesSlide30.xml" Id="R6fa406b96ec5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EF79290F-1096-4029-8677-7234331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15C01D3E-B993-4559-9356-4C54054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A0BBE495-8981-477D-A98D-798C041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CF545AD5-13E7-4BD9-962A-077B226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Aadhaar Number: 2100 0000 0007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69AE058A-B4AA-4618-BCFD-023FAAC4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Ishita Bose  |  Physical Address: Flat 1, 959 Ashoka Enclave Road, New Delhi, Delhi 110001, India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8915C864-0868-4E94-A4F5-17DF3B3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D95A6E0A-1019-4790-A6BA-A0595ED5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657F2C0F-BAF5-49EF-BA88-4332E3B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Aadhaar Number: 2100 0000 0011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D87423A2-062A-4202-ADC9-6558581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Aadhya Patel  |  Physical Address: Flat 2, 996 Banyan Enclave Road, Hyderabad, Telangana 500001, India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FA3D0999-3ADE-435D-8F72-5E045264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6962DB31-BF30-4F7D-8997-0223BCC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6E5D678C-FE47-4F9A-AE72-E5FD224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Aadhaar Number: 2100 0000 0024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01FA9739-2CAE-4FF9-A8FE-548244D6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Aman Bhatia  |  Physical Address: Flat 3, 1033 Cauvery Enclave Road, Bengaluru, Karnataka 560001, India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318D9D0D-AD47-4FE0-B263-3E6F58F9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73F85C52-836F-4DDA-A769-8971A6B8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44F327C0-C1AB-447F-8FAF-1BA329F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Aadhaar Number: 2100 0000 0030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995DF1D9-E2BC-48A6-AE1D-FEA868F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Vihaan Mehta  |  Physical Address: Flat 4, 1070 Gulmohar Enclave Road, Lucknow, Uttar Pradesh 226001, India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C0CEA9FB-0036-4B00-B2B5-A30DCB5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6A6A28C1-438D-4FB5-B4B1-525BDF8B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F7C72D80-BA32-4C31-8317-7B1B056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Aadhaar Number: 2100 0000 0048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30B9D5BB-2A28-4DFD-BE77-A78A94F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Kabir Agarwal  |  Physical Address: Flat 5, 1107 Jasmine Enclave Road, Kolkata, West Bengal 700001, India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E0ACBB64-212A-4987-89AA-25CC623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3F1A1CF0-B09B-4244-9722-01E429BA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03315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CF44AF02-FAB5-443C-8DA8-96B1434C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4DE4494D-0A8E-4FDC-8308-40406DF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26A5C87E-A330-4B1A-935E-0F88398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64F249EE-1CA4-4762-B976-E20386D9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Aadhaar Number: 2100 0000 0053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25BDE25E-3C81-420A-B330-B6C17EE6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Aarav Nair  |  Physical Address: Flat 6, 1144 Kaveri Enclave Road, Kochi, Kerala 682001, India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94A06A4D-E882-407A-A307-975C6A5F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8A59A501-ED42-4406-930A-64BD88C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6B379EA7-88EB-489D-8628-64980CD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Aadhaar Number: 2100 0000 0069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7EB4645F-F71A-47FB-B765-4ACD88FC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Aman Arora  |  Physical Address: Flat 7, 1181 Lotus Enclave Road, Pune, Maharashtra 411001, India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0746FABB-02A6-4976-A5BA-5C653D9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3DFE0983-CB5A-439C-A819-8D21EC1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58EEF7BE-559A-44DB-A6B7-9E1F8795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Aadhaar Number: 2100 0000 0076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7C7DAE19-CE51-4048-A7D4-113D3E94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Vihaan Bose  |  Physical Address: Flat 8, 1218 Mango Enclave Road, Mumbai, Maharashtra 400001, India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F3448FE9-6D95-448A-B729-59E7346A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51D10E66-80F3-4D7B-8C3B-6BEFC47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19017510-7B10-4989-B951-CDF1793D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Aadhaar Number: 2100 0000 0082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663DA832-4225-4BD0-8E3C-CA1B316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Kabir Patel  |  Physical Address: Flat 9, 1255 Narmada Enclave Road, Ahmedabad, Gujarat 380001, India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AA2DC40B-13CC-4C64-A334-E312C4C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C3F378AE-DE0A-4446-8F83-97788B0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0026529D-9290-44E1-B256-305B28B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Aadhaar Number: 2100 0000 0095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75571CEE-9AFC-4721-AF35-5084B7C9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Aarav Desai  |  Physical Address: Flat 10, 1292 Peepal Enclave Road, Chennai, Tamil Nadu 600001, India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B6D56C71-4389-44DA-A66A-2C68BD8E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5BA58DDB-3E49-4DDE-8E86-EE76D88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72766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38B3DD36-DBAA-4C6A-8584-0D61C97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373AAA43-36B4-4236-9AC0-30304E9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24584398-1A89-47B9-B641-AAED5FC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270C7FCA-08BB-4528-B0C0-9D64C85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Aadhaar Number: 2100 0000 0105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2AF048FD-0D11-4D55-96B5-4196259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Aman Mehta  |  Physical Address: Flat 11, 1329 Saffron Enclave Road, Chandigarh, Chandigarh 160017, India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6B0880CB-97E1-4DDC-87F4-8B2C6CB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3EEE5E9B-261E-493F-8E7A-EE11F025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4D4BAC4B-32F4-45A5-A61E-E6EF2BBB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Aadhaar Number: 2100 0000 0114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319E2E42-6311-4CA9-B669-F1AFC5C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Vihaan Agarwal  |  Physical Address: Flat 12, 1366 Yamuna Enclave Road, Jaipur, Rajasthan 302001, India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1F294CC8-1177-4274-A8EF-608E7D0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C933616F-8AB1-42EA-8C52-C92A6EB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E19F3FF0-B09C-4F3C-BF5C-B990FC2A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Aadhaar Number: 2100 0000 0122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8ED29C48-F8FC-4D86-B6C2-7C089EB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Kabir Nair  |  Physical Address: Flat 13, 1403 Ashoka Garden Road, New Delhi, Delhi 110001, India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F3BA4406-7DE9-4CAC-ABB6-3AA61DD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DC14C8AE-A7E7-41AC-85DC-812C7334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B997E9A8-E852-47D5-BA36-34F10E10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Aadhaar Number: 2100 0000 0133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929927A-5A57-4D74-8654-DA2E114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Aarav Kohli  |  Physical Address: Flat 14, 1440 Banyan Garden Road, Hyderabad, Telangana 500001, India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09776219-ED87-4831-95A7-3E6834D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E0168118-A173-4E4C-AAD6-352FC10A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E698805A-5875-477C-A20C-3CE4D28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Aadhaar Number: 2100 0000 0146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0C85AF0A-F792-466F-AE47-EC4D0B54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Aman Bose  |  Physical Address: Flat 15, 1477 Cauvery Garden Road, Bengaluru, Karnataka 560001, India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49846F82-1DB8-4D23-95D0-4280AF2B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F711DB85-E411-434F-BADE-9811047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8410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916EA338-3AB5-462C-8BAD-9D8431E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2D02D921-255A-46B8-A077-6413140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547EF7B9-C704-446C-8F81-A13D606B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27E7D826-5551-49EB-B4E7-73FE578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Aadhaar Number: 2100 0000 0151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E6D544F-973C-4B3C-9C59-6B6C85A2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Vihaan Patel  |  Physical Address: Flat 16, 1514 Gulmohar Garden Road, Lucknow, Uttar Pradesh 226001, India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15297DDA-282F-42BD-8B06-B4EE8CDD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14779793-CED2-4E59-9628-73B79EB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CF904700-8549-47D6-AF59-E3DD2172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Aadhaar Number: 2100 0000 0167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DC4C9F8E-3970-4DAB-BDF9-96650C1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Kabir Desai  |  Physical Address: Flat 17, 1551 Jasmine Garden Road, Kolkata, West Bengal 700001, India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1C85408C-E4D2-4C53-A20F-FAAE711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4ACD85F9-D756-4CF9-BFED-E44FECF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EC6EC8E2-0D3F-4663-A111-DAB9A80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Aadhaar Number: 2100 0000 0179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3FA37C49-9121-4C9D-B761-B76984BD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Aarav Kapoor  |  Physical Address: Flat 18, 1588 Kaveri Garden Road, Kochi, Kerala 682001, India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F982366F-895A-4181-B238-84B2D28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31851A1A-AED3-4E3F-92CA-89AE045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74E308C1-3B08-411F-A28E-2D42872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Aadhaar Number: 2100 0000 0180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C2480D00-8D84-4C1D-B825-58164D8C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Aman Agarwal  |  Physical Address: Flat 19, 1625 Lotus Garden Road, Pune, Maharashtra 411001, India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F9BB3C9E-FC6F-4509-85D3-317699CF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2EDB5729-8B99-43B1-A320-B2DBCD77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7353F068-4DB5-4DFC-889A-D457202E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Aadhaar Number: 2100 0000 0198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251197E4-B22D-41B9-A2EF-91E8A8A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Vihaan Nair  |  Physical Address: Flat 20, 1662 Mango Garden Road, Mumbai, Maharashtra 400001, India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9C8CBF77-E6EF-49E2-A4D4-C68B3B52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8F7B95E0-852E-4E38-B13A-7923BDF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5631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8FFAF64-3BA5-4334-8B72-4CBE974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A92BACA9-B170-4F32-9A39-2AEFC79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33F5E84F-2CAA-49B2-896B-2C93AD73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9FE1D1D4-0B25-4434-BBDB-4C125A6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Aadhaar Number: 2100 0000 0200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ED18ECA7-9ED4-4F6B-ADAA-8173696C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Kabir Kohli  |  Physical Address: Flat 21, 1699 Narmada Garden Road, Ahmedabad, Gujarat 380001, India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908D5515-AE6D-4EEB-A6FD-DB7A2A6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5B6FA251-8203-443C-81C8-528F4E2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3EB9299A-B217-4127-ACED-2C1F8F2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Aadhaar Number: 2100 0000 0216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45200EEF-ED04-42F7-BB2A-3BC119D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Aarav Chopra  |  Physical Address: Flat 22, 1736 Peepal Garden Road, Chennai, Tamil Nadu 600001, India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F0C06E7F-DD12-4215-B973-58BF4B1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B2253F28-F685-4AB9-8DD0-4CB71B6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1AFBAF3A-A64B-4767-9EF9-5216B666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Aadhaar Number: 2100 0000 0228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49B65A57-0259-485F-B346-17C85AD1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Aman Patel  |  Physical Address: Flat 23, 1773 Saffron Garden Road, Chandigarh, Chandigarh 160017, India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DE6F04EE-1702-4CC3-AF4F-C88B8D63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091FFE56-987A-49EE-B030-E777D639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DDBEC4CB-525B-49D6-A352-FA97647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Aadhaar Number: 2100 0000 0237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8869A0FD-ECED-499A-9909-62F3AEC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Vihaan Desai  |  Physical Address: Flat 24, 1810 Yamuna Garden Road, Jaipur, Rajasthan 302001, India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A23CA353-55FD-401E-A2AB-75B0C2A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F1CC23FC-A620-49B2-AEF2-FEEDE2EC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7DA9C682-A23D-4E30-ABEB-BBFA0308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Aadhaar Number: 2100 0000 0244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E54BE683-F505-43BE-AC5E-E71D9E3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Kabir Kapoor  |  Physical Address: Flat 25, 1847 Ashoka Heights Road, New Delhi, Delhi 110001, India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BB273FCF-5BAE-4011-BB11-B77C43CA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18F2E312-B095-4BD9-82F6-A5CF160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26789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F0AC36EF-EFE7-4138-A296-3FACA4E7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08B3DA53-B7F9-4AE4-BEA9-0B167D6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BB7987C4-B3C6-4D3B-9411-97E58F0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0726ECA2-803A-495F-B73F-89E7A24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Aadhaar Number: 2100 0000 0259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4B97C3A3-2348-448B-8540-C0D46CE7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Ishita Rao  |  Physical Address: Flat 26, 1884 Banyan Heights Road, Hyderabad, Telangana 500001, India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380DE459-FCB7-4012-B875-B3A859A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54D05F2D-13C3-45B5-BF9E-6205867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0E74EA6C-0C00-4A53-9E2D-319851E1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Aadhaar Number: 2100 0000 0263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A47933C4-0A8D-4B5B-9112-D922B2C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Neha Nair  |  Physical Address: Flat 27, 1921 Cauvery Heights Road, Bengaluru, Karnataka 560001, India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029D8834-E418-44C8-84CF-32558EFE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65F63909-239F-4BC7-8F08-940FF24C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FB7A1D57-B113-4706-801F-DEF2F1C6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Aadhaar Number: 2100 0000 0271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E827EDFF-3D13-41C9-8252-F10BCCC8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Kavya Kohli  |  Physical Address: Flat 28, 1958 Gulmohar Heights Road, Lucknow, Uttar Pradesh 226001, India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51543572-CCC6-46D1-89A9-74B53BB4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A0FE993D-65DF-436F-9B75-C3918EE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66ED9D67-411A-49BF-9FFB-A477A80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Aadhaar Number: 2100 0000 0285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B9392A4D-2A1A-4157-9B6E-AE595C18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Diya Chopra  |  Physical Address: Flat 29, 1995 Jasmine Heights Road, Kolkata, West Bengal 700001, India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F4D37FED-4B64-4CB4-A2EA-3D19934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F61C76ED-7E45-4B73-A677-F765198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96624DC7-B869-4EC4-83CA-3A798D5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Aadhaar Number: 2100 0000 0292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85ABBACE-E22A-448A-84BF-5263617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Simran Patel  |  Physical Address: Flat 30, 2032 Kaveri Heights Road, Kochi, Kerala 682001, India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56150C66-F5F6-4530-9685-7A1CB26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B31FC24A-A75F-4D27-81CC-5C5E3520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0680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85436716-B312-498D-82F6-2A73C9EE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C9A1DA47-DDC4-43E4-B0CD-A998D85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BC09E0C1-32AD-4CE2-9D72-22C41D30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FB5BB4FD-A7E6-4AF5-9BE9-438BCC8C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Aadhaar Number: 2100 0000 0302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8A8B22B1-AAD3-46FD-9BB3-508D8F41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Neha Desai  |  Physical Address: Flat 31, 2069 Lotus Heights Road, Pune, Maharashtra 411001, India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CB08ADBE-5D05-4DAC-A0CC-65A8EF5A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B7698C67-7D84-4136-A296-7CF3CA1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EF92715E-D90A-4B8A-83E1-9CA86C4A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Aadhaar Number: 2100 0000 0318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0F45A8CD-D077-4E12-AD26-B796AC1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Kavya Kapoor  |  Physical Address: Flat 32, 2106 Mango Heights Road, Mumbai, Maharashtra 400001, India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219280F0-EABF-4FA7-B1F0-5D37CC8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2C7F822A-1D89-4F38-B028-E9FFABD3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EC668F6B-77FB-4546-A7F4-F5099F8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Aadhaar Number: 2100 0000 0325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1559C780-C8E6-49DA-A6AF-485C6CA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Diya Rao  |  Physical Address: Flat 33, 2143 Narmada Heights Road, Ahmedabad, Gujarat 380001, India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A83E9542-30B4-468A-A676-FFB67152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0FADAA26-3DD1-4308-9F69-5DE1FCD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2AA6A540-068D-446A-A1C4-572E5B7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Aadhaar Number: 2100 0000 0339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414C2D4D-ED9A-44CB-BAB0-944D1542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Simran Nair  |  Physical Address: Flat 34, 2180 Peepal Heights Road, Chennai, Tamil Nadu 600001, India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78A3E776-96E7-4E9D-BE35-6E30C26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2D44A819-1610-4BE0-9922-8548EC3A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A903E64D-4B10-4485-BDBC-931F8430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Aadhaar Number: 2100 0000 0341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8D0F3E50-A0C6-4A16-9D0E-25F7B827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Neha Kohli  |  Physical Address: Flat 35, 2217 Saffron Heights Road, Chandigarh, Chandigarh 160017, India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C5723555-D11D-4EDA-97C7-60253D7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5C74D505-3668-4E45-9002-D1C7459B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99135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3915035A-F805-4C42-84EE-0A96AB18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0A163A51-2577-4897-A1B3-48EE5C2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1F33044A-4C35-4037-97AE-71F2C44F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60DD6179-F217-4F5F-B940-40F77512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Aadhaar Number: 2100 0000 0356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50846375-6DFA-44DB-954D-6FC2A91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Kavya Chopra  |  Physical Address: Flat 36, 2254 Yamuna Heights Road, Jaipur, Rajasthan 302001, India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294F279A-5CA0-4729-AEFA-6EE7CBF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8C3AB0C5-49DE-465A-BC5C-4D6A87FB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CCC7757E-0AFD-4249-972C-C03148E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Aadhaar Number: 2100 0000 0360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62673809-B1E2-4E8F-AD99-002489B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Diya Singh  |  Physical Address: Flat 37, 2291 Ashoka Nagar Road, New Delhi, Delhi 110001, India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BF4E93BD-FBBF-42D1-B353-CAFA8EDF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168CD54A-9F9D-40CB-A70C-706F0B44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BE42D68F-C54E-4269-8617-2209486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Aadhaar Number: 2100 0000 0373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F08B68FF-20E6-449B-ABB6-E384936E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Simran Desai  |  Physical Address: Flat 38, 2328 Banyan Nagar Road, Hyderabad, Telangana 500001, India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03EFFAFF-E793-480D-817F-B0160C4F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9162A442-D93B-4E55-939C-6CA7B81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F7B22A8C-6327-4239-A276-CF5F3FA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Aadhaar Number: 2100 0000 0387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5D545CAF-B279-4BDB-BD21-CDFC273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Neha Kapoor  |  Physical Address: Flat 39, 2365 Cauvery Nagar Road, Bengaluru, Karnataka 560001, India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DA0DB3B4-92A6-420C-AE77-08A96C66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B8E4BFE3-85B0-4D12-AB3E-0B3DCC5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A2E5AD51-ACE9-42E8-842D-4286575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Aadhaar Number: 2100 0000 0394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80A0766B-EF84-4541-BA0C-AA5E07F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Kavya Rao  |  Physical Address: Flat 40, 2402 Gulmohar Nagar Road, Lucknow, Uttar Pradesh 226001, India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B4B07AB6-3DF3-40E3-AF11-7002705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B9E9609B-B233-40D0-8A27-09C98BD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96247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790F90C3-0A7F-4615-85C6-17978FD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E0351A69-9662-45B5-9E5C-C8FCDB85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33E94489-D781-42CC-963D-473E755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416F670-651D-4886-B761-B70552AC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Aadhaar Number: 2100 0000 0409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A43F126F-A5FD-4F92-9FB8-03E16C1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Diya Reddy  |  Physical Address: Flat 41, 2439 Jasmine Nagar Road, Kolkata, West Bengal 700001, India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4B23F8F8-7887-428F-8809-4BE84C0A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3DE89BBA-DEA6-41F0-82F6-3C126463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C3342A7A-F271-4D3A-B75B-8307E38C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Aadhaar Number: 2100 0000 0413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353228E0-166D-43FF-9789-15B5CFC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Simran Kohli  |  Physical Address: Flat 42, 2476 Kaveri Nagar Road, Kochi, Kerala 682001, India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E51489FC-BB45-4438-A38F-53D16B4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2CAA7030-8098-4121-B021-7393F93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E5C67E2C-D0F0-42BB-9562-5107B47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Aadhaar Number: 2100 0000 0421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5CFE5C6A-770C-4032-AAB5-917679B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Neha Chopra  |  Physical Address: Flat 43, 2513 Lotus Nagar Road, Pune, Maharashtra 411001, India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B47209B9-3DC7-4E33-9696-329009FB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277B69ED-4D2A-441E-8F43-63D91426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D21EB1CB-3147-4E79-A270-F2B0859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Aadhaar Number: 2100 0000 0432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2D351689-323C-4676-92D6-E4C8C85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Kavya Singh  |  Physical Address: Flat 44, 2550 Mango Nagar Road, Mumbai, Maharashtra 400001, India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B4EE1D6B-EE90-4BF0-91BD-1A8E31F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BB2A409A-4B51-423E-9D28-371EAEC3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0D10398B-DA43-41C1-9972-FC6166A7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Aadhaar Number: 2100 0000 0445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95535269-A13D-4BFF-AF9E-2A360476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Vihaan Menon  |  Physical Address: Flat 45, 2587 Narmada Nagar Road, Ahmedabad, Gujarat 380001, India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140A60EA-51E8-4B81-8F65-5492C63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0524F94E-A10E-4A80-A753-178C2C49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34023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A486AAB-859E-4C81-B97C-DFA63E1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EFD65609-1D9D-461B-9B95-FEB88322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B33A9934-E4A6-4531-BFF7-7D554A3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8732F1B1-8D4C-4C10-97A1-CFE2AEC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Aadhaar Number: 2100 0000 0450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7890BDCC-F42B-4E27-9582-164E09C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Simran Kapoor  |  Physical Address: Flat 46, 2624 Peepal Nagar Road, Chennai, Tamil Nadu 600001, India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96B653BB-ACFE-471E-9529-8C504161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298B3F25-475E-4B1C-B19F-1F98A343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5FE3B6CA-F607-4A3D-B588-415C318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Aadhaar Number: 2100 0000 0466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82F96B51-AE78-4010-BE56-7312C5AD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Neha Rao  |  Physical Address: Flat 47, 2661 Saffron Nagar Road, Chandigarh, Chandigarh 160017, India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C18E45E8-A0B7-48A2-B129-73DD2C82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E4FDED74-7C65-416C-BA97-BD2584FF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F42B9696-7099-4993-B377-6DF020E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Aadhaar Number: 2100 0000 0478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3061508C-A27F-4C22-9A85-CE2FBBBA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Kavya Reddy  |  Physical Address: Flat 48, 2698 Yamuna Nagar Road, Jaipur, Rajasthan 302001, India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47E610F3-C7D6-4741-B51A-658BABD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6E799577-2447-4CCF-BCA2-6E0DF87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04F6139C-C310-4233-8821-5499E83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Aadhaar Number: 2100 0000 0484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66AEE3BC-631C-43F8-BE73-74E8538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Diya Sharma  |  Physical Address: Flat 49, 2735 Ashoka Park Road, New Delhi, Delhi 110001, India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256F9727-7CEC-4084-B9DD-D568DA0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B7AB90D7-5537-4A6A-B33D-599EB5FB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1FED76CC-B2CA-424A-89C4-142FC78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Aadhaar Number: 2100 0000 0497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419BDC7A-7153-4491-BAB0-4A4C8E9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Simran Chopra  |  Physical Address: Flat 50, 2772 Banyan Park Road, Hyderabad, Telangana 500001, India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D22DAED7-9FC9-42CF-965F-0474E49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A80687A2-12B1-407D-AC47-81E139F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11419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2B7226E-0CBF-4388-951F-ACBB31B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B271ECD0-FB7C-4C7B-A6F8-77D31DF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01FD46EE-ECCC-4EF4-BE48-6DB23D9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3C476DA1-253B-4584-B2C1-C649DD2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Aadhaar Number: 2100 0000 0506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796CD354-522C-4537-B306-6146477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Karan Singh  |  Physical Address: Flat 51, 2809 Cauvery Park Road, Bengaluru, Karnataka 560001, India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4B33A6CD-9964-4BF7-B0A9-BB94C607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6B80622A-07F3-4FA2-8AEC-777D689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ED051A4-53C3-4198-BAC9-7CD5C5A0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Aadhaar Number: 2100 0000 0510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FA7124B9-A6E5-4E61-94CC-5677315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Aditya Menon  |  Physical Address: Flat 52, 2846 Gulmohar Park Road, Lucknow, Uttar Pradesh 226001, India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9AC9F84B-5BC4-4DE6-B145-17F48EC0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798D6828-85FB-4766-B74D-41BF3E7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E803F5D9-BDF9-4C3D-B384-75DC696E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Aadhaar Number: 2100 0000 0523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35BADB97-236E-48F3-8725-570BC99D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Arjun Malhotra  |  Physical Address: Flat 53, 2883 Jasmine Park Road, Kolkata, West Bengal 700001, India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ED4C939D-8BF1-44F7-BCFC-B73B7209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70C362C0-E3EB-420C-B88F-43A043BE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9D999A74-3ACB-49E3-A7F2-4A574C1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Aadhaar Number: 2100 0000 0534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48CB2E7B-3B77-466A-910C-7A987B9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Sahil Rao  |  Physical Address: Flat 54, 2920 Kaveri Park Road, Kochi, Kerala 682001, India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32677B32-B8B3-4794-AACD-8C7A847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B5E87846-E7AF-4F9F-9CF3-5922C17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535D105A-7D73-4C88-A3AA-D316100B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Aadhaar Number: 2100 0000 0547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D55C4FDC-99F2-45C1-B24F-56E1E66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Karan Reddy  |  Physical Address: Flat 55, 2957 Lotus Park Road, Pune, Maharashtra 411001, India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BE677C9F-FD02-4419-9828-86FC80D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4C105831-437E-41E2-8CB7-CE336C2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10995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D566A57B-F6E5-4A34-A0BB-5ECECA40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60880BEF-4A5C-48F8-ADD7-1878CF64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DE9E0911-6B4A-4C4A-99C4-0064FCA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D955BDF5-97B3-4F40-A02B-1A0310A4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Aadhaar Number: 2100 0000 0552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1852AF1B-01B9-423E-B8F2-4C777E9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Aditya Sharma  |  Physical Address: Flat 56, 2994 Mango Park Road, Mumbai, Maharashtra 400001, India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C72E9472-EDC0-40F4-BFAC-175F1D24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778CA20A-7C94-4825-A846-CBDFD47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1DC322AE-16BC-43F8-8148-4D47B431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Aadhaar Number: 2100 0000 0568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C9748F28-EC51-4AA5-AF61-A0B9EA6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Arjun Khanna  |  Physical Address: Flat 57, 3031 Narmada Park Road, Ahmedabad, Gujarat 380001, India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062851D8-43E0-492F-8E06-49DE4CE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A14831A9-9A2E-4993-B1EB-9BD7686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639C2A9E-F7C2-4DB2-9C3F-F640801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Aadhaar Number: 2100 0000 0575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E0085B09-DBC6-4B5E-853E-E03FECD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Sahil Singh  |  Physical Address: Flat 58, 3068 Peepal Park Road, Chennai, Tamil Nadu 600001, India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AE00A4BD-B806-49B3-8164-0F21212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8DD40F76-EC9D-4202-BC93-6403AE79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57E6D2AE-32C5-4014-B067-2F72CE61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Aadhaar Number: 2100 0000 0581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A11D5A1D-C6F2-4642-8DBB-03A155D6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Karan Menon  |  Physical Address: Flat 59, 3105 Saffron Park Road, Chandigarh, Chandigarh 160017, India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0AE0A140-36F3-4FA2-BFF0-9B1AC0F7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497613D4-7CC9-40B2-8513-4220B28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41DC677A-1B25-4EA9-A3B0-83310300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Aadhaar Number: 2100 0000 0599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71C4C701-D5D4-40CA-8671-362637B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Aditya Malhotra  |  Physical Address: Flat 60, 3142 Yamuna Park Road, Jaipur, Rajasthan 302001, India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D58F1935-023E-457E-89F8-87447BBC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524EEA92-339C-45F2-90F4-79EF760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031198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CFCCF879-C21F-47D7-854F-26BA31A1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878540BC-055C-4314-B140-4B2FF1A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D94C1236-82EE-4FE9-AADF-54F83F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67A11878-2D8D-4B16-9044-0974163B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Aadhaar Number: 2100 0000 0608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EDBAE8F6-3EA4-42ED-88E3-2177A65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Arjun Sethi  |  Physical Address: Flat 61, 3179 Ashoka Vihar Road, New Delhi, Delhi 110001, India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12A9B5CA-3A3D-4416-9781-18B959AB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E5321461-1541-473E-905D-A264678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E7735886-9645-42C6-8467-DE6F2076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Aadhaar Number: 2100 0000 0612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95CC9061-280F-4FE3-B25D-FD80793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Sahil Reddy  |  Physical Address: Flat 62, 3216 Banyan Vihar Road, Hyderabad, Telangana 500001, India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E07464A7-637F-47D3-BE36-F59A831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1CBC6A05-3389-435D-9A7F-5C088B1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AA48E4C4-530A-496C-9C0D-09BF032D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Aadhaar Number: 2100 0000 0620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FD84EBE8-0DEB-444B-B81E-85EEA6BB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Karan Sharma  |  Physical Address: Flat 63, 3253 Cauvery Vihar Road, Bengaluru, Karnataka 560001, India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B91B15A9-CEA1-46B9-8ECA-24DF517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A61E2A1A-9DC3-4D6A-AC7D-C80A9EA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55CB7796-7147-4E82-9D01-E7AD2CF0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Aadhaar Number: 2100 0000 0631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6757BA04-41C5-48CD-A821-77FDA3A0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Neha Khanna  |  Physical Address: Flat 64, 3290 Gulmohar Vihar Road, Lucknow, Uttar Pradesh 226001, India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D5D295B7-E879-4713-8CB2-93E5006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963F3812-80EE-4275-A51C-07EC56C7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2AB18F5A-7913-4737-B150-1057947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Aadhaar Number: 2100 0000 0649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A7D570C8-7B30-4F0C-BEB2-75011FD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Arjun Gupta  |  Physical Address: Flat 65, 3327 Jasmine Vihar Road, Kolkata, West Bengal 700001, India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A2F649B9-D82E-4358-913F-1B61D808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AB9C1B2F-6AC9-42D7-A457-7D48186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87887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8257DF58-1016-4C7A-BD5D-8215405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C3BD7145-5896-43AF-9A08-9655DC32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C792E731-FD2A-401C-9CC3-3832DC4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725A3350-B247-4483-8191-D513A08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Aadhaar Number: 2100 0000 0654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B602A02B-15F0-4AE4-9A52-A119A095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Sahil Menon  |  Physical Address: Flat 66, 3364 Kaveri Vihar Road, Kochi, Kerala 682001, India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8A99A29C-4677-4ABF-85D4-6F08123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DB505D74-4D4C-4E56-9390-E7C5AA2C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ED3029FF-7468-4C23-AA03-6F1EFE5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Aadhaar Number: 2100 0000 0665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08E2601E-142D-485C-8ABB-0374BBED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Karan Malhotra  |  Physical Address: Flat 67, 3401 Lotus Vihar Road, Pune, Maharashtra 411001, India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D7537303-831A-43BA-A214-9D091C83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7DBEFC9A-2EA1-4F19-B644-6C5C3C2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11328038-31F6-4CAC-BA54-5B677CF9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Aadhaar Number: 2100 0000 0677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455005F7-AB41-4A08-B5E6-2EA210B0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Aditya Sethi  |  Physical Address: Flat 68, 3438 Mango Vihar Road, Mumbai, Maharashtra 400001, India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665B74F4-DC2D-4DA7-8794-5D0EE6A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13781F87-8461-4DFA-ACD5-3AE3FC57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4C0827C6-DB77-471F-929D-B77D06D8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Aadhaar Number: 2100 0000 0683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2E10EAEA-346A-4344-9B41-F0FFE7B9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Arjun Joshi  |  Physical Address: Flat 69, 3475 Narmada Vihar Road, Ahmedabad, Gujarat 380001, India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F0254DFC-5CDF-4CB5-AA90-0D015935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70C546EA-D046-49D5-9DB0-7DDE37C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4A017D4F-69F9-4259-9ED1-F112EFF1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Aadhaar Number: 2100 0000 0696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9417BBF0-FBAE-463A-B852-69D98436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Sahil Sharma  |  Physical Address: Flat 70, 3512 Peepal Vihar Road, Chennai, Tamil Nadu 600001, India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35275165-1F83-47F0-A9D3-E563E77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42912CE6-BA74-4ECF-B8D4-F356980C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97646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4072415F-4A00-4521-AA76-265B7068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DD14E356-74A0-4692-9F64-040FB39C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77A03CB8-1A92-457C-8831-E5F2343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1A20A506-8903-4380-A7BE-2F52DB53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Aadhaar Number: 2100 0000 0704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4C2C299C-365B-4A0A-8950-98B96E9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Karan Khanna  |  Physical Address: Flat 71, 3549 Saffron Vihar Road, Chandigarh, Chandigarh 160017, India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3FBB0CB3-405E-4632-8F55-18E21A8E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BCCDA984-24B8-4B19-B9E2-818F857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C0DFEB34-58EC-4A27-9C96-05F7794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Aadhaar Number: 2100 0000 0715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30FF1278-93F9-4B3D-BB6C-B24BAD5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Aditya Gupta  |  Physical Address: Flat 72, 3586 Yamuna Vihar Road, Jaipur, Rajasthan 302001, India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81D3C49B-E8C1-45E5-8D90-F2A9F00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4ECB85F6-70B9-4A2B-B2E3-8B1E187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FFC553FF-A6C4-4B5B-B96B-8C1D0B03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Aadhaar Number: 2100 0000 0727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1E593692-B850-4A1C-B5C7-865F8C00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Arjun Saxena  |  Physical Address: Flat 1, 3623 Ashoka View Road, New Delhi, Delhi 110001, India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82025C1E-E392-4FFA-A632-59E75AFA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649A48FB-CEBC-473C-967B-77D023C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363DB3A3-7193-4CC2-82AE-84DBD6F6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Aadhaar Number: 2100 0000 0736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0FD58A3C-8592-4F3E-8080-662F00C6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Sahil Malhotra  |  Physical Address: Flat 2, 3660 Banyan View Road, Hyderabad, Telangana 500001, India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E780732F-F811-4B63-A394-67D35EE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6D6D4ABC-915F-42E2-862A-D62796F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4796A029-7507-45F4-9981-7548351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Aadhaar Number: 2100 0000 0743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C8B320FD-41CE-47B9-85E3-5CFFABB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Priya Sethi  |  Physical Address: Flat 3, 3697 Cauvery View Road, Bengaluru, Karnataka 560001, India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1F1B3969-22D0-48B0-B2EB-4B4F1B1C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340E9963-6665-4DB0-B0E5-C1A5847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673708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5F159F48-1C90-4E90-9634-85B78D2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FB5D5BCE-E8D6-426F-8EF3-BC5B685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1DCCDDAC-932A-489B-AE56-ACA3C8F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C14E976C-28A1-412E-BBBD-108F1C4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Aadhaar Number: 2100 0000 0758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9693472E-7D18-4DDF-87D9-182BE60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Meera Joshi  |  Physical Address: Flat 4, 3734 Gulmohar View Road, Lucknow, Uttar Pradesh 226001, India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80C5E1DD-0022-4EE2-AF30-E8CBC8D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746AAEC9-BEBF-439B-859F-420961D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A9DCBCD4-E6A3-4B68-94B0-C5BF824C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Aadhaar Number: 2100 0000 0762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09EF8329-7D0F-4F79-B871-597BD1D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Ananya Verma  |  Physical Address: Flat 5, 3771 Jasmine View Road, Kolkata, West Bengal 700001, India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CEE85A58-9DC5-4CE7-AA62-2093AC8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A8EEC40-026F-48D4-B617-13FE6A14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6894F0EF-1AC9-408C-88C7-550192B2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Aadhaar Number: 2100 0000 0770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4F9AEBB8-AA36-4FB5-8F0B-21704F66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Tara Khanna  |  Physical Address: Flat 6, 3808 Kaveri View Road, Kochi, Kerala 682001, India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DFC8A521-DA28-4ED3-B523-C8ADB4F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EAC951B5-78B9-40A6-AB1A-929BEF3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7620DB37-1E72-4939-A0FA-7F006B1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Aadhaar Number: 2100 0000 0789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622D4981-189E-42DB-B376-CA303058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Priya Gupta  |  Physical Address: Flat 7, 3845 Lotus View Road, Pune, Maharashtra 411001, India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4D8D07DA-0C31-4929-BCA4-9018082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87A8E2E8-F3B8-402F-8EF8-0FD9209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222DC621-C3F3-4D89-9ADD-66345BCB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Aadhaar Number: 2100 0000 0791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AA77C291-7B00-464F-BF89-ED9B5D85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Meera Saxena  |  Physical Address: Flat 8, 3882 Mango View Road, Mumbai, Maharashtra 400001, India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0ACF3CE6-EE22-4CA0-914E-98C9FB85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D5CC8972-0ABD-4142-8E74-AE8DF5E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72450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31D14F5F-6010-49BA-A4AD-F5C6EA6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3A5AD2CD-7599-4047-AB34-530BCE62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93DF0541-3383-4578-9C27-7322B13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720822BF-4343-4AC6-9CEA-5F622BE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Aadhaar Number: 2100 0000 0801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65FB3FCE-CC50-4BCA-A5F7-868E52E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Ananya Iyer  |  Physical Address: Flat 9, 3919 Narmada View Road, Ahmedabad, Gujarat 380001, India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881E7434-C89F-4851-B684-756546E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E7B69AA7-3FD7-4BD3-A2BD-2B730698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7066BACB-4E5D-49D8-96B8-855DCA9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Aadhaar Number: 2100 0000 0817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B43CF538-9B3F-4D97-A31B-89D12B2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Tara Sethi  |  Physical Address: Flat 10, 3956 Peepal View Road, Chennai, Tamil Nadu 600001, India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58B68BFD-3BE6-46D8-A355-857B3E9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1E2A0F15-FDDE-4CB4-9243-54CA8BBF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63A52727-6F75-468C-B02E-3D3BB76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Aadhaar Number: 2100 0000 0829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85982C36-189B-46A2-94FF-B3DB8247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Sahil Joshi  |  Physical Address: Flat 11, 3993 Saffron View Road, Chandigarh, Chandigarh 160017, India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25EDBBD9-D95D-4032-B322-89B3B375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2514780F-B1EF-4D76-AE7B-EB987F0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538720FA-5B0A-4169-BEA5-EBF7F44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Aadhaar Number: 2100 0000 0838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AAC46421-B7BB-42FF-A1AA-9779D366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Meera Verma  |  Physical Address: Flat 12, 4030 Yamuna View Road, Jaipur, Rajasthan 302001, India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76D30EF4-E2A6-4AB8-9540-38D709B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507BD6B8-6052-4723-94FD-A989D4C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6091F21F-56B7-44E8-B225-4E7C612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Aadhaar Number: 2100 0000 0840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B8A47BDB-3782-4D7D-8AC2-79F7E521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Ananya Bhatia  |  Physical Address: Flat 13, 4067 Ashoka Colony Road, New Delhi, Delhi 110001, India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9C2F6235-335E-4B36-8DC6-E22F721C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CA573889-B7D2-471E-BA99-7D9C62D9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41266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87589065-B246-40D5-A525-D51F846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014A8A41-6E45-4069-9FFE-1CB72D0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741A8A3D-FD8C-49D6-AE02-95D8F235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05D3966E-A276-48A3-8540-127C46C6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Aadhaar Number: 2100 0000 0855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14092371-ABDC-4C55-AB9A-EF023DB6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Tara Gupta  |  Physical Address: Flat 14, 4104 Banyan Colony Road, Hyderabad, Telangana 500001, India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325184E0-2254-4575-98D6-40F1C768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235EA619-0B50-4507-AD41-9427898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323CD166-DE2A-4034-B202-A09962E6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Aadhaar Number: 2100 0000 0864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13338D59-17B4-4A39-A5C6-D955A39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Priya Saxena  |  Physical Address: Flat 15, 4141 Cauvery Colony Road, Bengaluru, Karnataka 560001, India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8635EA7E-67B2-444C-97AF-C43A883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E7D0BB66-78CC-4F2C-9267-A50349F6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847F9D82-E150-4B5E-AC0D-A551D01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Aadhaar Number: 2100 0000 0872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C49DCF08-8331-41CF-B828-616622C8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Meera Iyer  |  Physical Address: Flat 16, 4178 Gulmohar Colony Road, Lucknow, Uttar Pradesh 226001, India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1D995410-1E1A-43AA-B9E3-AABFE145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4E61166E-0C40-4B23-8271-D334D872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17290459-7C92-4201-B106-01E71922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Aadhaar Number: 2100 0000 0886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639EA31A-4AD2-4FFA-84D3-7BB95F2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Ananya Arora  |  Physical Address: Flat 17, 4215 Jasmine Colony Road, Kolkata, West Bengal 700001, India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37A502AC-AF99-42AD-A491-85AEE164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79EB1264-083A-40F3-99E2-CA6309D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C57A83C4-874C-45D4-8A9C-1EC8163C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Aadhaar Number: 2100 0000 0893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DC87886C-E0E7-459B-9D2F-44039B72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Tara Joshi  |  Physical Address: Flat 18, 4252 Kaveri Colony Road, Kochi, Kerala 682001, India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414E8CD0-6DF0-4194-B84F-1A93013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4F83455B-A3C1-4F50-879A-38D725A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882880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0BB1A547-1DB7-409C-BFF7-6C18B5D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7CF50D04-18D7-47B9-A73A-6B6D6F30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ED06F7CD-F933-472B-A2D3-D5BDC32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3822567E-3954-4B0B-9181-3390200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Aadhaar Number: 2100 0000 0903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9284FF02-6955-40FC-AECC-9569885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Priya Verma  |  Physical Address: Flat 19, 4289 Lotus Colony Road, Pune, Maharashtra 411001, India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3D52BC12-0E17-4FE8-866E-8A980396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A6C9A7FF-D812-42B9-A733-1C3BA134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83239D43-3397-414E-9859-D050149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Aadhaar Number: 2100 0000 0919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D6FC30AF-ED0E-4FEB-B541-152F986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Meera Bhatia  |  Physical Address: Flat 20, 4326 Mango Colony Road, Mumbai, Maharashtra 400001, India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AEE2A631-B8E7-4A45-99B7-1123C742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E7492846-C4B5-4AF6-8539-85A5118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6647E757-E817-4078-8822-9E4C5E5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Aadhaar Number: 2100 0000 0926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5ED233DE-997F-45F4-B53B-CA290E0A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Ananya Mehta  |  Physical Address: Flat 21, 4363 Narmada Colony Road, Ahmedabad, Gujarat 380001, India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9605FFF0-0CEB-4D26-BF5D-246D472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D9FC30DF-D7FF-4261-86B1-29A60958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AFA9B7AC-EFE2-4F15-8D09-3BCC77A5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Aadhaar Number: 2100 0000 0935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A0C2F7FB-0391-486F-B1DF-6645008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Tara Saxena  |  Physical Address: Flat 22, 4400 Peepal Colony Road, Chennai, Tamil Nadu 600001, India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591332F6-FF14-479C-8144-0601A45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614E71A5-F131-4238-856C-8077374E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1F146F3A-0C13-4E8F-A6A5-6BEB588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Aadhaar Number: 2100 0000 0942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CF5F766B-C1D7-463F-B870-F9244E9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Priya Iyer  |  Physical Address: Flat 23, 4437 Saffron Colony Road, Chandigarh, Chandigarh 160017, India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E6F572D5-78F8-4FE1-B27C-52FAA1E7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3858FE12-B6E4-4207-87AD-7C79355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309343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749A17D2-5FFD-4759-802A-6F9C8BDA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5A01E0E6-823E-4EE9-99B2-1B18480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B3B3FB11-2F49-41F1-BC74-A87131B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7FAA3FBE-1474-4BDD-A5EF-7EE2292B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Aadhaar Number: 2100 0000 0957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B28FE171-B146-4349-AE90-46DA55C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Meera Arora  |  Physical Address: Flat 24, 4474 Yamuna Colony Road, Jaipur, Rajasthan 302001, India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96A8CB92-89FC-4D34-866A-680E6FD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6F75D64D-C997-47AE-BC5C-A434D21B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0EEFB69F-476D-46D7-A135-95C4781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Aadhaar Number: 2100 0000 0961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236BDE9E-D70D-4D97-9262-3F66E2F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Ananya Bose  |  Physical Address: Flat 25, 4511 Ashoka Residency Road, New Delhi, Delhi 110001, India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417EAD82-B737-4E8D-8883-85C80FD9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77A8586D-89CE-4626-9FF6-A5F983F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EB1155DE-AFC0-4276-BF32-3AC89B6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Aadhaar Number: 2100 0000 0974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62E9ADA3-F7B9-4B06-BA37-D054B70B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Tara Verma  |  Physical Address: Flat 26, 4548 Banyan Residency Road, Hyderabad, Telangana 500001, India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6EA95746-47BC-4030-917F-3CC981B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C4F2D1E2-56DF-4ECD-ACB0-E6BA61C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54695B96-633A-4CF0-A22B-430B44A1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Aadhaar Number: 2100 0000 0988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9E8B7A28-9059-4C4F-A1E6-F5172E8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Rahul Bhatia  |  Physical Address: Flat 27, 4585 Cauvery Residency Road, Bengaluru, Karnataka 560001, India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6E9E5B3F-0FEB-4148-9D5D-D3B05B50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1F655152-F679-4FB6-9042-4D72CCB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36F2A731-1F4C-4B1F-9481-D8126534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Aadhaar Number: 2100 0000 0990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A8FECD61-685E-41AD-AA15-90A01706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Rohan Mehta  |  Physical Address: Flat 28, 4622 Gulmohar Residency Road, Lucknow, Uttar Pradesh 226001, India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5ED2FAEC-BD9A-46DC-BE5B-A0D8159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79528F56-6BE9-4CDF-BD23-98872D3F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524447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10247A23-1009-42AA-9ABF-FB8FBE1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F7D83A12-DEF4-4D29-8D70-D32BC110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91A2334A-754E-406D-A75A-FF12F34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7AEEFF5D-7400-4DF2-9AF5-2A5F67E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Aadhaar Number: 2100 0000 1006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07126329-80EA-4C4D-AB42-FD592925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Vivaan Agarwal  |  Physical Address: Flat 29, 4659 Jasmine Residency Road, Kolkata, West Bengal 700001, India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255E1CD1-F72F-47AC-9E94-12BE6622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9E815219-49BD-4035-A670-863504D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380546E7-5795-49DB-96F3-435AB7EE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Aadhaar Number: 2100 0000 1010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BA362B15-5228-4671-ABC7-78F6774A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Ananya Iyer  |  Physical Address: Flat 30, 4696 Kaveri Residency Road, Kochi, Kerala 682001, India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1D05D8F1-3C14-4424-BD25-3520E0E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41023B15-34C9-4C85-9AF5-E6425C1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150BB57C-D1AF-4E24-8760-876F5EE2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Aadhaar Number: 2100 0000 1023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398B1296-2378-44FD-8AB1-4D898403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Rahul Arora  |  Physical Address: Flat 31, 4733 Lotus Residency Road, Pune, Maharashtra 411001, India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83EF1EA3-9FA3-4BCE-9FC8-794C6125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5E3370C0-4B85-42F9-ACC5-DFFD891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CFB19D60-5391-42D9-A21E-F93FB9B3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Aadhaar Number: 2100 0000 1034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AD34D47D-C86D-4789-84CD-279123ED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Rohan Bose  |  Physical Address: Flat 32, 4770 Mango Residency Road, Mumbai, Maharashtra 400001, India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61F97255-7C07-4B90-B8D2-7BDD26B8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FAF299C5-F39C-4687-B8F7-075FC30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DBB7E43A-8189-40AE-9667-EACE8F2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Aadhaar Number: 2100 0000 1047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3011AA95-D045-42D5-9D67-3BBFEE7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Vivaan Patel  |  Physical Address: Flat 33, 4807 Narmada Residency Road, Ahmedabad, Gujarat 380001, India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56390BC5-E31B-4E2A-A293-4357BEC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3CFC2D8C-BC2E-407A-B5C8-62FCDC01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175911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6B7D73B2-39F9-472E-BE81-B83C9B4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7EAF5CF2-5E5A-426F-87B1-0DE38BE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379EE7B7-EEC0-44C1-9BC1-CF6E952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828E48D0-F3A5-4F13-BF63-AA5B80D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Aadhaar Number: 2100 0000 1052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A3ACF0D7-9034-4CE9-B1CF-81A02B6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Dev Bhatia  |  Physical Address: Flat 34, 4844 Peepal Residency Road, Chennai, Tamil Nadu 600001, India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16ADD412-6D23-4A79-BF41-64EB3E50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4367E745-8A2E-4DA1-8CDC-DE124F99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BD192FA7-B735-445C-8C14-F1AEA743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Aadhaar Number: 2100 0000 1068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A31FDAA2-7C9E-457D-AE21-2CF2954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Rahul Mehta  |  Physical Address: Flat 35, 4881 Saffron Residency Road, Chandigarh, Chandigarh 160017, India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1150598C-5AB8-4850-A56F-F168BFFA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9540E265-0953-42D0-8968-F8A1CA6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B5FEA64F-D0DA-4919-9DE2-E155CAC7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Aadhaar Number: 2100 0000 1075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C2EF2E7B-21E4-4198-A12D-03A96733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Rohan Agarwal  |  Physical Address: Flat 36, 4918 Yamuna Residency Road, Jaipur, Rajasthan 302001, India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CE701266-70B4-4516-8FBD-87478C8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FE321903-2908-445B-A647-E8F384B9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125CFD34-6D3B-486C-AEED-108AB50F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Aadhaar Number: 2100 0000 1081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799EEBF2-DF75-4804-B182-B74D664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Vivaan Nair  |  Physical Address: Flat 37, 4955 Ashoka Square Road, New Delhi, Delhi 110001, India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2FE9A94B-45F9-433A-8FBF-C7965B1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89E1FAC6-5D7A-4F13-883C-9D4F16C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0C3C2C8E-C6EE-458D-BAD5-9C6596B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Aadhaar Number: 2100 0000 1099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7F73AEFF-8546-4FBF-9EDD-AB92D31E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Dev Arora  |  Physical Address: Flat 38, 4992 Banyan Square Road, Hyderabad, Telangana 500001, India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34FDEFEA-189D-49A3-B693-6AEAE517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820B90F8-A053-4680-804A-DCB6C01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71590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9958FD60-B8A0-4E08-8480-666D6ABE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E37FC4EF-FB14-47FD-BF0D-D60D743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F6B79282-80DD-42C2-9565-F885E74B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D6B47BBE-5679-4CF6-9BC3-2835A9A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Aadhaar Number: 2100 0000 1109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827D3D4D-077E-4A0B-A465-19B6C904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Rahul Bose  |  Physical Address: Flat 39, 5029 Cauvery Square Road, Bengaluru, Karnataka 560001, India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B715B38F-70AA-41D3-BA72-F36B9B8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3B61B30F-9473-4069-A332-E7401D2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AD9B98B7-E21A-4947-BCCD-1C7E355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Aadhaar Number: 2100 0000 1113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ABA71358-2925-422D-B6D2-79C2FFE2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Rohan Patel  |  Physical Address: Flat 40, 5066 Gulmohar Square Road, Lucknow, Uttar Pradesh 226001, India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C09A2461-AAA7-42A9-9504-F180F609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95230869-679B-424F-82F9-61631653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D91A1FF0-A8DB-48AF-8414-F73517C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Aadhaar Number: 2100 0000 1121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9493CC8F-59A9-4284-9E90-F3E807A7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Vivaan Desai  |  Physical Address: Flat 41, 5103 Jasmine Square Road, Kolkata, West Bengal 700001, India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27E955B9-CAA6-41ED-A5D1-B73D5FE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E06E9602-8ADA-4F6F-9670-7FA7199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FF32B371-8414-400A-9D58-CE47C9A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Aadhaar Number: 2100 0000 1132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D80C1764-F020-4CA2-BB16-AEBA1E42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Dev Mehta  |  Physical Address: Flat 42, 5140 Kaveri Square Road, Kochi, Kerala 682001, India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C498C8E1-0D86-4DB3-9949-FA6B008E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F46AC0E9-E13E-470C-88AB-831FC47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CCFCB648-3DCF-453B-ACC9-4CC4D1C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Aadhaar Number: 2100 0000 1145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44DA2250-D2BB-4282-BA1E-A63BEC12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Rahul Agarwal  |  Physical Address: Flat 43, 5177 Lotus Square Road, Pune, Maharashtra 411001, India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AB2263AD-D678-44C8-A63F-6DF4B90C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ADB49B33-15D5-4E68-B935-377C158F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51976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0ED814BE-9318-45BD-A67A-D20FF37D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774A5316-2EEE-4525-B092-1B91645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B5B8F36F-8F62-4C4E-9FA3-24D2CAE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0E6131F5-0641-4BF1-B892-908CF5F6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Aadhaar Number: 2100 0000 1150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83847BF1-BD5A-4AF3-B22B-0E65655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Rohan Nair  |  Physical Address: Flat 44, 5214 Mango Square Road, Mumbai, Maharashtra 400001, India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B4649621-C095-43BE-915A-751BD56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04355BF1-763F-4036-9101-8A072C8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DE99A744-D391-43B9-B3AA-BB202DB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Aadhaar Number: 2100 0000 1166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746067CF-F989-4325-80F9-471DB778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Vivaan Kohli  |  Physical Address: Flat 45, 5251 Narmada Square Road, Ahmedabad, Gujarat 380001, India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E8AE6095-3B43-4956-9D94-D2D23BDA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6BDC727B-1895-4FE4-B8AB-5998F6A2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46C60A0B-DCED-44E7-8E81-9AD9D740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Aadhaar Number: 2100 0000 1178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4B82D737-E2C5-4F33-B8E1-70D36AD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Dev Bose  |  Physical Address: Flat 46, 5288 Peepal Square Road, Chennai, Tamil Nadu 600001, India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D942E4E3-9A6E-43B4-9FB2-52FC4AB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B7149208-FD0D-4E1C-AECC-59E3130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1825572A-D594-4331-A3A7-00C9E9CB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Aadhaar Number: 2100 0000 1184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FD0CE056-54EF-43D8-B562-8F44A130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Rahul Patel  |  Physical Address: Flat 47, 5325 Saffron Square Road, Chandigarh, Chandigarh 160017, India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E1349936-B7A5-4088-8AFE-01B1883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9A3D27B4-C1D8-451F-83F8-988AF5EF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70C70F6C-6799-4E97-AFA7-0D92833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Aadhaar Number: 2100 0000 1197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762F9837-79CF-4C1D-88D0-95DC1CE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Rohan Desai  |  Physical Address: Flat 48, 5362 Yamuna Square Road, Jaipur, Rajasthan 302001, India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D4CF0D3B-02A6-4A73-9AEA-D9BB51D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06D75274-1757-42DA-AAD8-F17E00B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247240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708C080D-E41C-4987-AC96-FEA84027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353EF14C-D813-47CF-944A-C3EDC0DB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9EE107EC-5668-42EC-BCA0-73D8BAB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A7C0D3CD-39A0-43B0-8A7F-403AF13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Aadhaar Number: 2100 0000 1204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BC54F5D8-D48F-4420-BA4C-75919B1F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Vivaan Kapoor  |  Physical Address: Flat 49, 5399 Ashoka Terrace Road, New Delhi, Delhi 110001, India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9F62A595-D9D4-48AE-8C21-D92AB5E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03325E85-2EA7-44C4-A02C-E5DE0293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5D275021-C12F-4F22-A9C2-581CD12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Aadhaar Number: 2100 0000 1215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76919206-5789-41F8-A52F-807CC6F9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Dev Agarwal  |  Physical Address: Flat 50, 5436 Banyan Terrace Road, Hyderabad, Telangana 500001, India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C55CCD63-7994-4BC4-8498-8A5FB837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104F4E10-C86D-4A6D-9107-C874BF9F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B3C99B21-6043-42F6-A686-0E866B4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Aadhaar Number: 2100 0000 1227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4AC968A0-E894-47D3-80C6-4DAF898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Nisha Nair  |  Physical Address: Flat 51, 5473 Cauvery Terrace Road, Bengaluru, Karnataka 560001, India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ED1246B1-4778-4D03-AE2B-E315F00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19B7D4D2-A0EC-4DD3-B9A5-F3E7FE19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EBDA4B6B-5BBD-4CFE-BF26-B25F25C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Aadhaar Number: 2100 0000 1236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5A01A5C2-658A-4A87-A533-6B156FA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Ishita Kohli  |  Physical Address: Flat 52, 5510 Gulmohar Terrace Road, Lucknow, Uttar Pradesh 226001, India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65DDC2B5-4163-4A5C-BBDB-2F6390E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1050463E-E913-4373-A3E6-D731948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47B34D69-1827-44DD-BF99-CFECE4E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Aadhaar Number: 2100 0000 1243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10FC68BB-9BED-489F-A7DF-6F30AFC0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Aadhya Chopra  |  Physical Address: Flat 53, 5547 Jasmine Terrace Road, Kolkata, West Bengal 700001, India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D803B51C-7F83-4ABB-90C0-AEC95AF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3D55F4C4-A645-4770-B7A0-659F796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079157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402CD975-CE40-4323-94DB-B5839AE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0767C1DC-D2DB-4779-9C63-908B9EC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5C55DD5C-3C95-439E-A558-10D225C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C66DB27B-033F-4853-BBE2-DB31F15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Aadhaar Number: 2100 0000 1258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CAF52DAC-AFCD-45EC-A495-ADE85F41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Riya Patel  |  Physical Address: Flat 54, 5584 Kaveri Terrace Road, Kochi, Kerala 682001, India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CF8362C2-5FA7-4A78-89F7-22A3611E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3D125151-E528-40BC-9BC5-BF2FB682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1AD3A7A2-2E01-452D-A565-6CFDB27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Aadhaar Number: 2100 0000 1262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3FB98B90-E5DD-4D9F-BA7F-59C265D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Nisha Desai  |  Physical Address: Flat 55, 5621 Lotus Terrace Road, Pune, Maharashtra 411001, India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A10D26CD-9428-4F73-9E7B-0A0C94B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0BDB2DAF-655A-4E4E-B1CC-57945AC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B451B750-BE5E-4FEF-9467-4F1CC491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Aadhaar Number: 2100 0000 1270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2DFBAAD2-9888-43EA-9F9B-F98708E8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Ishita Kapoor  |  Physical Address: Flat 56, 5658 Mango Terrace Road, Mumbai, Maharashtra 400001, India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C63ECC1B-8B9D-4DBE-8BA9-8FCC7D1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803D1F18-F690-4E3A-AE08-73DD1E69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EF8ADE6C-0D09-4C98-9360-C8B66B9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Aadhaar Number: 2100 0000 1289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D9215296-B3A2-45FB-9E65-2EDD7B3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Aadhya Rao  |  Physical Address: Flat 57, 5695 Narmada Terrace Road, Ahmedabad, Gujarat 380001, India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D88D0B4C-6BE2-47A2-A50A-1AF9127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5A18590C-8444-49FA-A31B-38893DB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9E22BA8C-F9A8-40CF-9CC7-FA840083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Aadhaar Number: 2100 0000 1291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9BF70D0A-8013-41A6-B5CF-06672C27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Riya Nair  |  Physical Address: Flat 58, 5732 Peepal Terrace Road, Chennai, Tamil Nadu 600001, India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287D65BE-AD91-47F0-8EA6-1C6E2CE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C5BEDE36-ECD3-4753-AC39-79682A25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819796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38DD6F91-E0E3-48EF-8EDB-7D9E86C6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1BEFF874-4C19-4207-A778-BDB556C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1173245D-B2FA-44AB-9696-F49255F0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FD6AF2E7-770C-44CF-96DE-C1AE874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Aadhaar Number: 2100 0000 1301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9CD09FA4-F259-405F-A6A8-1C15AE6E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Nisha Kohli  |  Physical Address: Flat 59, 5769 Saffron Terrace Road, Chandigarh, Chandigarh 160017, India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45670C08-819F-4A6A-8887-BC0D3B26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84C247F9-F1BD-46A5-BB73-DCAFA76F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4C6A8754-A62D-4050-AAE5-23B8E96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Aadhaar Number: 2100 0000 1317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EA1F6994-B560-467A-B826-34440AAF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Ishita Chopra  |  Physical Address: Flat 60, 5806 Yamuna Terrace Road, Jaipur, Rajasthan 302001, India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CB2F6DC8-D510-48B9-BE8C-F66CBF7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3CF6EBF9-4C4C-4083-9E5F-0EE16E5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7796BCF7-14A3-488F-895E-4D6A09F7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Aadhaar Number: 2100 0000 1329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BD616B51-5944-4975-9D72-C93DAE6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Aadhya Singh  |  Physical Address: Flat 61, 5843 Ashoka Valley Road, New Delhi, Delhi 110001, India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916F3242-D758-4426-8AC5-CA89BC81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42AB45FD-C1B9-49E2-81DE-C6BDC79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F99D87C0-BEE8-4F6F-BDBF-F821FEC6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Aadhaar Number: 2100 0000 1338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59E27BB9-AAB4-441D-B215-6CFFA72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Riya Desai  |  Physical Address: Flat 62, 5880 Banyan Valley Road, Hyderabad, Telangana 500001, India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4CDFF01D-E92D-4FE8-90BB-76FF92D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BCFFA942-1909-432D-841F-22D1D5A1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2523E7D8-6DF1-4533-95F4-7D23C0A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Aadhaar Number: 2100 0000 1340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00B0AD80-AE5E-46A0-8B17-2540C202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Nisha Kapoor  |  Physical Address: Flat 63, 5917 Cauvery Valley Road, Bengaluru, Karnataka 560001, India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819B41E3-6E53-4002-A0C4-36FF349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727E5812-102D-4D94-9618-47A0B0EE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496289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0AA910A6-3550-4E93-8230-645F160B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FCA7D835-B2B9-4A16-86FF-E19425E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871ED949-5A6D-4FFF-8D9A-294F383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9A1DB9FF-D554-4528-B19E-50EF206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Aadhaar Number: 2100 0000 1355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C276C924-DF7F-4739-8F6C-F9B8EDF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Ishita Rao  |  Physical Address: Flat 64, 5954 Gulmohar Valley Road, Lucknow, Uttar Pradesh 226001, India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7B9F172-985F-4613-AE40-DADA478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723DCF03-E94F-43A6-8D2C-7B332F5D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5F106332-CCEF-4852-912E-6CA01FD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Aadhaar Number: 2100 0000 1364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698D2318-2CFC-4EF0-B78D-6B493B8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Aadhya Reddy  |  Physical Address: Flat 65, 5991 Jasmine Valley Road, Kolkata, West Bengal 700001, India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D546B4F8-A3C5-43BE-9A0C-A6ABA629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B7298D4A-8704-4C1B-B703-F1BCC16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44762876-7284-4ACC-AFBD-8049F94A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Aadhaar Number: 2100 0000 1372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D80B66D3-85C2-4AB0-BAA8-E44D55A5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Riya Kohli  |  Physical Address: Flat 66, 6028 Kaveri Valley Road, Kochi, Kerala 682001, India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BF0D65E0-E7F8-483C-B2BF-BA4D6F8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A53176E0-93A7-457B-A219-7C61BC8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2A1594A3-CF44-42BD-BECB-02F03F8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Aadhaar Number: 2100 0000 1386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14D943DF-D089-4F10-927A-C4E0FDB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Nisha Chopra  |  Physical Address: Flat 67, 6065 Lotus Valley Road, Pune, Maharashtra 411001, India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F12FACC6-8ABD-4418-82BB-912ACAB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E18DC91B-7E0D-44F3-A186-FA79923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B09D1A33-7724-42AF-A730-FE408AB8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Aadhaar Number: 2100 0000 1393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3902A060-131E-47D3-9715-3186B20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Ishita Singh  |  Physical Address: Flat 68, 6102 Mango Valley Road, Mumbai, Maharashtra 400001, India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C321A38A-9871-409E-9588-757E107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8F1601AA-6B26-4580-81F0-66BB1C0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6464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006C4016-3C4A-4B4B-BA4F-5D78074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AD152169-B9A6-455B-8577-3852F055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EBEE9006-182A-4BC8-9FC4-3ACB261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4299F3DD-2B38-4CEF-8E25-D38CD0D7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Aadhaar Number: 2100 0000 1408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9DE87CFF-24D4-4CFE-950C-918CEA4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Aadhya Menon  |  Physical Address: Flat 69, 6139 Narmada Valley Road, Ahmedabad, Gujarat 380001, India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4C1BA08E-FCB3-4174-BC22-7474E0D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1626DCE6-4329-4013-85D4-C788E47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1CC10305-D3AC-48A3-857E-BF65EE82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Aadhaar Number: 2100 0000 1412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6581719A-1931-462B-AD90-AC4C6A2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Riya Kapoor  |  Physical Address: Flat 70, 6176 Peepal Valley Road, Chennai, Tamil Nadu 600001, India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F5C5AAED-F127-4C3A-8D9A-BC5432B0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0B3B8275-D12B-4952-81B8-4F7D767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3925BE43-B260-42DC-86D3-1A6C96CE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Aadhaar Number: 2100 0000 1420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8F1035AB-F64B-4E77-97F3-65716C1C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Nisha Rao  |  Physical Address: Flat 71, 6213 Saffron Valley Road, Chandigarh, Chandigarh 160017, India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A2EF1A73-A7B2-4640-886B-866D96E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A678C8F6-7C35-43A0-9AE1-7C2EB01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90F77A47-14EB-4C22-84E1-AEA3F5C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Aadhaar Number: 2100 0000 1431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67A2F40C-28F0-4BEE-985E-C920237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Ishita Reddy  |  Physical Address: Flat 72, 6250 Yamuna Valley Road, Jaipur, Rajasthan 302001, India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827A83D4-0D97-4673-941E-97A86A9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C7E9C60C-4E77-4739-83CF-20CD35D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2837E679-46C3-4FC1-B07B-236DA0BD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Aadhaar Number: 2100 0000 1449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17DD9ED1-A523-4353-938E-C869A390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Rohan Sharma  |  Physical Address: Flat 1, 6287 Ashoka Enclave Marg, New Delhi, Delhi 110001, India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662232F6-29F2-4886-8924-5E9AE1DA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3B0639F4-AB9C-4DE0-BCB2-44FF8BD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51004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D92F3867-FA20-497F-9660-0338CAB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Aadhaar Card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B124E909-5DA9-4102-938C-3B88E23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FF76BC19-D1AB-4D70-BD4E-84D16548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2784DA1E-EBBB-4220-A51C-C0C2083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Aadhaar Number: 2100 0000 1454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54D425E3-BF0D-4909-A95E-9D0EED8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Riya Chopra  |  Physical Address: Flat 2, 6324 Banyan Enclave Marg, Hyderabad, Telangana 500001, India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CEE6A2EC-89C6-4C0A-B3F0-932A467F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E658C6E7-BEFA-4774-87E6-B709995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730B1C4E-1F2B-42B1-B16D-8CFFC5A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Aadhaar Number: 2100 0000 1465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4E77B256-77B9-4F38-9EBB-7275CA8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Vihaan Singh  |  Physical Address: Flat 3, 6361 Cauvery Enclave Marg, Bengaluru, Karnataka 560001, India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67E7F9A3-98AC-4C48-B6D9-F8176F94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4576466F-95F7-4775-8AC7-0D81333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34CE8B03-9239-450A-903E-ACADE6BF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Aadhaar Number: 2100 0000 1477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F64B18A6-13DC-4373-B89B-25F99813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Kabir Menon  |  Physical Address: Flat 4, 6398 Gulmohar Enclave Marg, Lucknow, Uttar Pradesh 226001, India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7C3E8CCE-E960-45D4-BC78-AAC2714C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0C252F6F-9F12-4B46-9D61-BC82BA2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AF7B50E6-EC99-413E-9AEC-61A0D21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Aadhaar Number: 2100 0000 1483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333FC4D2-1C4C-4A17-BD9E-1EDB8FDF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Aarav Malhotra  |  Physical Address: Flat 5, 6435 Jasmine Enclave Marg, Kolkata, West Bengal 700001, India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D9E241C5-9E12-4CA8-BB7C-A7011771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41913E33-50AC-4A68-BAF4-1939F01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1D3894F7-71B0-4BD2-A7B3-8430FEE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Aadhaar Number: 2100 0000 1496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D2066C26-A2D9-4A2F-96D6-5D52045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Aman Rao  |  Physical Address: Flat 6, 6472 Kaveri Enclave Marg, Kochi, Kerala 682001, India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55E75072-363E-44B1-8E9E-8E615694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UIDAI Aadhaar number; unique identification number; Government of India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82F78704-1604-4287-A451-4544F3D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unique identification (Aadhaar)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89976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2026-07-31T08:58:52.9330000Z</dcterms:created>
  <dcterms:modified xsi:type="dcterms:W3CDTF">2026-07-31T08:58:52.9340000Z</dcterms:modified>
</coreProperties>
</file>
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fb79a17cc94348" /><Relationship Type="http://schemas.openxmlformats.org/officeDocument/2006/relationships/extended-properties" Target="/docProps/app.xml" Id="R1697fab5d19f4c21" /><Relationship Type="http://schemas.openxmlformats.org/officeDocument/2006/relationships/officeDocument" Target="/ppt/presentation.xml" Id="R11e07187155f45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2c0c6a9c67407a"/>
  </p:sldMasterIdLst>
  <p:notesMasterIdLst>
    <p:notesMasterId xmlns:r="http://schemas.openxmlformats.org/officeDocument/2006/relationships" r:id="R318a2ba984b1405a"/>
  </p:notesMasterIdLst>
  <p:sldIdLst>
    <p:sldId xmlns:r="http://schemas.openxmlformats.org/officeDocument/2006/relationships" id="256" r:id="R267912f4d07049bf"/>
    <p:sldId xmlns:r="http://schemas.openxmlformats.org/officeDocument/2006/relationships" id="257" r:id="R448476b4c7ff40a1"/>
    <p:sldId xmlns:r="http://schemas.openxmlformats.org/officeDocument/2006/relationships" id="258" r:id="R7dc38c21c3e245df"/>
    <p:sldId xmlns:r="http://schemas.openxmlformats.org/officeDocument/2006/relationships" id="259" r:id="Reb1618b264f94516"/>
    <p:sldId xmlns:r="http://schemas.openxmlformats.org/officeDocument/2006/relationships" id="260" r:id="Re77168705a9143d6"/>
    <p:sldId xmlns:r="http://schemas.openxmlformats.org/officeDocument/2006/relationships" id="261" r:id="R218930b8368345f5"/>
    <p:sldId xmlns:r="http://schemas.openxmlformats.org/officeDocument/2006/relationships" id="262" r:id="R1983883139e8498f"/>
    <p:sldId xmlns:r="http://schemas.openxmlformats.org/officeDocument/2006/relationships" id="263" r:id="R63376d81882a439f"/>
    <p:sldId xmlns:r="http://schemas.openxmlformats.org/officeDocument/2006/relationships" id="264" r:id="Rc065123a5a944014"/>
    <p:sldId xmlns:r="http://schemas.openxmlformats.org/officeDocument/2006/relationships" id="265" r:id="R1b704a8cfd2d463d"/>
    <p:sldId xmlns:r="http://schemas.openxmlformats.org/officeDocument/2006/relationships" id="266" r:id="R52ff5aac07ef4f09"/>
    <p:sldId xmlns:r="http://schemas.openxmlformats.org/officeDocument/2006/relationships" id="267" r:id="Rc2fbda8db47d41de"/>
    <p:sldId xmlns:r="http://schemas.openxmlformats.org/officeDocument/2006/relationships" id="268" r:id="R6f06cd1f7964428e"/>
    <p:sldId xmlns:r="http://schemas.openxmlformats.org/officeDocument/2006/relationships" id="269" r:id="R2998a35d81b84af9"/>
    <p:sldId xmlns:r="http://schemas.openxmlformats.org/officeDocument/2006/relationships" id="270" r:id="Re9d7cb9396dd49e1"/>
    <p:sldId xmlns:r="http://schemas.openxmlformats.org/officeDocument/2006/relationships" id="271" r:id="Rb4f1fa1fcb52414c"/>
    <p:sldId xmlns:r="http://schemas.openxmlformats.org/officeDocument/2006/relationships" id="272" r:id="R39b88bc292234156"/>
    <p:sldId xmlns:r="http://schemas.openxmlformats.org/officeDocument/2006/relationships" id="273" r:id="R4c2eec6211e44c0e"/>
    <p:sldId xmlns:r="http://schemas.openxmlformats.org/officeDocument/2006/relationships" id="274" r:id="Rc4ed45fde7934855"/>
    <p:sldId xmlns:r="http://schemas.openxmlformats.org/officeDocument/2006/relationships" id="275" r:id="Rd9e2d36183dc4311"/>
    <p:sldId xmlns:r="http://schemas.openxmlformats.org/officeDocument/2006/relationships" id="276" r:id="Re4d091d160264ec0"/>
    <p:sldId xmlns:r="http://schemas.openxmlformats.org/officeDocument/2006/relationships" id="277" r:id="R13a09fa426064046"/>
    <p:sldId xmlns:r="http://schemas.openxmlformats.org/officeDocument/2006/relationships" id="278" r:id="R2a00f525de794c62"/>
    <p:sldId xmlns:r="http://schemas.openxmlformats.org/officeDocument/2006/relationships" id="279" r:id="Rd73d64c3e78f4eeb"/>
    <p:sldId xmlns:r="http://schemas.openxmlformats.org/officeDocument/2006/relationships" id="280" r:id="R33d731ec74804312"/>
    <p:sldId xmlns:r="http://schemas.openxmlformats.org/officeDocument/2006/relationships" id="281" r:id="R06a543cd66414579"/>
    <p:sldId xmlns:r="http://schemas.openxmlformats.org/officeDocument/2006/relationships" id="282" r:id="R6016f3abaf684e5e"/>
    <p:sldId xmlns:r="http://schemas.openxmlformats.org/officeDocument/2006/relationships" id="283" r:id="R1807515f28fe48dd"/>
    <p:sldId xmlns:r="http://schemas.openxmlformats.org/officeDocument/2006/relationships" id="284" r:id="Rf7884a59b43641ea"/>
    <p:sldId xmlns:r="http://schemas.openxmlformats.org/officeDocument/2006/relationships" id="285" r:id="R80dbdfb708ff47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4dcd8f05384c08" /><Relationship Type="http://schemas.openxmlformats.org/officeDocument/2006/relationships/slideMaster" Target="/ppt/slideMasters/slideMaster1.xml" Id="Rd42c0c6a9c67407a" /><Relationship Type="http://schemas.openxmlformats.org/officeDocument/2006/relationships/notesMaster" Target="/ppt/notesMasters/notesMaster1.xml" Id="R318a2ba984b1405a" /><Relationship Type="http://schemas.openxmlformats.org/officeDocument/2006/relationships/presProps" Target="/ppt/presProps.xml" Id="R746c5a3bb3ea4769" /><Relationship Type="http://schemas.openxmlformats.org/officeDocument/2006/relationships/tableStyles" Target="/ppt/tableStyles.xml" Id="R81e251c5ebb743cf" /><Relationship Type="http://schemas.openxmlformats.org/officeDocument/2006/relationships/slide" Target="/ppt/slides/slide1.xml" Id="R267912f4d07049bf" /><Relationship Type="http://schemas.openxmlformats.org/officeDocument/2006/relationships/slide" Target="/ppt/slides/slide2.xml" Id="R448476b4c7ff40a1" /><Relationship Type="http://schemas.openxmlformats.org/officeDocument/2006/relationships/slide" Target="/ppt/slides/slide3.xml" Id="R7dc38c21c3e245df" /><Relationship Type="http://schemas.openxmlformats.org/officeDocument/2006/relationships/slide" Target="/ppt/slides/slide4.xml" Id="Reb1618b264f94516" /><Relationship Type="http://schemas.openxmlformats.org/officeDocument/2006/relationships/slide" Target="/ppt/slides/slide5.xml" Id="Re77168705a9143d6" /><Relationship Type="http://schemas.openxmlformats.org/officeDocument/2006/relationships/slide" Target="/ppt/slides/slide6.xml" Id="R218930b8368345f5" /><Relationship Type="http://schemas.openxmlformats.org/officeDocument/2006/relationships/slide" Target="/ppt/slides/slide7.xml" Id="R1983883139e8498f" /><Relationship Type="http://schemas.openxmlformats.org/officeDocument/2006/relationships/slide" Target="/ppt/slides/slide8.xml" Id="R63376d81882a439f" /><Relationship Type="http://schemas.openxmlformats.org/officeDocument/2006/relationships/slide" Target="/ppt/slides/slide9.xml" Id="Rc065123a5a944014" /><Relationship Type="http://schemas.openxmlformats.org/officeDocument/2006/relationships/slide" Target="/ppt/slides/slide10.xml" Id="R1b704a8cfd2d463d" /><Relationship Type="http://schemas.openxmlformats.org/officeDocument/2006/relationships/slide" Target="/ppt/slides/slide11.xml" Id="R52ff5aac07ef4f09" /><Relationship Type="http://schemas.openxmlformats.org/officeDocument/2006/relationships/slide" Target="/ppt/slides/slide12.xml" Id="Rc2fbda8db47d41de" /><Relationship Type="http://schemas.openxmlformats.org/officeDocument/2006/relationships/slide" Target="/ppt/slides/slide13.xml" Id="R6f06cd1f7964428e" /><Relationship Type="http://schemas.openxmlformats.org/officeDocument/2006/relationships/slide" Target="/ppt/slides/slide14.xml" Id="R2998a35d81b84af9" /><Relationship Type="http://schemas.openxmlformats.org/officeDocument/2006/relationships/slide" Target="/ppt/slides/slide15.xml" Id="Re9d7cb9396dd49e1" /><Relationship Type="http://schemas.openxmlformats.org/officeDocument/2006/relationships/slide" Target="/ppt/slides/slide16.xml" Id="Rb4f1fa1fcb52414c" /><Relationship Type="http://schemas.openxmlformats.org/officeDocument/2006/relationships/slide" Target="/ppt/slides/slide17.xml" Id="R39b88bc292234156" /><Relationship Type="http://schemas.openxmlformats.org/officeDocument/2006/relationships/slide" Target="/ppt/slides/slide18.xml" Id="R4c2eec6211e44c0e" /><Relationship Type="http://schemas.openxmlformats.org/officeDocument/2006/relationships/slide" Target="/ppt/slides/slide19.xml" Id="Rc4ed45fde7934855" /><Relationship Type="http://schemas.openxmlformats.org/officeDocument/2006/relationships/slide" Target="/ppt/slides/slide20.xml" Id="Rd9e2d36183dc4311" /><Relationship Type="http://schemas.openxmlformats.org/officeDocument/2006/relationships/slide" Target="/ppt/slides/slide21.xml" Id="Re4d091d160264ec0" /><Relationship Type="http://schemas.openxmlformats.org/officeDocument/2006/relationships/slide" Target="/ppt/slides/slide22.xml" Id="R13a09fa426064046" /><Relationship Type="http://schemas.openxmlformats.org/officeDocument/2006/relationships/slide" Target="/ppt/slides/slide23.xml" Id="R2a00f525de794c62" /><Relationship Type="http://schemas.openxmlformats.org/officeDocument/2006/relationships/slide" Target="/ppt/slides/slide24.xml" Id="Rd73d64c3e78f4eeb" /><Relationship Type="http://schemas.openxmlformats.org/officeDocument/2006/relationships/slide" Target="/ppt/slides/slide25.xml" Id="R33d731ec74804312" /><Relationship Type="http://schemas.openxmlformats.org/officeDocument/2006/relationships/slide" Target="/ppt/slides/slide26.xml" Id="R06a543cd66414579" /><Relationship Type="http://schemas.openxmlformats.org/officeDocument/2006/relationships/slide" Target="/ppt/slides/slide27.xml" Id="R6016f3abaf684e5e" /><Relationship Type="http://schemas.openxmlformats.org/officeDocument/2006/relationships/slide" Target="/ppt/slides/slide28.xml" Id="R1807515f28fe48dd" /><Relationship Type="http://schemas.openxmlformats.org/officeDocument/2006/relationships/slide" Target="/ppt/slides/slide29.xml" Id="Rf7884a59b43641ea" /><Relationship Type="http://schemas.openxmlformats.org/officeDocument/2006/relationships/slide" Target="/ppt/slides/slide30.xml" Id="R80dbdfb708ff47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9702da8b854a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752f651c6c451c" /><Relationship Type="http://schemas.openxmlformats.org/officeDocument/2006/relationships/notesMaster" Target="/ppt/notesMasters/notesMaster1.xml" Id="R8e0a8916f9d141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9330889c8747e6" /><Relationship Type="http://schemas.openxmlformats.org/officeDocument/2006/relationships/notesMaster" Target="/ppt/notesMasters/notesMaster1.xml" Id="Ref54814e32a340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35ca55429b484d" /><Relationship Type="http://schemas.openxmlformats.org/officeDocument/2006/relationships/notesMaster" Target="/ppt/notesMasters/notesMaster1.xml" Id="R1c64d0bc1bd64f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71c86d448042fd" /><Relationship Type="http://schemas.openxmlformats.org/officeDocument/2006/relationships/notesMaster" Target="/ppt/notesMasters/notesMaster1.xml" Id="R54cadf4e7c6047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524561e9474d56" /><Relationship Type="http://schemas.openxmlformats.org/officeDocument/2006/relationships/notesMaster" Target="/ppt/notesMasters/notesMaster1.xml" Id="R2fd00fdda81744e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37f9ad397444ce" /><Relationship Type="http://schemas.openxmlformats.org/officeDocument/2006/relationships/notesMaster" Target="/ppt/notesMasters/notesMaster1.xml" Id="R13206a0bbb9f47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545328e42e411d" /><Relationship Type="http://schemas.openxmlformats.org/officeDocument/2006/relationships/notesMaster" Target="/ppt/notesMasters/notesMaster1.xml" Id="Re99403de8c8042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dad6628fb8437d" /><Relationship Type="http://schemas.openxmlformats.org/officeDocument/2006/relationships/notesMaster" Target="/ppt/notesMasters/notesMaster1.xml" Id="Rfbbf4894da3348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85e708f76940bd" /><Relationship Type="http://schemas.openxmlformats.org/officeDocument/2006/relationships/notesMaster" Target="/ppt/notesMasters/notesMaster1.xml" Id="Rdb89c14250be44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dadb054384462f" /><Relationship Type="http://schemas.openxmlformats.org/officeDocument/2006/relationships/notesMaster" Target="/ppt/notesMasters/notesMaster1.xml" Id="R2a7fd0c9080b4c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6ec5ec24da34352" /><Relationship Type="http://schemas.openxmlformats.org/officeDocument/2006/relationships/notesMaster" Target="/ppt/notesMasters/notesMaster1.xml" Id="R13833e4e61154fe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fa493a114c4378" /><Relationship Type="http://schemas.openxmlformats.org/officeDocument/2006/relationships/notesMaster" Target="/ppt/notesMasters/notesMaster1.xml" Id="Rbdfafd4ff5314a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f8eceba1cd4849" /><Relationship Type="http://schemas.openxmlformats.org/officeDocument/2006/relationships/notesMaster" Target="/ppt/notesMasters/notesMaster1.xml" Id="Rf88cf42408a7455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e9453dd6c924cfd" /><Relationship Type="http://schemas.openxmlformats.org/officeDocument/2006/relationships/notesMaster" Target="/ppt/notesMasters/notesMaster1.xml" Id="R55961eaaa5fb47f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d379c70b154a27" /><Relationship Type="http://schemas.openxmlformats.org/officeDocument/2006/relationships/notesMaster" Target="/ppt/notesMasters/notesMaster1.xml" Id="R64d2633deb27419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5261197e4a4f8f" /><Relationship Type="http://schemas.openxmlformats.org/officeDocument/2006/relationships/notesMaster" Target="/ppt/notesMasters/notesMaster1.xml" Id="R0efe23731dcd458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1394a6e96b94f83" /><Relationship Type="http://schemas.openxmlformats.org/officeDocument/2006/relationships/notesMaster" Target="/ppt/notesMasters/notesMaster1.xml" Id="R43ecbb2e414940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b1fed75cdfb4d1c" /><Relationship Type="http://schemas.openxmlformats.org/officeDocument/2006/relationships/notesMaster" Target="/ppt/notesMasters/notesMaster1.xml" Id="Radf868ff7a254d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a6a9433ee904ad7" /><Relationship Type="http://schemas.openxmlformats.org/officeDocument/2006/relationships/notesMaster" Target="/ppt/notesMasters/notesMaster1.xml" Id="R92b292928f284e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05114bcfa2a44f4" /><Relationship Type="http://schemas.openxmlformats.org/officeDocument/2006/relationships/notesMaster" Target="/ppt/notesMasters/notesMaster1.xml" Id="R4c399aa4175a4a8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cd9543ff8f74366" /><Relationship Type="http://schemas.openxmlformats.org/officeDocument/2006/relationships/notesMaster" Target="/ppt/notesMasters/notesMaster1.xml" Id="Rbd9303d847e246a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8c5c9a0a066484a" /><Relationship Type="http://schemas.openxmlformats.org/officeDocument/2006/relationships/notesMaster" Target="/ppt/notesMasters/notesMaster1.xml" Id="R95a44d861b1c49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55f58eb33b2431f" /><Relationship Type="http://schemas.openxmlformats.org/officeDocument/2006/relationships/notesMaster" Target="/ppt/notesMasters/notesMaster1.xml" Id="Rae4a96f32e3b4fc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fc1287af15643d8" /><Relationship Type="http://schemas.openxmlformats.org/officeDocument/2006/relationships/notesMaster" Target="/ppt/notesMasters/notesMaster1.xml" Id="Ra58ab931f3f2408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b92a8d9734647dc" /><Relationship Type="http://schemas.openxmlformats.org/officeDocument/2006/relationships/notesMaster" Target="/ppt/notesMasters/notesMaster1.xml" Id="R08a20701604c46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b95fbd627641f1" /><Relationship Type="http://schemas.openxmlformats.org/officeDocument/2006/relationships/notesMaster" Target="/ppt/notesMasters/notesMaster1.xml" Id="R3df018b881984da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aa96f67157f49da" /><Relationship Type="http://schemas.openxmlformats.org/officeDocument/2006/relationships/notesMaster" Target="/ppt/notesMasters/notesMaster1.xml" Id="R06d437e55a354c7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0b305bbf61a461d" /><Relationship Type="http://schemas.openxmlformats.org/officeDocument/2006/relationships/notesMaster" Target="/ppt/notesMasters/notesMaster1.xml" Id="Rd51c15e912f841b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c784674525d47c4" /><Relationship Type="http://schemas.openxmlformats.org/officeDocument/2006/relationships/notesMaster" Target="/ppt/notesMasters/notesMaster1.xml" Id="Rb04c11d906b6471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fc15c2b103674866" /><Relationship Type="http://schemas.openxmlformats.org/officeDocument/2006/relationships/notesMaster" Target="/ppt/notesMasters/notesMaster1.xml" Id="R0b217e47461e4e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https://learn.microsoft.com/en-us/purview/sit-defn-uk-national-health-service-number</a:t>
            </a:r>
          </a:p>
          <a:p xmlns:a="http://schemas.openxmlformats.org/drawingml/2006/main">
            <a:r>
              <a:t>- https://github.com/artisttej/M365/blob/main/dummy_credit_card_data.csv (credit-card deck only)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e7a82209584a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37924e97d54670" /><Relationship Type="http://schemas.openxmlformats.org/officeDocument/2006/relationships/slideLayout" Target="/ppt/slideLayouts/slideLayout1.xml" Id="R79ae347f50e64a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ae347f50e64a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e8427d62649dc" /><Relationship Type="http://schemas.openxmlformats.org/officeDocument/2006/relationships/notesSlide" Target="/ppt/notesSlides/notesSlide1.xml" Id="Rb0005cc76ee1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f3ac98259407a" /><Relationship Type="http://schemas.openxmlformats.org/officeDocument/2006/relationships/notesSlide" Target="/ppt/notesSlides/notesSlide2.xml" Id="Rad1d114f26b744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281704ea54cc5" /><Relationship Type="http://schemas.openxmlformats.org/officeDocument/2006/relationships/notesSlide" Target="/ppt/notesSlides/notesSlide3.xml" Id="R54ab007d49b741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5fc2bf24ff47f2" /><Relationship Type="http://schemas.openxmlformats.org/officeDocument/2006/relationships/notesSlide" Target="/ppt/notesSlides/notesSlide4.xml" Id="Ra9bbcb93b4d648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2a58764854996" /><Relationship Type="http://schemas.openxmlformats.org/officeDocument/2006/relationships/notesSlide" Target="/ppt/notesSlides/notesSlide5.xml" Id="R2593239014184b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02ee4310c4840" /><Relationship Type="http://schemas.openxmlformats.org/officeDocument/2006/relationships/notesSlide" Target="/ppt/notesSlides/notesSlide6.xml" Id="R1fd69d43aca24d6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ac9e4a1554c2c" /><Relationship Type="http://schemas.openxmlformats.org/officeDocument/2006/relationships/notesSlide" Target="/ppt/notesSlides/notesSlide7.xml" Id="R6c32c589a8c84f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33ee74f61448a" /><Relationship Type="http://schemas.openxmlformats.org/officeDocument/2006/relationships/notesSlide" Target="/ppt/notesSlides/notesSlide8.xml" Id="R2e6955d4e90c4e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c5559f42c48ed" /><Relationship Type="http://schemas.openxmlformats.org/officeDocument/2006/relationships/notesSlide" Target="/ppt/notesSlides/notesSlide9.xml" Id="Rb554948eab7c4f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c3baae42c4f20" /><Relationship Type="http://schemas.openxmlformats.org/officeDocument/2006/relationships/notesSlide" Target="/ppt/notesSlides/notesSlide10.xml" Id="Rd4789877010f49f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9c01763d941fa" /><Relationship Type="http://schemas.openxmlformats.org/officeDocument/2006/relationships/notesSlide" Target="/ppt/notesSlides/notesSlide11.xml" Id="R4dd0263ec76548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20b2cbe5e4148" /><Relationship Type="http://schemas.openxmlformats.org/officeDocument/2006/relationships/notesSlide" Target="/ppt/notesSlides/notesSlide12.xml" Id="R7fd9d5c9959d413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6f2793ce64488e" /><Relationship Type="http://schemas.openxmlformats.org/officeDocument/2006/relationships/notesSlide" Target="/ppt/notesSlides/notesSlide13.xml" Id="R7eab4a4b13d249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cdcab7d8a4681" /><Relationship Type="http://schemas.openxmlformats.org/officeDocument/2006/relationships/notesSlide" Target="/ppt/notesSlides/notesSlide14.xml" Id="Rd89f6a8f411f45c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ad7f427484732" /><Relationship Type="http://schemas.openxmlformats.org/officeDocument/2006/relationships/notesSlide" Target="/ppt/notesSlides/notesSlide15.xml" Id="Rb0348f7e625e484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95fa09f49438c" /><Relationship Type="http://schemas.openxmlformats.org/officeDocument/2006/relationships/notesSlide" Target="/ppt/notesSlides/notesSlide16.xml" Id="R4a4ffd0578184c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459d8c1c24ba3" /><Relationship Type="http://schemas.openxmlformats.org/officeDocument/2006/relationships/notesSlide" Target="/ppt/notesSlides/notesSlide17.xml" Id="Rdc6617a8ed0343c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73046eded4906" /><Relationship Type="http://schemas.openxmlformats.org/officeDocument/2006/relationships/notesSlide" Target="/ppt/notesSlides/notesSlide18.xml" Id="Rcfb626857435452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0ba074f664808" /><Relationship Type="http://schemas.openxmlformats.org/officeDocument/2006/relationships/notesSlide" Target="/ppt/notesSlides/notesSlide19.xml" Id="Rdb1d5563aa0d411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03f95f4cb4f8c" /><Relationship Type="http://schemas.openxmlformats.org/officeDocument/2006/relationships/notesSlide" Target="/ppt/notesSlides/notesSlide20.xml" Id="R9ed6735afcfb449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a96d56c7f49ec" /><Relationship Type="http://schemas.openxmlformats.org/officeDocument/2006/relationships/notesSlide" Target="/ppt/notesSlides/notesSlide21.xml" Id="R5dcac6c74334420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60ef320a64dd4" /><Relationship Type="http://schemas.openxmlformats.org/officeDocument/2006/relationships/notesSlide" Target="/ppt/notesSlides/notesSlide22.xml" Id="R96f76771c6f8459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658edbbc4412a" /><Relationship Type="http://schemas.openxmlformats.org/officeDocument/2006/relationships/notesSlide" Target="/ppt/notesSlides/notesSlide23.xml" Id="R9e10077c60874d0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c6f89601d439e" /><Relationship Type="http://schemas.openxmlformats.org/officeDocument/2006/relationships/notesSlide" Target="/ppt/notesSlides/notesSlide24.xml" Id="Rc22c71fe9810427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2fc6900bf459c" /><Relationship Type="http://schemas.openxmlformats.org/officeDocument/2006/relationships/notesSlide" Target="/ppt/notesSlides/notesSlide25.xml" Id="Rdd800b817a334cb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7bd9145324081" /><Relationship Type="http://schemas.openxmlformats.org/officeDocument/2006/relationships/notesSlide" Target="/ppt/notesSlides/notesSlide26.xml" Id="R4542549b6c90452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5dfbbcd9142e8" /><Relationship Type="http://schemas.openxmlformats.org/officeDocument/2006/relationships/notesSlide" Target="/ppt/notesSlides/notesSlide27.xml" Id="R5c71084c940b450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1126c878b4c1f" /><Relationship Type="http://schemas.openxmlformats.org/officeDocument/2006/relationships/notesSlide" Target="/ppt/notesSlides/notesSlide28.xml" Id="Rb4c731a71827443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bfb8a038a04328" /><Relationship Type="http://schemas.openxmlformats.org/officeDocument/2006/relationships/notesSlide" Target="/ppt/notesSlides/notesSlide29.xml" Id="Rad76ce94f146429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e2679053043de" /><Relationship Type="http://schemas.openxmlformats.org/officeDocument/2006/relationships/notesSlide" Target="/ppt/notesSlides/notesSlide30.xml" Id="R32ec5de9cfde4a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">
            <a:extLst xmlns:a="http://schemas.openxmlformats.org/drawingml/2006/main">
              <a:ext uri="{FF2B5EF4-FFF2-40B4-BE49-F238E27FC236}">
                <a16:creationId xmlns:a16="http://schemas.microsoft.com/office/drawing/2014/main" id="{047EB144-950D-41F5-A141-B1596F3F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">
            <a:extLst xmlns:a="http://schemas.openxmlformats.org/drawingml/2006/main">
              <a:ext uri="{FF2B5EF4-FFF2-40B4-BE49-F238E27FC236}">
                <a16:creationId xmlns:a16="http://schemas.microsoft.com/office/drawing/2014/main" id="{2ACACC60-CA41-4DA1-8090-9EA17776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1-5 of 150</a:t>
            </a:r>
          </a:p>
        </p:txBody>
      </p:sp>
      <p:sp>
        <p:nvSpPr>
          <p:cNvPr id="3" name="record-panel-1-1">
            <a:extLst xmlns:a="http://schemas.openxmlformats.org/drawingml/2006/main">
              <a:ext uri="{FF2B5EF4-FFF2-40B4-BE49-F238E27FC236}">
                <a16:creationId xmlns:a16="http://schemas.microsoft.com/office/drawing/2014/main" id="{D77F402C-9F32-4AE3-BBA5-0711559E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-1">
            <a:extLst xmlns:a="http://schemas.openxmlformats.org/drawingml/2006/main">
              <a:ext uri="{FF2B5EF4-FFF2-40B4-BE49-F238E27FC236}">
                <a16:creationId xmlns:a16="http://schemas.microsoft.com/office/drawing/2014/main" id="{EE1CF116-0417-48A4-A61E-78A56A2D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TEST-001  |  National Health Service (NHS) Number: 943 476 5005</a:t>
            </a:r>
          </a:p>
        </p:txBody>
      </p:sp>
      <p:sp>
        <p:nvSpPr>
          <p:cNvPr id="5" name="record-person-1-1">
            <a:extLst xmlns:a="http://schemas.openxmlformats.org/drawingml/2006/main">
              <a:ext uri="{FF2B5EF4-FFF2-40B4-BE49-F238E27FC236}">
                <a16:creationId xmlns:a16="http://schemas.microsoft.com/office/drawing/2014/main" id="{EA496E4D-BC54-4ED4-A21A-E40C604D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Amelia Robinson  |  Physical Address: Flat 31, 9105 Hawthorn Mead Way, Manchester, M1 2WD, United Kingdom</a:t>
            </a:r>
          </a:p>
        </p:txBody>
      </p:sp>
      <p:sp>
        <p:nvSpPr>
          <p:cNvPr id="6" name="record-evidence-1-1">
            <a:extLst xmlns:a="http://schemas.openxmlformats.org/drawingml/2006/main">
              <a:ext uri="{FF2B5EF4-FFF2-40B4-BE49-F238E27FC236}">
                <a16:creationId xmlns:a16="http://schemas.microsoft.com/office/drawing/2014/main" id="{1C0E7742-DE78-49BC-9F93-55987691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1981-02-02</a:t>
            </a:r>
          </a:p>
        </p:txBody>
      </p:sp>
      <p:sp>
        <p:nvSpPr>
          <p:cNvPr id="7" name="record-panel-1-2">
            <a:extLst xmlns:a="http://schemas.openxmlformats.org/drawingml/2006/main">
              <a:ext uri="{FF2B5EF4-FFF2-40B4-BE49-F238E27FC236}">
                <a16:creationId xmlns:a16="http://schemas.microsoft.com/office/drawing/2014/main" id="{4C0F5A6B-CA89-43B7-87E4-2D758148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-2">
            <a:extLst xmlns:a="http://schemas.openxmlformats.org/drawingml/2006/main">
              <a:ext uri="{FF2B5EF4-FFF2-40B4-BE49-F238E27FC236}">
                <a16:creationId xmlns:a16="http://schemas.microsoft.com/office/drawing/2014/main" id="{F45F8467-6C3C-4092-8F61-C241CFFF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TEST-002  |  National Health Service (NHS) Number: 943 476 5013</a:t>
            </a:r>
          </a:p>
        </p:txBody>
      </p:sp>
      <p:sp>
        <p:nvSpPr>
          <p:cNvPr id="9" name="record-person-1-2">
            <a:extLst xmlns:a="http://schemas.openxmlformats.org/drawingml/2006/main">
              <a:ext uri="{FF2B5EF4-FFF2-40B4-BE49-F238E27FC236}">
                <a16:creationId xmlns:a16="http://schemas.microsoft.com/office/drawing/2014/main" id="{B029F7D5-0306-4408-8A77-44A248F9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Sophie Harris  |  Physical Address: Flat 32, 9142 Kingfisher Mead Way, Nottingham, NG1 2AS, United Kingdom</a:t>
            </a:r>
          </a:p>
        </p:txBody>
      </p:sp>
      <p:sp>
        <p:nvSpPr>
          <p:cNvPr id="10" name="record-evidence-1-2">
            <a:extLst xmlns:a="http://schemas.openxmlformats.org/drawingml/2006/main">
              <a:ext uri="{FF2B5EF4-FFF2-40B4-BE49-F238E27FC236}">
                <a16:creationId xmlns:a16="http://schemas.microsoft.com/office/drawing/2014/main" id="{267956D1-09E3-4875-8F47-F4FD2176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1982-03-03</a:t>
            </a:r>
          </a:p>
        </p:txBody>
      </p:sp>
      <p:sp>
        <p:nvSpPr>
          <p:cNvPr id="11" name="record-panel-1-3">
            <a:extLst xmlns:a="http://schemas.openxmlformats.org/drawingml/2006/main">
              <a:ext uri="{FF2B5EF4-FFF2-40B4-BE49-F238E27FC236}">
                <a16:creationId xmlns:a16="http://schemas.microsoft.com/office/drawing/2014/main" id="{75267C49-2A4A-4A0A-8D33-D65F8104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-3">
            <a:extLst xmlns:a="http://schemas.openxmlformats.org/drawingml/2006/main">
              <a:ext uri="{FF2B5EF4-FFF2-40B4-BE49-F238E27FC236}">
                <a16:creationId xmlns:a16="http://schemas.microsoft.com/office/drawing/2014/main" id="{9EBBFF6F-D985-4E94-82EE-8B070300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TEST-003  |  National Health Service (NHS) Number: 943 476 5021</a:t>
            </a:r>
          </a:p>
        </p:txBody>
      </p:sp>
      <p:sp>
        <p:nvSpPr>
          <p:cNvPr id="13" name="record-person-1-3">
            <a:extLst xmlns:a="http://schemas.openxmlformats.org/drawingml/2006/main">
              <a:ext uri="{FF2B5EF4-FFF2-40B4-BE49-F238E27FC236}">
                <a16:creationId xmlns:a16="http://schemas.microsoft.com/office/drawing/2014/main" id="{36E0615C-0FA1-44FC-982E-714F8DFE1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Lily Evans  |  Physical Address: Flat 33, 9179 Mill Mead Way, London, SW1A 2AA, United Kingdom</a:t>
            </a:r>
          </a:p>
        </p:txBody>
      </p:sp>
      <p:sp>
        <p:nvSpPr>
          <p:cNvPr id="14" name="record-evidence-1-3">
            <a:extLst xmlns:a="http://schemas.openxmlformats.org/drawingml/2006/main">
              <a:ext uri="{FF2B5EF4-FFF2-40B4-BE49-F238E27FC236}">
                <a16:creationId xmlns:a16="http://schemas.microsoft.com/office/drawing/2014/main" id="{3867ADA3-F775-42CD-AA1D-4B282401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1983-04-04</a:t>
            </a:r>
          </a:p>
        </p:txBody>
      </p:sp>
      <p:sp>
        <p:nvSpPr>
          <p:cNvPr id="15" name="record-panel-1-4">
            <a:extLst xmlns:a="http://schemas.openxmlformats.org/drawingml/2006/main">
              <a:ext uri="{FF2B5EF4-FFF2-40B4-BE49-F238E27FC236}">
                <a16:creationId xmlns:a16="http://schemas.microsoft.com/office/drawing/2014/main" id="{7D59BE6E-E828-40D9-8D4A-C4EBAC7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-4">
            <a:extLst xmlns:a="http://schemas.openxmlformats.org/drawingml/2006/main">
              <a:ext uri="{FF2B5EF4-FFF2-40B4-BE49-F238E27FC236}">
                <a16:creationId xmlns:a16="http://schemas.microsoft.com/office/drawing/2014/main" id="{F582A53E-6906-4087-9086-61944CDC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TEST-004  |  National Health Service (NHS) Number: 943 476 6532</a:t>
            </a:r>
          </a:p>
        </p:txBody>
      </p:sp>
      <p:sp>
        <p:nvSpPr>
          <p:cNvPr id="17" name="record-person-1-4">
            <a:extLst xmlns:a="http://schemas.openxmlformats.org/drawingml/2006/main">
              <a:ext uri="{FF2B5EF4-FFF2-40B4-BE49-F238E27FC236}">
                <a16:creationId xmlns:a16="http://schemas.microsoft.com/office/drawing/2014/main" id="{C4890577-7A78-4A41-AB88-EF56F870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Mia Taylor  |  Physical Address: Flat 34, 9216 Orchard Mead Way, Edinburgh, EH1 1YZ, United Kingdom</a:t>
            </a:r>
          </a:p>
        </p:txBody>
      </p:sp>
      <p:sp>
        <p:nvSpPr>
          <p:cNvPr id="18" name="record-evidence-1-4">
            <a:extLst xmlns:a="http://schemas.openxmlformats.org/drawingml/2006/main">
              <a:ext uri="{FF2B5EF4-FFF2-40B4-BE49-F238E27FC236}">
                <a16:creationId xmlns:a16="http://schemas.microsoft.com/office/drawing/2014/main" id="{1158A1EE-973D-4320-9F11-1C642E1F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1984-05-05</a:t>
            </a:r>
          </a:p>
        </p:txBody>
      </p:sp>
      <p:sp>
        <p:nvSpPr>
          <p:cNvPr id="19" name="record-panel-1-5">
            <a:extLst xmlns:a="http://schemas.openxmlformats.org/drawingml/2006/main">
              <a:ext uri="{FF2B5EF4-FFF2-40B4-BE49-F238E27FC236}">
                <a16:creationId xmlns:a16="http://schemas.microsoft.com/office/drawing/2014/main" id="{B8F48BE6-F24A-4916-961A-A4B6F32F1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-5">
            <a:extLst xmlns:a="http://schemas.openxmlformats.org/drawingml/2006/main">
              <a:ext uri="{FF2B5EF4-FFF2-40B4-BE49-F238E27FC236}">
                <a16:creationId xmlns:a16="http://schemas.microsoft.com/office/drawing/2014/main" id="{92B1E5D0-D86E-4819-AA85-D0ADB891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TEST-005  |  National Health Service (NHS) Number: 943 476 5048</a:t>
            </a:r>
          </a:p>
        </p:txBody>
      </p:sp>
      <p:sp>
        <p:nvSpPr>
          <p:cNvPr id="21" name="record-person-1-5">
            <a:extLst xmlns:a="http://schemas.openxmlformats.org/drawingml/2006/main">
              <a:ext uri="{FF2B5EF4-FFF2-40B4-BE49-F238E27FC236}">
                <a16:creationId xmlns:a16="http://schemas.microsoft.com/office/drawing/2014/main" id="{2BA0982E-CB3B-4839-AE90-3128F49E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Amelia Green  |  Physical Address: Flat 35, 9253 Station Mead Way, Cambridge, CB1 1BH, United Kingdom</a:t>
            </a:r>
          </a:p>
        </p:txBody>
      </p:sp>
      <p:sp>
        <p:nvSpPr>
          <p:cNvPr id="22" name="record-evidence-1-5">
            <a:extLst xmlns:a="http://schemas.openxmlformats.org/drawingml/2006/main">
              <a:ext uri="{FF2B5EF4-FFF2-40B4-BE49-F238E27FC236}">
                <a16:creationId xmlns:a16="http://schemas.microsoft.com/office/drawing/2014/main" id="{FC7ED45A-99CF-40E9-A8F3-0D870FE2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1985-06-06</a:t>
            </a:r>
          </a:p>
        </p:txBody>
      </p:sp>
      <p:sp>
        <p:nvSpPr>
          <p:cNvPr id="23" name="footer-1">
            <a:extLst xmlns:a="http://schemas.openxmlformats.org/drawingml/2006/main">
              <a:ext uri="{FF2B5EF4-FFF2-40B4-BE49-F238E27FC236}">
                <a16:creationId xmlns:a16="http://schemas.microsoft.com/office/drawing/2014/main" id="{6036244A-A640-4C48-9499-C5602913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9316620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7BE0F0CE-B894-46FA-A20D-1CE26FB0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">
            <a:extLst xmlns:a="http://schemas.openxmlformats.org/drawingml/2006/main">
              <a:ext uri="{FF2B5EF4-FFF2-40B4-BE49-F238E27FC236}">
                <a16:creationId xmlns:a16="http://schemas.microsoft.com/office/drawing/2014/main" id="{37F88C9D-768A-4677-B434-90FFD051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6-10 of 150</a:t>
            </a:r>
          </a:p>
        </p:txBody>
      </p:sp>
      <p:sp>
        <p:nvSpPr>
          <p:cNvPr id="3" name="record-panel-2-1">
            <a:extLst xmlns:a="http://schemas.openxmlformats.org/drawingml/2006/main">
              <a:ext uri="{FF2B5EF4-FFF2-40B4-BE49-F238E27FC236}">
                <a16:creationId xmlns:a16="http://schemas.microsoft.com/office/drawing/2014/main" id="{06DDAC47-6314-4BC4-B658-68FEE7F5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-1">
            <a:extLst xmlns:a="http://schemas.openxmlformats.org/drawingml/2006/main">
              <a:ext uri="{FF2B5EF4-FFF2-40B4-BE49-F238E27FC236}">
                <a16:creationId xmlns:a16="http://schemas.microsoft.com/office/drawing/2014/main" id="{30C69C1B-1BCD-49C2-8472-2D4C1F86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TEST-006  |  National Health Service (NHS) Number: 943 476 5056</a:t>
            </a:r>
          </a:p>
        </p:txBody>
      </p:sp>
      <p:sp>
        <p:nvSpPr>
          <p:cNvPr id="5" name="record-person-2-1">
            <a:extLst xmlns:a="http://schemas.openxmlformats.org/drawingml/2006/main">
              <a:ext uri="{FF2B5EF4-FFF2-40B4-BE49-F238E27FC236}">
                <a16:creationId xmlns:a16="http://schemas.microsoft.com/office/drawing/2014/main" id="{3CCC856F-1FB8-40EE-97C4-CFFA4C14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Sophie Wilson  |  Physical Address: Flat 36, 9290 Victoria Mead Way, Cardiff, CF10 2HE, United Kingdom</a:t>
            </a:r>
          </a:p>
        </p:txBody>
      </p:sp>
      <p:sp>
        <p:nvSpPr>
          <p:cNvPr id="6" name="record-evidence-2-1">
            <a:extLst xmlns:a="http://schemas.openxmlformats.org/drawingml/2006/main">
              <a:ext uri="{FF2B5EF4-FFF2-40B4-BE49-F238E27FC236}">
                <a16:creationId xmlns:a16="http://schemas.microsoft.com/office/drawing/2014/main" id="{88F8C7FF-9E86-4D36-B97E-5F06FE2F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1986-07-07</a:t>
            </a:r>
          </a:p>
        </p:txBody>
      </p:sp>
      <p:sp>
        <p:nvSpPr>
          <p:cNvPr id="7" name="record-panel-2-2">
            <a:extLst xmlns:a="http://schemas.openxmlformats.org/drawingml/2006/main">
              <a:ext uri="{FF2B5EF4-FFF2-40B4-BE49-F238E27FC236}">
                <a16:creationId xmlns:a16="http://schemas.microsoft.com/office/drawing/2014/main" id="{7C1411A7-E2B7-4D70-B8B4-35E3EA3CD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-2">
            <a:extLst xmlns:a="http://schemas.openxmlformats.org/drawingml/2006/main">
              <a:ext uri="{FF2B5EF4-FFF2-40B4-BE49-F238E27FC236}">
                <a16:creationId xmlns:a16="http://schemas.microsoft.com/office/drawing/2014/main" id="{9B3BE7CC-1073-4355-9F7A-4BC0AFB3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TEST-007  |  National Health Service (NHS) Number: 943 476 5064</a:t>
            </a:r>
          </a:p>
        </p:txBody>
      </p:sp>
      <p:sp>
        <p:nvSpPr>
          <p:cNvPr id="9" name="record-person-2-2">
            <a:extLst xmlns:a="http://schemas.openxmlformats.org/drawingml/2006/main">
              <a:ext uri="{FF2B5EF4-FFF2-40B4-BE49-F238E27FC236}">
                <a16:creationId xmlns:a16="http://schemas.microsoft.com/office/drawing/2014/main" id="{15E30905-AA1D-4EE9-ABAF-CD28299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Charlie Clarke  |  Physical Address: Flat 37, 9327 Abbey Park Way, Sheffield, S1 2BJ, United Kingdom</a:t>
            </a:r>
          </a:p>
        </p:txBody>
      </p:sp>
      <p:sp>
        <p:nvSpPr>
          <p:cNvPr id="10" name="record-evidence-2-2">
            <a:extLst xmlns:a="http://schemas.openxmlformats.org/drawingml/2006/main">
              <a:ext uri="{FF2B5EF4-FFF2-40B4-BE49-F238E27FC236}">
                <a16:creationId xmlns:a16="http://schemas.microsoft.com/office/drawing/2014/main" id="{87C6CDFB-B1EE-40CD-B611-FCF28EAF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1987-08-08</a:t>
            </a:r>
          </a:p>
        </p:txBody>
      </p:sp>
      <p:sp>
        <p:nvSpPr>
          <p:cNvPr id="11" name="record-panel-2-3">
            <a:extLst xmlns:a="http://schemas.openxmlformats.org/drawingml/2006/main">
              <a:ext uri="{FF2B5EF4-FFF2-40B4-BE49-F238E27FC236}">
                <a16:creationId xmlns:a16="http://schemas.microsoft.com/office/drawing/2014/main" id="{482A1421-B8E4-4C8A-8C76-B6EE707C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-3">
            <a:extLst xmlns:a="http://schemas.openxmlformats.org/drawingml/2006/main">
              <a:ext uri="{FF2B5EF4-FFF2-40B4-BE49-F238E27FC236}">
                <a16:creationId xmlns:a16="http://schemas.microsoft.com/office/drawing/2014/main" id="{68D0B769-9A5D-4B4D-B9C9-5580846E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TEST-008  |  National Health Service (NHS) Number: 943 476 5072</a:t>
            </a:r>
          </a:p>
        </p:txBody>
      </p:sp>
      <p:sp>
        <p:nvSpPr>
          <p:cNvPr id="13" name="record-person-2-3">
            <a:extLst xmlns:a="http://schemas.openxmlformats.org/drawingml/2006/main">
              <a:ext uri="{FF2B5EF4-FFF2-40B4-BE49-F238E27FC236}">
                <a16:creationId xmlns:a16="http://schemas.microsoft.com/office/drawing/2014/main" id="{C7CF322F-1C2C-4C46-8E08-C5888DD4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Arthur Robinson  |  Physical Address: Flat 38, 9364 Bramble Park Way, Leeds, LS1 4AP, United Kingdom</a:t>
            </a:r>
          </a:p>
        </p:txBody>
      </p:sp>
      <p:sp>
        <p:nvSpPr>
          <p:cNvPr id="14" name="record-evidence-2-3">
            <a:extLst xmlns:a="http://schemas.openxmlformats.org/drawingml/2006/main">
              <a:ext uri="{FF2B5EF4-FFF2-40B4-BE49-F238E27FC236}">
                <a16:creationId xmlns:a16="http://schemas.microsoft.com/office/drawing/2014/main" id="{B8D8FDEF-9E76-47C8-8A08-6164D7EE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1988-09-09</a:t>
            </a:r>
          </a:p>
        </p:txBody>
      </p:sp>
      <p:sp>
        <p:nvSpPr>
          <p:cNvPr id="15" name="record-panel-2-4">
            <a:extLst xmlns:a="http://schemas.openxmlformats.org/drawingml/2006/main">
              <a:ext uri="{FF2B5EF4-FFF2-40B4-BE49-F238E27FC236}">
                <a16:creationId xmlns:a16="http://schemas.microsoft.com/office/drawing/2014/main" id="{8798A804-D257-4DE7-88D7-63A054A0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-4">
            <a:extLst xmlns:a="http://schemas.openxmlformats.org/drawingml/2006/main">
              <a:ext uri="{FF2B5EF4-FFF2-40B4-BE49-F238E27FC236}">
                <a16:creationId xmlns:a16="http://schemas.microsoft.com/office/drawing/2014/main" id="{63475B07-0E8D-45E8-8919-3B07A23D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TEST-009  |  National Health Service (NHS) Number: 943 476 5080</a:t>
            </a:r>
          </a:p>
        </p:txBody>
      </p:sp>
      <p:sp>
        <p:nvSpPr>
          <p:cNvPr id="17" name="record-person-2-4">
            <a:extLst xmlns:a="http://schemas.openxmlformats.org/drawingml/2006/main">
              <a:ext uri="{FF2B5EF4-FFF2-40B4-BE49-F238E27FC236}">
                <a16:creationId xmlns:a16="http://schemas.microsoft.com/office/drawing/2014/main" id="{074DEBB0-F409-4599-8F64-E5CBA31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Edward Harris  |  Physical Address: Flat 39, 9401 Cedar Park Way, Leicester, LE1 5YP, United Kingdom</a:t>
            </a:r>
          </a:p>
        </p:txBody>
      </p:sp>
      <p:sp>
        <p:nvSpPr>
          <p:cNvPr id="18" name="record-evidence-2-4">
            <a:extLst xmlns:a="http://schemas.openxmlformats.org/drawingml/2006/main">
              <a:ext uri="{FF2B5EF4-FFF2-40B4-BE49-F238E27FC236}">
                <a16:creationId xmlns:a16="http://schemas.microsoft.com/office/drawing/2014/main" id="{DFB563EB-AB46-40C2-9E10-309AED1F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1989-10-10</a:t>
            </a:r>
          </a:p>
        </p:txBody>
      </p:sp>
      <p:sp>
        <p:nvSpPr>
          <p:cNvPr id="19" name="record-panel-2-5">
            <a:extLst xmlns:a="http://schemas.openxmlformats.org/drawingml/2006/main">
              <a:ext uri="{FF2B5EF4-FFF2-40B4-BE49-F238E27FC236}">
                <a16:creationId xmlns:a16="http://schemas.microsoft.com/office/drawing/2014/main" id="{063BD02F-18E2-498A-B720-5A40C090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-5">
            <a:extLst xmlns:a="http://schemas.openxmlformats.org/drawingml/2006/main">
              <a:ext uri="{FF2B5EF4-FFF2-40B4-BE49-F238E27FC236}">
                <a16:creationId xmlns:a16="http://schemas.microsoft.com/office/drawing/2014/main" id="{50068B5D-3D96-487B-ABDB-434C4793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TEST-010  |  National Health Service (NHS) Number: 943 476 5099</a:t>
            </a:r>
          </a:p>
        </p:txBody>
      </p:sp>
      <p:sp>
        <p:nvSpPr>
          <p:cNvPr id="21" name="record-person-2-5">
            <a:extLst xmlns:a="http://schemas.openxmlformats.org/drawingml/2006/main">
              <a:ext uri="{FF2B5EF4-FFF2-40B4-BE49-F238E27FC236}">
                <a16:creationId xmlns:a16="http://schemas.microsoft.com/office/drawing/2014/main" id="{9C8A0B68-5735-41DC-926B-56383C79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William Evans  |  Physical Address: Flat 40, 9438 Church Park Way, Birmingham, B1 1BB, United Kingdom</a:t>
            </a:r>
          </a:p>
        </p:txBody>
      </p:sp>
      <p:sp>
        <p:nvSpPr>
          <p:cNvPr id="22" name="record-evidence-2-5">
            <a:extLst xmlns:a="http://schemas.openxmlformats.org/drawingml/2006/main">
              <a:ext uri="{FF2B5EF4-FFF2-40B4-BE49-F238E27FC236}">
                <a16:creationId xmlns:a16="http://schemas.microsoft.com/office/drawing/2014/main" id="{9C2BEF27-58CC-45BB-BB5C-F728FB20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1990-11-11</a:t>
            </a:r>
          </a:p>
        </p:txBody>
      </p:sp>
      <p:sp>
        <p:nvSpPr>
          <p:cNvPr id="23" name="footer-2">
            <a:extLst xmlns:a="http://schemas.openxmlformats.org/drawingml/2006/main">
              <a:ext uri="{FF2B5EF4-FFF2-40B4-BE49-F238E27FC236}">
                <a16:creationId xmlns:a16="http://schemas.microsoft.com/office/drawing/2014/main" id="{2C97B973-0BF7-46CF-A19A-0BC8528D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61344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CFBB5355-AC50-4AD8-9020-AA9C9398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3">
            <a:extLst xmlns:a="http://schemas.openxmlformats.org/drawingml/2006/main">
              <a:ext uri="{FF2B5EF4-FFF2-40B4-BE49-F238E27FC236}">
                <a16:creationId xmlns:a16="http://schemas.microsoft.com/office/drawing/2014/main" id="{31E70008-63E2-4096-B944-7C33683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11-15 of 150</a:t>
            </a:r>
          </a:p>
        </p:txBody>
      </p:sp>
      <p:sp>
        <p:nvSpPr>
          <p:cNvPr id="3" name="record-panel-3-1">
            <a:extLst xmlns:a="http://schemas.openxmlformats.org/drawingml/2006/main">
              <a:ext uri="{FF2B5EF4-FFF2-40B4-BE49-F238E27FC236}">
                <a16:creationId xmlns:a16="http://schemas.microsoft.com/office/drawing/2014/main" id="{3DE773D0-C808-4BB1-B43B-FEA4FA18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-1">
            <a:extLst xmlns:a="http://schemas.openxmlformats.org/drawingml/2006/main">
              <a:ext uri="{FF2B5EF4-FFF2-40B4-BE49-F238E27FC236}">
                <a16:creationId xmlns:a16="http://schemas.microsoft.com/office/drawing/2014/main" id="{1A11946C-F5CE-46D0-9510-C375C4FA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TEST-011  |  National Health Service (NHS) Number: 943 476 5102</a:t>
            </a:r>
          </a:p>
        </p:txBody>
      </p:sp>
      <p:sp>
        <p:nvSpPr>
          <p:cNvPr id="5" name="record-person-3-1">
            <a:extLst xmlns:a="http://schemas.openxmlformats.org/drawingml/2006/main">
              <a:ext uri="{FF2B5EF4-FFF2-40B4-BE49-F238E27FC236}">
                <a16:creationId xmlns:a16="http://schemas.microsoft.com/office/drawing/2014/main" id="{5FF1E479-7340-40B2-B441-A2FCD3F0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Charlie Taylor  |  Physical Address: Flat 41, 9475 Crown Park Way, Liverpool, L1 8JQ, United Kingdom</a:t>
            </a:r>
          </a:p>
        </p:txBody>
      </p:sp>
      <p:sp>
        <p:nvSpPr>
          <p:cNvPr id="6" name="record-evidence-3-1">
            <a:extLst xmlns:a="http://schemas.openxmlformats.org/drawingml/2006/main">
              <a:ext uri="{FF2B5EF4-FFF2-40B4-BE49-F238E27FC236}">
                <a16:creationId xmlns:a16="http://schemas.microsoft.com/office/drawing/2014/main" id="{B28DDBCA-F840-4F61-8806-AEFFF829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1991-12-12</a:t>
            </a:r>
          </a:p>
        </p:txBody>
      </p:sp>
      <p:sp>
        <p:nvSpPr>
          <p:cNvPr id="7" name="record-panel-3-2">
            <a:extLst xmlns:a="http://schemas.openxmlformats.org/drawingml/2006/main">
              <a:ext uri="{FF2B5EF4-FFF2-40B4-BE49-F238E27FC236}">
                <a16:creationId xmlns:a16="http://schemas.microsoft.com/office/drawing/2014/main" id="{90445A15-019B-4EFE-A14F-64B7C635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-2">
            <a:extLst xmlns:a="http://schemas.openxmlformats.org/drawingml/2006/main">
              <a:ext uri="{FF2B5EF4-FFF2-40B4-BE49-F238E27FC236}">
                <a16:creationId xmlns:a16="http://schemas.microsoft.com/office/drawing/2014/main" id="{5EAD286F-855A-44E6-9D8F-0252D66F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TEST-012  |  National Health Service (NHS) Number: 943 476 5110</a:t>
            </a:r>
          </a:p>
        </p:txBody>
      </p:sp>
      <p:sp>
        <p:nvSpPr>
          <p:cNvPr id="9" name="record-person-3-2">
            <a:extLst xmlns:a="http://schemas.openxmlformats.org/drawingml/2006/main">
              <a:ext uri="{FF2B5EF4-FFF2-40B4-BE49-F238E27FC236}">
                <a16:creationId xmlns:a16="http://schemas.microsoft.com/office/drawing/2014/main" id="{547E0339-01DD-4A75-92F3-4DBBA9EC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Arthur Green  |  Physical Address: Flat 42, 9512 Elm Park Way, Aberdeen, AB10 1AN, United Kingdom</a:t>
            </a:r>
          </a:p>
        </p:txBody>
      </p:sp>
      <p:sp>
        <p:nvSpPr>
          <p:cNvPr id="10" name="record-evidence-3-2">
            <a:extLst xmlns:a="http://schemas.openxmlformats.org/drawingml/2006/main">
              <a:ext uri="{FF2B5EF4-FFF2-40B4-BE49-F238E27FC236}">
                <a16:creationId xmlns:a16="http://schemas.microsoft.com/office/drawing/2014/main" id="{82434E32-B9BC-4273-8935-B3C11FEC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1992-01-13</a:t>
            </a:r>
          </a:p>
        </p:txBody>
      </p:sp>
      <p:sp>
        <p:nvSpPr>
          <p:cNvPr id="11" name="record-panel-3-3">
            <a:extLst xmlns:a="http://schemas.openxmlformats.org/drawingml/2006/main">
              <a:ext uri="{FF2B5EF4-FFF2-40B4-BE49-F238E27FC236}">
                <a16:creationId xmlns:a16="http://schemas.microsoft.com/office/drawing/2014/main" id="{468C6B9B-5ADF-496E-92E6-9006F788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-3">
            <a:extLst xmlns:a="http://schemas.openxmlformats.org/drawingml/2006/main">
              <a:ext uri="{FF2B5EF4-FFF2-40B4-BE49-F238E27FC236}">
                <a16:creationId xmlns:a16="http://schemas.microsoft.com/office/drawing/2014/main" id="{7F2995EF-AAFF-4FB5-82B5-E1B8CDEB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TEST-013  |  National Health Service (NHS) Number: 943 476 5129</a:t>
            </a:r>
          </a:p>
        </p:txBody>
      </p:sp>
      <p:sp>
        <p:nvSpPr>
          <p:cNvPr id="13" name="record-person-3-3">
            <a:extLst xmlns:a="http://schemas.openxmlformats.org/drawingml/2006/main">
              <a:ext uri="{FF2B5EF4-FFF2-40B4-BE49-F238E27FC236}">
                <a16:creationId xmlns:a16="http://schemas.microsoft.com/office/drawing/2014/main" id="{B28CB536-22E4-4D35-BEF4-700A2FD69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Edward Wilson  |  Physical Address: Flat 43, 9549 Hawthorn Park Way, Bristol, BS1 4ST, United Kingdom</a:t>
            </a:r>
          </a:p>
        </p:txBody>
      </p:sp>
      <p:sp>
        <p:nvSpPr>
          <p:cNvPr id="14" name="record-evidence-3-3">
            <a:extLst xmlns:a="http://schemas.openxmlformats.org/drawingml/2006/main">
              <a:ext uri="{FF2B5EF4-FFF2-40B4-BE49-F238E27FC236}">
                <a16:creationId xmlns:a16="http://schemas.microsoft.com/office/drawing/2014/main" id="{C53EC0EC-B4BD-467D-8372-BE8A1291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1993-02-14</a:t>
            </a:r>
          </a:p>
        </p:txBody>
      </p:sp>
      <p:sp>
        <p:nvSpPr>
          <p:cNvPr id="15" name="record-panel-3-4">
            <a:extLst xmlns:a="http://schemas.openxmlformats.org/drawingml/2006/main">
              <a:ext uri="{FF2B5EF4-FFF2-40B4-BE49-F238E27FC236}">
                <a16:creationId xmlns:a16="http://schemas.microsoft.com/office/drawing/2014/main" id="{5D9DE6BF-F528-44E7-9D78-3F64F6CB8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-4">
            <a:extLst xmlns:a="http://schemas.openxmlformats.org/drawingml/2006/main">
              <a:ext uri="{FF2B5EF4-FFF2-40B4-BE49-F238E27FC236}">
                <a16:creationId xmlns:a16="http://schemas.microsoft.com/office/drawing/2014/main" id="{31F1A6E8-967E-47FB-B8D7-CD5FF238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TEST-014  |  National Health Service (NHS) Number: 943 476 5137</a:t>
            </a:r>
          </a:p>
        </p:txBody>
      </p:sp>
      <p:sp>
        <p:nvSpPr>
          <p:cNvPr id="17" name="record-person-3-4">
            <a:extLst xmlns:a="http://schemas.openxmlformats.org/drawingml/2006/main">
              <a:ext uri="{FF2B5EF4-FFF2-40B4-BE49-F238E27FC236}">
                <a16:creationId xmlns:a16="http://schemas.microsoft.com/office/drawing/2014/main" id="{D24CEFBF-D849-4E57-AC50-2839EA5A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William Clarke  |  Physical Address: Flat 44, 9586 Kingfisher Park Way, Oxford, OX1 1AA, United Kingdom</a:t>
            </a:r>
          </a:p>
        </p:txBody>
      </p:sp>
      <p:sp>
        <p:nvSpPr>
          <p:cNvPr id="18" name="record-evidence-3-4">
            <a:extLst xmlns:a="http://schemas.openxmlformats.org/drawingml/2006/main">
              <a:ext uri="{FF2B5EF4-FFF2-40B4-BE49-F238E27FC236}">
                <a16:creationId xmlns:a16="http://schemas.microsoft.com/office/drawing/2014/main" id="{FFA25CC0-8074-4E5E-A09D-D5FF4CB2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1994-03-15</a:t>
            </a:r>
          </a:p>
        </p:txBody>
      </p:sp>
      <p:sp>
        <p:nvSpPr>
          <p:cNvPr id="19" name="record-panel-3-5">
            <a:extLst xmlns:a="http://schemas.openxmlformats.org/drawingml/2006/main">
              <a:ext uri="{FF2B5EF4-FFF2-40B4-BE49-F238E27FC236}">
                <a16:creationId xmlns:a16="http://schemas.microsoft.com/office/drawing/2014/main" id="{38271510-E060-4CC5-A33D-7F3E2D79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-5">
            <a:extLst xmlns:a="http://schemas.openxmlformats.org/drawingml/2006/main">
              <a:ext uri="{FF2B5EF4-FFF2-40B4-BE49-F238E27FC236}">
                <a16:creationId xmlns:a16="http://schemas.microsoft.com/office/drawing/2014/main" id="{0D3998D1-6D0B-4BB6-8141-310B2137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TEST-015  |  National Health Service (NHS) Number: 943 476 5145</a:t>
            </a:r>
          </a:p>
        </p:txBody>
      </p:sp>
      <p:sp>
        <p:nvSpPr>
          <p:cNvPr id="21" name="record-person-3-5">
            <a:extLst xmlns:a="http://schemas.openxmlformats.org/drawingml/2006/main">
              <a:ext uri="{FF2B5EF4-FFF2-40B4-BE49-F238E27FC236}">
                <a16:creationId xmlns:a16="http://schemas.microsoft.com/office/drawing/2014/main" id="{610BE144-EFF1-48C3-AD90-D8CD92CE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Charlie Robinson  |  Physical Address: Flat 45, 9623 Mill Park Way, Glasgow, G1 2FF, United Kingdom</a:t>
            </a:r>
          </a:p>
        </p:txBody>
      </p:sp>
      <p:sp>
        <p:nvSpPr>
          <p:cNvPr id="22" name="record-evidence-3-5">
            <a:extLst xmlns:a="http://schemas.openxmlformats.org/drawingml/2006/main">
              <a:ext uri="{FF2B5EF4-FFF2-40B4-BE49-F238E27FC236}">
                <a16:creationId xmlns:a16="http://schemas.microsoft.com/office/drawing/2014/main" id="{91037AC7-E534-4D77-B4F7-B2ECC0F4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1995-04-16</a:t>
            </a:r>
          </a:p>
        </p:txBody>
      </p:sp>
      <p:sp>
        <p:nvSpPr>
          <p:cNvPr id="23" name="footer-3">
            <a:extLst xmlns:a="http://schemas.openxmlformats.org/drawingml/2006/main">
              <a:ext uri="{FF2B5EF4-FFF2-40B4-BE49-F238E27FC236}">
                <a16:creationId xmlns:a16="http://schemas.microsoft.com/office/drawing/2014/main" id="{1DAEBEAF-F634-4D04-90A0-1D28F3B4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4920470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D034B276-8C60-4F40-9239-DFD3BE09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4">
            <a:extLst xmlns:a="http://schemas.openxmlformats.org/drawingml/2006/main">
              <a:ext uri="{FF2B5EF4-FFF2-40B4-BE49-F238E27FC236}">
                <a16:creationId xmlns:a16="http://schemas.microsoft.com/office/drawing/2014/main" id="{4999C296-A879-444F-9757-CA7512FA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16-20 of 150</a:t>
            </a:r>
          </a:p>
        </p:txBody>
      </p:sp>
      <p:sp>
        <p:nvSpPr>
          <p:cNvPr id="3" name="record-panel-4-1">
            <a:extLst xmlns:a="http://schemas.openxmlformats.org/drawingml/2006/main">
              <a:ext uri="{FF2B5EF4-FFF2-40B4-BE49-F238E27FC236}">
                <a16:creationId xmlns:a16="http://schemas.microsoft.com/office/drawing/2014/main" id="{E5407818-374A-413E-A4BC-6241DA13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4-1">
            <a:extLst xmlns:a="http://schemas.openxmlformats.org/drawingml/2006/main">
              <a:ext uri="{FF2B5EF4-FFF2-40B4-BE49-F238E27FC236}">
                <a16:creationId xmlns:a16="http://schemas.microsoft.com/office/drawing/2014/main" id="{96C977AD-371F-409C-BB4A-CABFC1D5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TEST-016  |  National Health Service (NHS) Number: 943 476 5153</a:t>
            </a:r>
          </a:p>
        </p:txBody>
      </p:sp>
      <p:sp>
        <p:nvSpPr>
          <p:cNvPr id="5" name="record-person-4-1">
            <a:extLst xmlns:a="http://schemas.openxmlformats.org/drawingml/2006/main">
              <a:ext uri="{FF2B5EF4-FFF2-40B4-BE49-F238E27FC236}">
                <a16:creationId xmlns:a16="http://schemas.microsoft.com/office/drawing/2014/main" id="{3BB007F4-2AA6-462B-83E9-8458CCFD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Arthur Edwards  |  Physical Address: Flat 46, 9660 Orchard Park Way, Newcastle, NE1 4LP, United Kingdom</a:t>
            </a:r>
          </a:p>
        </p:txBody>
      </p:sp>
      <p:sp>
        <p:nvSpPr>
          <p:cNvPr id="6" name="record-evidence-4-1">
            <a:extLst xmlns:a="http://schemas.openxmlformats.org/drawingml/2006/main">
              <a:ext uri="{FF2B5EF4-FFF2-40B4-BE49-F238E27FC236}">
                <a16:creationId xmlns:a16="http://schemas.microsoft.com/office/drawing/2014/main" id="{352BE4C1-A1A0-4625-903C-06CF1936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1996-05-17</a:t>
            </a:r>
          </a:p>
        </p:txBody>
      </p:sp>
      <p:sp>
        <p:nvSpPr>
          <p:cNvPr id="7" name="record-panel-4-2">
            <a:extLst xmlns:a="http://schemas.openxmlformats.org/drawingml/2006/main">
              <a:ext uri="{FF2B5EF4-FFF2-40B4-BE49-F238E27FC236}">
                <a16:creationId xmlns:a16="http://schemas.microsoft.com/office/drawing/2014/main" id="{DE7B3D13-7667-422E-AE74-323A1581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4-2">
            <a:extLst xmlns:a="http://schemas.openxmlformats.org/drawingml/2006/main">
              <a:ext uri="{FF2B5EF4-FFF2-40B4-BE49-F238E27FC236}">
                <a16:creationId xmlns:a16="http://schemas.microsoft.com/office/drawing/2014/main" id="{6ED1EF8A-E905-495C-A159-2F0CB32D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TEST-017  |  National Health Service (NHS) Number: 943 476 5161</a:t>
            </a:r>
          </a:p>
        </p:txBody>
      </p:sp>
      <p:sp>
        <p:nvSpPr>
          <p:cNvPr id="9" name="record-person-4-2">
            <a:extLst xmlns:a="http://schemas.openxmlformats.org/drawingml/2006/main">
              <a:ext uri="{FF2B5EF4-FFF2-40B4-BE49-F238E27FC236}">
                <a16:creationId xmlns:a16="http://schemas.microsoft.com/office/drawing/2014/main" id="{27AFC438-6D6E-44DD-8998-8ED66E20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Edward Evans  |  Physical Address: Flat 47, 9697 Station Park Way, Manchester, M1 2WD, United Kingdom</a:t>
            </a:r>
          </a:p>
        </p:txBody>
      </p:sp>
      <p:sp>
        <p:nvSpPr>
          <p:cNvPr id="10" name="record-evidence-4-2">
            <a:extLst xmlns:a="http://schemas.openxmlformats.org/drawingml/2006/main">
              <a:ext uri="{FF2B5EF4-FFF2-40B4-BE49-F238E27FC236}">
                <a16:creationId xmlns:a16="http://schemas.microsoft.com/office/drawing/2014/main" id="{7EF000E4-70B6-4941-85AE-DF9B40D3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1997-06-18</a:t>
            </a:r>
          </a:p>
        </p:txBody>
      </p:sp>
      <p:sp>
        <p:nvSpPr>
          <p:cNvPr id="11" name="record-panel-4-3">
            <a:extLst xmlns:a="http://schemas.openxmlformats.org/drawingml/2006/main">
              <a:ext uri="{FF2B5EF4-FFF2-40B4-BE49-F238E27FC236}">
                <a16:creationId xmlns:a16="http://schemas.microsoft.com/office/drawing/2014/main" id="{CFEA739A-C2ED-4AA0-808F-786347A3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4-3">
            <a:extLst xmlns:a="http://schemas.openxmlformats.org/drawingml/2006/main">
              <a:ext uri="{FF2B5EF4-FFF2-40B4-BE49-F238E27FC236}">
                <a16:creationId xmlns:a16="http://schemas.microsoft.com/office/drawing/2014/main" id="{FCFEDFA1-7B5A-4C37-8183-845EBBE8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TEST-018  |  National Health Service (NHS) Number: 943 476 6672</a:t>
            </a:r>
          </a:p>
        </p:txBody>
      </p:sp>
      <p:sp>
        <p:nvSpPr>
          <p:cNvPr id="13" name="record-person-4-3">
            <a:extLst xmlns:a="http://schemas.openxmlformats.org/drawingml/2006/main">
              <a:ext uri="{FF2B5EF4-FFF2-40B4-BE49-F238E27FC236}">
                <a16:creationId xmlns:a16="http://schemas.microsoft.com/office/drawing/2014/main" id="{FBEDC0D0-B6CD-4583-8514-CC173CB2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William Taylor  |  Physical Address: Flat 48, 9734 Victoria Park Way, Nottingham, NG1 2AS, United Kingdom</a:t>
            </a:r>
          </a:p>
        </p:txBody>
      </p:sp>
      <p:sp>
        <p:nvSpPr>
          <p:cNvPr id="14" name="record-evidence-4-3">
            <a:extLst xmlns:a="http://schemas.openxmlformats.org/drawingml/2006/main">
              <a:ext uri="{FF2B5EF4-FFF2-40B4-BE49-F238E27FC236}">
                <a16:creationId xmlns:a16="http://schemas.microsoft.com/office/drawing/2014/main" id="{D14E2B33-E447-4FB3-A1AB-10A63088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1998-07-19</a:t>
            </a:r>
          </a:p>
        </p:txBody>
      </p:sp>
      <p:sp>
        <p:nvSpPr>
          <p:cNvPr id="15" name="record-panel-4-4">
            <a:extLst xmlns:a="http://schemas.openxmlformats.org/drawingml/2006/main">
              <a:ext uri="{FF2B5EF4-FFF2-40B4-BE49-F238E27FC236}">
                <a16:creationId xmlns:a16="http://schemas.microsoft.com/office/drawing/2014/main" id="{5659A47F-E0A0-41DF-8395-2511D670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4-4">
            <a:extLst xmlns:a="http://schemas.openxmlformats.org/drawingml/2006/main">
              <a:ext uri="{FF2B5EF4-FFF2-40B4-BE49-F238E27FC236}">
                <a16:creationId xmlns:a16="http://schemas.microsoft.com/office/drawing/2014/main" id="{7E506CB5-DD0A-4014-8BFA-187B78D4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TEST-019  |  National Health Service (NHS) Number: 943 476 5188</a:t>
            </a:r>
          </a:p>
        </p:txBody>
      </p:sp>
      <p:sp>
        <p:nvSpPr>
          <p:cNvPr id="17" name="record-person-4-4">
            <a:extLst xmlns:a="http://schemas.openxmlformats.org/drawingml/2006/main">
              <a:ext uri="{FF2B5EF4-FFF2-40B4-BE49-F238E27FC236}">
                <a16:creationId xmlns:a16="http://schemas.microsoft.com/office/drawing/2014/main" id="{11E6F58C-FB5C-471C-8911-3A675EF0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Sophie Green  |  Physical Address: Flat 49, 9771 Abbey Rise Way, London, SW1A 2AA, United Kingdom</a:t>
            </a:r>
          </a:p>
        </p:txBody>
      </p:sp>
      <p:sp>
        <p:nvSpPr>
          <p:cNvPr id="18" name="record-evidence-4-4">
            <a:extLst xmlns:a="http://schemas.openxmlformats.org/drawingml/2006/main">
              <a:ext uri="{FF2B5EF4-FFF2-40B4-BE49-F238E27FC236}">
                <a16:creationId xmlns:a16="http://schemas.microsoft.com/office/drawing/2014/main" id="{57854A42-6D1A-4D0D-A315-349BB348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1999-08-20</a:t>
            </a:r>
          </a:p>
        </p:txBody>
      </p:sp>
      <p:sp>
        <p:nvSpPr>
          <p:cNvPr id="19" name="record-panel-4-5">
            <a:extLst xmlns:a="http://schemas.openxmlformats.org/drawingml/2006/main">
              <a:ext uri="{FF2B5EF4-FFF2-40B4-BE49-F238E27FC236}">
                <a16:creationId xmlns:a16="http://schemas.microsoft.com/office/drawing/2014/main" id="{57E03D13-BDCC-4656-AAFE-C0B4E572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4-5">
            <a:extLst xmlns:a="http://schemas.openxmlformats.org/drawingml/2006/main">
              <a:ext uri="{FF2B5EF4-FFF2-40B4-BE49-F238E27FC236}">
                <a16:creationId xmlns:a16="http://schemas.microsoft.com/office/drawing/2014/main" id="{BF19BE28-F889-4CDA-BEFF-2122F5F1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TEST-020  |  National Health Service (NHS) Number: 943 476 5196</a:t>
            </a:r>
          </a:p>
        </p:txBody>
      </p:sp>
      <p:sp>
        <p:nvSpPr>
          <p:cNvPr id="21" name="record-person-4-5">
            <a:extLst xmlns:a="http://schemas.openxmlformats.org/drawingml/2006/main">
              <a:ext uri="{FF2B5EF4-FFF2-40B4-BE49-F238E27FC236}">
                <a16:creationId xmlns:a16="http://schemas.microsoft.com/office/drawing/2014/main" id="{62192321-0047-4B58-ADF2-1EBF495E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Arthur Johnson  |  Physical Address: Flat 50, 9808 Bramble Rise Way, Edinburgh, EH1 1YZ, United Kingdom</a:t>
            </a:r>
          </a:p>
        </p:txBody>
      </p:sp>
      <p:sp>
        <p:nvSpPr>
          <p:cNvPr id="22" name="record-evidence-4-5">
            <a:extLst xmlns:a="http://schemas.openxmlformats.org/drawingml/2006/main">
              <a:ext uri="{FF2B5EF4-FFF2-40B4-BE49-F238E27FC236}">
                <a16:creationId xmlns:a16="http://schemas.microsoft.com/office/drawing/2014/main" id="{FAE7C4AD-8DE8-4700-931F-6ED5546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2000-09-21</a:t>
            </a:r>
          </a:p>
        </p:txBody>
      </p:sp>
      <p:sp>
        <p:nvSpPr>
          <p:cNvPr id="23" name="footer-4">
            <a:extLst xmlns:a="http://schemas.openxmlformats.org/drawingml/2006/main">
              <a:ext uri="{FF2B5EF4-FFF2-40B4-BE49-F238E27FC236}">
                <a16:creationId xmlns:a16="http://schemas.microsoft.com/office/drawing/2014/main" id="{8C62F958-09A2-46D4-8262-9882DC4D3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694157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38D02421-7FEA-4019-B9BF-562BE316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5">
            <a:extLst xmlns:a="http://schemas.openxmlformats.org/drawingml/2006/main">
              <a:ext uri="{FF2B5EF4-FFF2-40B4-BE49-F238E27FC236}">
                <a16:creationId xmlns:a16="http://schemas.microsoft.com/office/drawing/2014/main" id="{96CEC150-5E51-4B94-A0A5-B37087A4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21-25 of 150</a:t>
            </a:r>
          </a:p>
        </p:txBody>
      </p:sp>
      <p:sp>
        <p:nvSpPr>
          <p:cNvPr id="3" name="record-panel-5-1">
            <a:extLst xmlns:a="http://schemas.openxmlformats.org/drawingml/2006/main">
              <a:ext uri="{FF2B5EF4-FFF2-40B4-BE49-F238E27FC236}">
                <a16:creationId xmlns:a16="http://schemas.microsoft.com/office/drawing/2014/main" id="{C914B1A6-A629-4CA1-8D17-B6BCA582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5-1">
            <a:extLst xmlns:a="http://schemas.openxmlformats.org/drawingml/2006/main">
              <a:ext uri="{FF2B5EF4-FFF2-40B4-BE49-F238E27FC236}">
                <a16:creationId xmlns:a16="http://schemas.microsoft.com/office/drawing/2014/main" id="{2CF09E8B-DE89-4CE2-9DCE-9CB5472BD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TEST-021  |  National Health Service (NHS) Number: 943 476 6702</a:t>
            </a:r>
          </a:p>
        </p:txBody>
      </p:sp>
      <p:sp>
        <p:nvSpPr>
          <p:cNvPr id="5" name="record-person-5-1">
            <a:extLst xmlns:a="http://schemas.openxmlformats.org/drawingml/2006/main">
              <a:ext uri="{FF2B5EF4-FFF2-40B4-BE49-F238E27FC236}">
                <a16:creationId xmlns:a16="http://schemas.microsoft.com/office/drawing/2014/main" id="{BECF5EA8-8882-44CF-AA56-D399F9F5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Edward Clarke  |  Physical Address: Flat 51, 9845 Cedar Rise Way, Cambridge, CB1 1BH, United Kingdom</a:t>
            </a:r>
          </a:p>
        </p:txBody>
      </p:sp>
      <p:sp>
        <p:nvSpPr>
          <p:cNvPr id="6" name="record-evidence-5-1">
            <a:extLst xmlns:a="http://schemas.openxmlformats.org/drawingml/2006/main">
              <a:ext uri="{FF2B5EF4-FFF2-40B4-BE49-F238E27FC236}">
                <a16:creationId xmlns:a16="http://schemas.microsoft.com/office/drawing/2014/main" id="{6FE7D537-4679-4F93-95E4-2BE68CE6B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2001-10-22</a:t>
            </a:r>
          </a:p>
        </p:txBody>
      </p:sp>
      <p:sp>
        <p:nvSpPr>
          <p:cNvPr id="7" name="record-panel-5-2">
            <a:extLst xmlns:a="http://schemas.openxmlformats.org/drawingml/2006/main">
              <a:ext uri="{FF2B5EF4-FFF2-40B4-BE49-F238E27FC236}">
                <a16:creationId xmlns:a16="http://schemas.microsoft.com/office/drawing/2014/main" id="{140F7DD9-E31A-4974-AB39-45582EA7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5-2">
            <a:extLst xmlns:a="http://schemas.openxmlformats.org/drawingml/2006/main">
              <a:ext uri="{FF2B5EF4-FFF2-40B4-BE49-F238E27FC236}">
                <a16:creationId xmlns:a16="http://schemas.microsoft.com/office/drawing/2014/main" id="{B027091E-7A93-49BA-8C26-9CE8FC42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TEST-022  |  National Health Service (NHS) Number: 943 476 5218</a:t>
            </a:r>
          </a:p>
        </p:txBody>
      </p:sp>
      <p:sp>
        <p:nvSpPr>
          <p:cNvPr id="9" name="record-person-5-2">
            <a:extLst xmlns:a="http://schemas.openxmlformats.org/drawingml/2006/main">
              <a:ext uri="{FF2B5EF4-FFF2-40B4-BE49-F238E27FC236}">
                <a16:creationId xmlns:a16="http://schemas.microsoft.com/office/drawing/2014/main" id="{4232251A-92B7-472B-B9FB-95865CA6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William Robinson  |  Physical Address: Flat 52, 9882 Church Rise Way, Cardiff, CF10 2HE, United Kingdom</a:t>
            </a:r>
          </a:p>
        </p:txBody>
      </p:sp>
      <p:sp>
        <p:nvSpPr>
          <p:cNvPr id="10" name="record-evidence-5-2">
            <a:extLst xmlns:a="http://schemas.openxmlformats.org/drawingml/2006/main">
              <a:ext uri="{FF2B5EF4-FFF2-40B4-BE49-F238E27FC236}">
                <a16:creationId xmlns:a16="http://schemas.microsoft.com/office/drawing/2014/main" id="{7900AA38-357F-4DD6-89B5-015976F11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2002-11-23</a:t>
            </a:r>
          </a:p>
        </p:txBody>
      </p:sp>
      <p:sp>
        <p:nvSpPr>
          <p:cNvPr id="11" name="record-panel-5-3">
            <a:extLst xmlns:a="http://schemas.openxmlformats.org/drawingml/2006/main">
              <a:ext uri="{FF2B5EF4-FFF2-40B4-BE49-F238E27FC236}">
                <a16:creationId xmlns:a16="http://schemas.microsoft.com/office/drawing/2014/main" id="{91E9CDBD-77CD-44AE-BC80-9A78AB57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5-3">
            <a:extLst xmlns:a="http://schemas.openxmlformats.org/drawingml/2006/main">
              <a:ext uri="{FF2B5EF4-FFF2-40B4-BE49-F238E27FC236}">
                <a16:creationId xmlns:a16="http://schemas.microsoft.com/office/drawing/2014/main" id="{24CCB219-C618-4C97-BDA7-D7BC0EFC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TEST-023  |  National Health Service (NHS) Number: 943 476 5226</a:t>
            </a:r>
          </a:p>
        </p:txBody>
      </p:sp>
      <p:sp>
        <p:nvSpPr>
          <p:cNvPr id="13" name="record-person-5-3">
            <a:extLst xmlns:a="http://schemas.openxmlformats.org/drawingml/2006/main">
              <a:ext uri="{FF2B5EF4-FFF2-40B4-BE49-F238E27FC236}">
                <a16:creationId xmlns:a16="http://schemas.microsoft.com/office/drawing/2014/main" id="{A2F0F726-0D8C-4472-852D-D657BA8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Charlie Edwards  |  Physical Address: Flat 53, 39 Crown Rise Way, Sheffield, S1 2BJ, United Kingdom</a:t>
            </a:r>
          </a:p>
        </p:txBody>
      </p:sp>
      <p:sp>
        <p:nvSpPr>
          <p:cNvPr id="14" name="record-evidence-5-3">
            <a:extLst xmlns:a="http://schemas.openxmlformats.org/drawingml/2006/main">
              <a:ext uri="{FF2B5EF4-FFF2-40B4-BE49-F238E27FC236}">
                <a16:creationId xmlns:a16="http://schemas.microsoft.com/office/drawing/2014/main" id="{D6BBC81B-4B57-4A81-9515-FB18AEE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2003-12-24</a:t>
            </a:r>
          </a:p>
        </p:txBody>
      </p:sp>
      <p:sp>
        <p:nvSpPr>
          <p:cNvPr id="15" name="record-panel-5-4">
            <a:extLst xmlns:a="http://schemas.openxmlformats.org/drawingml/2006/main">
              <a:ext uri="{FF2B5EF4-FFF2-40B4-BE49-F238E27FC236}">
                <a16:creationId xmlns:a16="http://schemas.microsoft.com/office/drawing/2014/main" id="{5F9650F5-2B5D-46B6-909D-B655D06C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5-4">
            <a:extLst xmlns:a="http://schemas.openxmlformats.org/drawingml/2006/main">
              <a:ext uri="{FF2B5EF4-FFF2-40B4-BE49-F238E27FC236}">
                <a16:creationId xmlns:a16="http://schemas.microsoft.com/office/drawing/2014/main" id="{86155383-A1CE-43D4-BE5D-1E4CEC9E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TEST-024  |  National Health Service (NHS) Number: 943 476 5234</a:t>
            </a:r>
          </a:p>
        </p:txBody>
      </p:sp>
      <p:sp>
        <p:nvSpPr>
          <p:cNvPr id="17" name="record-person-5-4">
            <a:extLst xmlns:a="http://schemas.openxmlformats.org/drawingml/2006/main">
              <a:ext uri="{FF2B5EF4-FFF2-40B4-BE49-F238E27FC236}">
                <a16:creationId xmlns:a16="http://schemas.microsoft.com/office/drawing/2014/main" id="{950B6420-D929-4819-B25E-C3F3F897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Arthur Walker  |  Physical Address: Flat 54, 76 Elm Rise Way, Leeds, LS1 4AP, United Kingdom</a:t>
            </a:r>
          </a:p>
        </p:txBody>
      </p:sp>
      <p:sp>
        <p:nvSpPr>
          <p:cNvPr id="18" name="record-evidence-5-4">
            <a:extLst xmlns:a="http://schemas.openxmlformats.org/drawingml/2006/main">
              <a:ext uri="{FF2B5EF4-FFF2-40B4-BE49-F238E27FC236}">
                <a16:creationId xmlns:a16="http://schemas.microsoft.com/office/drawing/2014/main" id="{0FACBF92-8F5C-4955-97D6-697B01AE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2004-01-25</a:t>
            </a:r>
          </a:p>
        </p:txBody>
      </p:sp>
      <p:sp>
        <p:nvSpPr>
          <p:cNvPr id="19" name="record-panel-5-5">
            <a:extLst xmlns:a="http://schemas.openxmlformats.org/drawingml/2006/main">
              <a:ext uri="{FF2B5EF4-FFF2-40B4-BE49-F238E27FC236}">
                <a16:creationId xmlns:a16="http://schemas.microsoft.com/office/drawing/2014/main" id="{5E6860B3-C74E-4CDE-9B8B-A506AE5D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5-5">
            <a:extLst xmlns:a="http://schemas.openxmlformats.org/drawingml/2006/main">
              <a:ext uri="{FF2B5EF4-FFF2-40B4-BE49-F238E27FC236}">
                <a16:creationId xmlns:a16="http://schemas.microsoft.com/office/drawing/2014/main" id="{A2106B15-208E-4309-8BE5-A3A23601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TEST-025  |  National Health Service (NHS) Number: 943 476 5242</a:t>
            </a:r>
          </a:p>
        </p:txBody>
      </p:sp>
      <p:sp>
        <p:nvSpPr>
          <p:cNvPr id="21" name="record-person-5-5">
            <a:extLst xmlns:a="http://schemas.openxmlformats.org/drawingml/2006/main">
              <a:ext uri="{FF2B5EF4-FFF2-40B4-BE49-F238E27FC236}">
                <a16:creationId xmlns:a16="http://schemas.microsoft.com/office/drawing/2014/main" id="{CF4018E0-D4C1-4CE0-A26D-A9FC626E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Edward Taylor  |  Physical Address: Flat 55, 113 Hawthorn Rise Way, Leicester, LE1 5YP, United Kingdom</a:t>
            </a:r>
          </a:p>
        </p:txBody>
      </p:sp>
      <p:sp>
        <p:nvSpPr>
          <p:cNvPr id="22" name="record-evidence-5-5">
            <a:extLst xmlns:a="http://schemas.openxmlformats.org/drawingml/2006/main">
              <a:ext uri="{FF2B5EF4-FFF2-40B4-BE49-F238E27FC236}">
                <a16:creationId xmlns:a16="http://schemas.microsoft.com/office/drawing/2014/main" id="{BE0AA706-7013-4AAA-A6DC-B7C22238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1980-02-26</a:t>
            </a:r>
          </a:p>
        </p:txBody>
      </p:sp>
      <p:sp>
        <p:nvSpPr>
          <p:cNvPr id="23" name="footer-5">
            <a:extLst xmlns:a="http://schemas.openxmlformats.org/drawingml/2006/main">
              <a:ext uri="{FF2B5EF4-FFF2-40B4-BE49-F238E27FC236}">
                <a16:creationId xmlns:a16="http://schemas.microsoft.com/office/drawing/2014/main" id="{A3E72E70-8950-4A7A-ADC2-747E07266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937205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8F8B8E2F-6DA9-4C81-BFB1-C45E121D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6">
            <a:extLst xmlns:a="http://schemas.openxmlformats.org/drawingml/2006/main">
              <a:ext uri="{FF2B5EF4-FFF2-40B4-BE49-F238E27FC236}">
                <a16:creationId xmlns:a16="http://schemas.microsoft.com/office/drawing/2014/main" id="{0578D157-F7EA-49AF-8607-F1AAF264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26-30 of 150</a:t>
            </a:r>
          </a:p>
        </p:txBody>
      </p:sp>
      <p:sp>
        <p:nvSpPr>
          <p:cNvPr id="3" name="record-panel-6-1">
            <a:extLst xmlns:a="http://schemas.openxmlformats.org/drawingml/2006/main">
              <a:ext uri="{FF2B5EF4-FFF2-40B4-BE49-F238E27FC236}">
                <a16:creationId xmlns:a16="http://schemas.microsoft.com/office/drawing/2014/main" id="{0B4F1A52-EF42-4348-9922-041943A4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6-1">
            <a:extLst xmlns:a="http://schemas.openxmlformats.org/drawingml/2006/main">
              <a:ext uri="{FF2B5EF4-FFF2-40B4-BE49-F238E27FC236}">
                <a16:creationId xmlns:a16="http://schemas.microsoft.com/office/drawing/2014/main" id="{8300ED1C-1027-4497-8B71-6B22EE0E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TEST-026  |  National Health Service (NHS) Number: 943 476 5250</a:t>
            </a:r>
          </a:p>
        </p:txBody>
      </p:sp>
      <p:sp>
        <p:nvSpPr>
          <p:cNvPr id="5" name="record-person-6-1">
            <a:extLst xmlns:a="http://schemas.openxmlformats.org/drawingml/2006/main">
              <a:ext uri="{FF2B5EF4-FFF2-40B4-BE49-F238E27FC236}">
                <a16:creationId xmlns:a16="http://schemas.microsoft.com/office/drawing/2014/main" id="{EA9294D5-4F67-4715-A8A7-4144A3FC1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William Green  |  Physical Address: Flat 56, 150 Kingfisher Rise Way, Birmingham, B1 1BB, United Kingdom</a:t>
            </a:r>
          </a:p>
        </p:txBody>
      </p:sp>
      <p:sp>
        <p:nvSpPr>
          <p:cNvPr id="6" name="record-evidence-6-1">
            <a:extLst xmlns:a="http://schemas.openxmlformats.org/drawingml/2006/main">
              <a:ext uri="{FF2B5EF4-FFF2-40B4-BE49-F238E27FC236}">
                <a16:creationId xmlns:a16="http://schemas.microsoft.com/office/drawing/2014/main" id="{710FF3DF-6F64-4DCD-8F2A-656F107A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1981-03-27</a:t>
            </a:r>
          </a:p>
        </p:txBody>
      </p:sp>
      <p:sp>
        <p:nvSpPr>
          <p:cNvPr id="7" name="record-panel-6-2">
            <a:extLst xmlns:a="http://schemas.openxmlformats.org/drawingml/2006/main">
              <a:ext uri="{FF2B5EF4-FFF2-40B4-BE49-F238E27FC236}">
                <a16:creationId xmlns:a16="http://schemas.microsoft.com/office/drawing/2014/main" id="{FBF3F518-410A-4768-A7DB-1421B6864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6-2">
            <a:extLst xmlns:a="http://schemas.openxmlformats.org/drawingml/2006/main">
              <a:ext uri="{FF2B5EF4-FFF2-40B4-BE49-F238E27FC236}">
                <a16:creationId xmlns:a16="http://schemas.microsoft.com/office/drawing/2014/main" id="{20BDA15E-26A3-4868-860B-98EA4FC3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TEST-027  |  National Health Service (NHS) Number: 943 476 5269</a:t>
            </a:r>
          </a:p>
        </p:txBody>
      </p:sp>
      <p:sp>
        <p:nvSpPr>
          <p:cNvPr id="9" name="record-person-6-2">
            <a:extLst xmlns:a="http://schemas.openxmlformats.org/drawingml/2006/main">
              <a:ext uri="{FF2B5EF4-FFF2-40B4-BE49-F238E27FC236}">
                <a16:creationId xmlns:a16="http://schemas.microsoft.com/office/drawing/2014/main" id="{63757768-89A2-4094-AEA4-BE76530E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Charlie Johnson  |  Physical Address: Flat 57, 187 Mill Rise Way, Liverpool, L1 8JQ, United Kingdom</a:t>
            </a:r>
          </a:p>
        </p:txBody>
      </p:sp>
      <p:sp>
        <p:nvSpPr>
          <p:cNvPr id="10" name="record-evidence-6-2">
            <a:extLst xmlns:a="http://schemas.openxmlformats.org/drawingml/2006/main">
              <a:ext uri="{FF2B5EF4-FFF2-40B4-BE49-F238E27FC236}">
                <a16:creationId xmlns:a16="http://schemas.microsoft.com/office/drawing/2014/main" id="{F800D9C5-51E8-4416-A003-283618B7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1982-04-01</a:t>
            </a:r>
          </a:p>
        </p:txBody>
      </p:sp>
      <p:sp>
        <p:nvSpPr>
          <p:cNvPr id="11" name="record-panel-6-3">
            <a:extLst xmlns:a="http://schemas.openxmlformats.org/drawingml/2006/main">
              <a:ext uri="{FF2B5EF4-FFF2-40B4-BE49-F238E27FC236}">
                <a16:creationId xmlns:a16="http://schemas.microsoft.com/office/drawing/2014/main" id="{A0FBD41D-D329-4C5E-94A4-23B0A634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6-3">
            <a:extLst xmlns:a="http://schemas.openxmlformats.org/drawingml/2006/main">
              <a:ext uri="{FF2B5EF4-FFF2-40B4-BE49-F238E27FC236}">
                <a16:creationId xmlns:a16="http://schemas.microsoft.com/office/drawing/2014/main" id="{5A6FA4D4-763C-4AAC-9FD3-7BB11D1F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TEST-028  |  National Health Service (NHS) Number: 943 476 5277</a:t>
            </a:r>
          </a:p>
        </p:txBody>
      </p:sp>
      <p:sp>
        <p:nvSpPr>
          <p:cNvPr id="13" name="record-person-6-3">
            <a:extLst xmlns:a="http://schemas.openxmlformats.org/drawingml/2006/main">
              <a:ext uri="{FF2B5EF4-FFF2-40B4-BE49-F238E27FC236}">
                <a16:creationId xmlns:a16="http://schemas.microsoft.com/office/drawing/2014/main" id="{89B27C16-7132-4D84-BF86-4CE458DC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Arthur Jackson  |  Physical Address: Flat 58, 224 Orchard Rise Way, Aberdeen, AB10 1AN, United Kingdom</a:t>
            </a:r>
          </a:p>
        </p:txBody>
      </p:sp>
      <p:sp>
        <p:nvSpPr>
          <p:cNvPr id="14" name="record-evidence-6-3">
            <a:extLst xmlns:a="http://schemas.openxmlformats.org/drawingml/2006/main">
              <a:ext uri="{FF2B5EF4-FFF2-40B4-BE49-F238E27FC236}">
                <a16:creationId xmlns:a16="http://schemas.microsoft.com/office/drawing/2014/main" id="{6B49C74E-E11B-408C-A49C-B44A9971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1983-05-02</a:t>
            </a:r>
          </a:p>
        </p:txBody>
      </p:sp>
      <p:sp>
        <p:nvSpPr>
          <p:cNvPr id="15" name="record-panel-6-4">
            <a:extLst xmlns:a="http://schemas.openxmlformats.org/drawingml/2006/main">
              <a:ext uri="{FF2B5EF4-FFF2-40B4-BE49-F238E27FC236}">
                <a16:creationId xmlns:a16="http://schemas.microsoft.com/office/drawing/2014/main" id="{115B4D22-7061-4F5B-90C3-55C77BB3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6-4">
            <a:extLst xmlns:a="http://schemas.openxmlformats.org/drawingml/2006/main">
              <a:ext uri="{FF2B5EF4-FFF2-40B4-BE49-F238E27FC236}">
                <a16:creationId xmlns:a16="http://schemas.microsoft.com/office/drawing/2014/main" id="{E4CFEF57-503C-4492-B082-DB6E4995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TEST-029  |  National Health Service (NHS) Number: 943 476 5285</a:t>
            </a:r>
          </a:p>
        </p:txBody>
      </p:sp>
      <p:sp>
        <p:nvSpPr>
          <p:cNvPr id="17" name="record-person-6-4">
            <a:extLst xmlns:a="http://schemas.openxmlformats.org/drawingml/2006/main">
              <a:ext uri="{FF2B5EF4-FFF2-40B4-BE49-F238E27FC236}">
                <a16:creationId xmlns:a16="http://schemas.microsoft.com/office/drawing/2014/main" id="{88B54AA0-D1C9-4C1A-9437-34B4484C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Edward Robinson  |  Physical Address: Flat 59, 261 Station Rise Way, Bristol, BS1 4ST, United Kingdom</a:t>
            </a:r>
          </a:p>
        </p:txBody>
      </p:sp>
      <p:sp>
        <p:nvSpPr>
          <p:cNvPr id="18" name="record-evidence-6-4">
            <a:extLst xmlns:a="http://schemas.openxmlformats.org/drawingml/2006/main">
              <a:ext uri="{FF2B5EF4-FFF2-40B4-BE49-F238E27FC236}">
                <a16:creationId xmlns:a16="http://schemas.microsoft.com/office/drawing/2014/main" id="{4C4F0A7A-F79B-4310-BF20-6BADDE68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1984-06-03</a:t>
            </a:r>
          </a:p>
        </p:txBody>
      </p:sp>
      <p:sp>
        <p:nvSpPr>
          <p:cNvPr id="19" name="record-panel-6-5">
            <a:extLst xmlns:a="http://schemas.openxmlformats.org/drawingml/2006/main">
              <a:ext uri="{FF2B5EF4-FFF2-40B4-BE49-F238E27FC236}">
                <a16:creationId xmlns:a16="http://schemas.microsoft.com/office/drawing/2014/main" id="{C49CADA7-B11D-46A1-87DE-7D350D8F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6-5">
            <a:extLst xmlns:a="http://schemas.openxmlformats.org/drawingml/2006/main">
              <a:ext uri="{FF2B5EF4-FFF2-40B4-BE49-F238E27FC236}">
                <a16:creationId xmlns:a16="http://schemas.microsoft.com/office/drawing/2014/main" id="{C50077BB-A0F5-46A5-A97C-748F5130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TEST-030  |  National Health Service (NHS) Number: 943 476 5293</a:t>
            </a:r>
          </a:p>
        </p:txBody>
      </p:sp>
      <p:sp>
        <p:nvSpPr>
          <p:cNvPr id="21" name="record-person-6-5">
            <a:extLst xmlns:a="http://schemas.openxmlformats.org/drawingml/2006/main">
              <a:ext uri="{FF2B5EF4-FFF2-40B4-BE49-F238E27FC236}">
                <a16:creationId xmlns:a16="http://schemas.microsoft.com/office/drawing/2014/main" id="{33C5E13B-F20B-43E0-A5C1-6EF84ED7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William Edwards  |  Physical Address: Flat 60, 298 Victoria Rise Way, Oxford, OX1 1AA, United Kingdom</a:t>
            </a:r>
          </a:p>
        </p:txBody>
      </p:sp>
      <p:sp>
        <p:nvSpPr>
          <p:cNvPr id="22" name="record-evidence-6-5">
            <a:extLst xmlns:a="http://schemas.openxmlformats.org/drawingml/2006/main">
              <a:ext uri="{FF2B5EF4-FFF2-40B4-BE49-F238E27FC236}">
                <a16:creationId xmlns:a16="http://schemas.microsoft.com/office/drawing/2014/main" id="{9851B101-EBF2-4218-86F1-0AD86B0D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1985-07-04</a:t>
            </a:r>
          </a:p>
        </p:txBody>
      </p:sp>
      <p:sp>
        <p:nvSpPr>
          <p:cNvPr id="23" name="footer-6">
            <a:extLst xmlns:a="http://schemas.openxmlformats.org/drawingml/2006/main">
              <a:ext uri="{FF2B5EF4-FFF2-40B4-BE49-F238E27FC236}">
                <a16:creationId xmlns:a16="http://schemas.microsoft.com/office/drawing/2014/main" id="{B1E2C3DD-4A8B-4409-97DC-9BD63FAF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27415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C98BA2D8-97B1-47AE-86E7-76FF7095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7">
            <a:extLst xmlns:a="http://schemas.openxmlformats.org/drawingml/2006/main">
              <a:ext uri="{FF2B5EF4-FFF2-40B4-BE49-F238E27FC236}">
                <a16:creationId xmlns:a16="http://schemas.microsoft.com/office/drawing/2014/main" id="{95FF0BA8-A33F-4D4D-8623-8C77F44D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31-35 of 150</a:t>
            </a:r>
          </a:p>
        </p:txBody>
      </p:sp>
      <p:sp>
        <p:nvSpPr>
          <p:cNvPr id="3" name="record-panel-7-1">
            <a:extLst xmlns:a="http://schemas.openxmlformats.org/drawingml/2006/main">
              <a:ext uri="{FF2B5EF4-FFF2-40B4-BE49-F238E27FC236}">
                <a16:creationId xmlns:a16="http://schemas.microsoft.com/office/drawing/2014/main" id="{0932F807-0C0F-4D50-BF7F-65676C9B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7-1">
            <a:extLst xmlns:a="http://schemas.openxmlformats.org/drawingml/2006/main">
              <a:ext uri="{FF2B5EF4-FFF2-40B4-BE49-F238E27FC236}">
                <a16:creationId xmlns:a16="http://schemas.microsoft.com/office/drawing/2014/main" id="{240AA448-601C-4A45-B7B7-1C68A723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TEST-031  |  National Health Service (NHS) Number: 943 476 5307</a:t>
            </a:r>
          </a:p>
        </p:txBody>
      </p:sp>
      <p:sp>
        <p:nvSpPr>
          <p:cNvPr id="5" name="record-person-7-1">
            <a:extLst xmlns:a="http://schemas.openxmlformats.org/drawingml/2006/main">
              <a:ext uri="{FF2B5EF4-FFF2-40B4-BE49-F238E27FC236}">
                <a16:creationId xmlns:a16="http://schemas.microsoft.com/office/drawing/2014/main" id="{59DFECE4-5569-4629-9DEB-EDECA6F2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Grace Walker  |  Physical Address: Flat 61, 335 Abbey Vale Way, Glasgow, G1 2FF, United Kingdom</a:t>
            </a:r>
          </a:p>
        </p:txBody>
      </p:sp>
      <p:sp>
        <p:nvSpPr>
          <p:cNvPr id="6" name="record-evidence-7-1">
            <a:extLst xmlns:a="http://schemas.openxmlformats.org/drawingml/2006/main">
              <a:ext uri="{FF2B5EF4-FFF2-40B4-BE49-F238E27FC236}">
                <a16:creationId xmlns:a16="http://schemas.microsoft.com/office/drawing/2014/main" id="{9BE44301-77FA-4FC2-92C0-F5CC0E59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1986-08-05</a:t>
            </a:r>
          </a:p>
        </p:txBody>
      </p:sp>
      <p:sp>
        <p:nvSpPr>
          <p:cNvPr id="7" name="record-panel-7-2">
            <a:extLst xmlns:a="http://schemas.openxmlformats.org/drawingml/2006/main">
              <a:ext uri="{FF2B5EF4-FFF2-40B4-BE49-F238E27FC236}">
                <a16:creationId xmlns:a16="http://schemas.microsoft.com/office/drawing/2014/main" id="{B6C783CD-45C9-4111-BC36-A2262059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7-2">
            <a:extLst xmlns:a="http://schemas.openxmlformats.org/drawingml/2006/main">
              <a:ext uri="{FF2B5EF4-FFF2-40B4-BE49-F238E27FC236}">
                <a16:creationId xmlns:a16="http://schemas.microsoft.com/office/drawing/2014/main" id="{308DAA13-A967-4D4E-8494-C114D6B4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TEST-032  |  National Health Service (NHS) Number: 943 476 5315</a:t>
            </a:r>
          </a:p>
        </p:txBody>
      </p:sp>
      <p:sp>
        <p:nvSpPr>
          <p:cNvPr id="9" name="record-person-7-2">
            <a:extLst xmlns:a="http://schemas.openxmlformats.org/drawingml/2006/main">
              <a:ext uri="{FF2B5EF4-FFF2-40B4-BE49-F238E27FC236}">
                <a16:creationId xmlns:a16="http://schemas.microsoft.com/office/drawing/2014/main" id="{01AD8BAC-A063-4DE8-8BCC-A06C637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Ava Brown  |  Physical Address: Flat 62, 372 Bramble Vale Way, Newcastle, NE1 4LP, United Kingdom</a:t>
            </a:r>
          </a:p>
        </p:txBody>
      </p:sp>
      <p:sp>
        <p:nvSpPr>
          <p:cNvPr id="10" name="record-evidence-7-2">
            <a:extLst xmlns:a="http://schemas.openxmlformats.org/drawingml/2006/main">
              <a:ext uri="{FF2B5EF4-FFF2-40B4-BE49-F238E27FC236}">
                <a16:creationId xmlns:a16="http://schemas.microsoft.com/office/drawing/2014/main" id="{FBAE5501-3B92-4C4B-A98B-E7DF86D0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1987-09-06</a:t>
            </a:r>
          </a:p>
        </p:txBody>
      </p:sp>
      <p:sp>
        <p:nvSpPr>
          <p:cNvPr id="11" name="record-panel-7-3">
            <a:extLst xmlns:a="http://schemas.openxmlformats.org/drawingml/2006/main">
              <a:ext uri="{FF2B5EF4-FFF2-40B4-BE49-F238E27FC236}">
                <a16:creationId xmlns:a16="http://schemas.microsoft.com/office/drawing/2014/main" id="{C4967B80-B9B2-4F15-A603-F2FB2CE9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7-3">
            <a:extLst xmlns:a="http://schemas.openxmlformats.org/drawingml/2006/main">
              <a:ext uri="{FF2B5EF4-FFF2-40B4-BE49-F238E27FC236}">
                <a16:creationId xmlns:a16="http://schemas.microsoft.com/office/drawing/2014/main" id="{67B0F689-96F6-4C42-9AC3-B960A20A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TEST-033  |  National Health Service (NHS) Number: 943 476 5323</a:t>
            </a:r>
          </a:p>
        </p:txBody>
      </p:sp>
      <p:sp>
        <p:nvSpPr>
          <p:cNvPr id="13" name="record-person-7-3">
            <a:extLst xmlns:a="http://schemas.openxmlformats.org/drawingml/2006/main">
              <a:ext uri="{FF2B5EF4-FFF2-40B4-BE49-F238E27FC236}">
                <a16:creationId xmlns:a16="http://schemas.microsoft.com/office/drawing/2014/main" id="{A4300E58-6DCC-4237-98AE-96DB8B3B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Lucy Green  |  Physical Address: Flat 63, 409 Cedar Vale Way, Manchester, M1 2WD, United Kingdom</a:t>
            </a:r>
          </a:p>
        </p:txBody>
      </p:sp>
      <p:sp>
        <p:nvSpPr>
          <p:cNvPr id="14" name="record-evidence-7-3">
            <a:extLst xmlns:a="http://schemas.openxmlformats.org/drawingml/2006/main">
              <a:ext uri="{FF2B5EF4-FFF2-40B4-BE49-F238E27FC236}">
                <a16:creationId xmlns:a16="http://schemas.microsoft.com/office/drawing/2014/main" id="{CB17C06B-722D-4F28-8C18-8DF27C04F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1988-10-07</a:t>
            </a:r>
          </a:p>
        </p:txBody>
      </p:sp>
      <p:sp>
        <p:nvSpPr>
          <p:cNvPr id="15" name="record-panel-7-4">
            <a:extLst xmlns:a="http://schemas.openxmlformats.org/drawingml/2006/main">
              <a:ext uri="{FF2B5EF4-FFF2-40B4-BE49-F238E27FC236}">
                <a16:creationId xmlns:a16="http://schemas.microsoft.com/office/drawing/2014/main" id="{4F00BBD2-6D53-4118-8358-CDC26CED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7-4">
            <a:extLst xmlns:a="http://schemas.openxmlformats.org/drawingml/2006/main">
              <a:ext uri="{FF2B5EF4-FFF2-40B4-BE49-F238E27FC236}">
                <a16:creationId xmlns:a16="http://schemas.microsoft.com/office/drawing/2014/main" id="{90861937-FFAD-484E-B20B-8891E44F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TEST-034  |  National Health Service (NHS) Number: 943 476 5331</a:t>
            </a:r>
          </a:p>
        </p:txBody>
      </p:sp>
      <p:sp>
        <p:nvSpPr>
          <p:cNvPr id="17" name="record-person-7-4">
            <a:extLst xmlns:a="http://schemas.openxmlformats.org/drawingml/2006/main">
              <a:ext uri="{FF2B5EF4-FFF2-40B4-BE49-F238E27FC236}">
                <a16:creationId xmlns:a16="http://schemas.microsoft.com/office/drawing/2014/main" id="{C4A6661F-D772-4B81-B327-8FF59837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Emily Johnson  |  Physical Address: Flat 64, 446 Church Vale Way, Nottingham, NG1 2AS, United Kingdom</a:t>
            </a:r>
          </a:p>
        </p:txBody>
      </p:sp>
      <p:sp>
        <p:nvSpPr>
          <p:cNvPr id="18" name="record-evidence-7-4">
            <a:extLst xmlns:a="http://schemas.openxmlformats.org/drawingml/2006/main">
              <a:ext uri="{FF2B5EF4-FFF2-40B4-BE49-F238E27FC236}">
                <a16:creationId xmlns:a16="http://schemas.microsoft.com/office/drawing/2014/main" id="{B24A61F7-DA8B-4318-B276-6BF67450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1989-11-08</a:t>
            </a:r>
          </a:p>
        </p:txBody>
      </p:sp>
      <p:sp>
        <p:nvSpPr>
          <p:cNvPr id="19" name="record-panel-7-5">
            <a:extLst xmlns:a="http://schemas.openxmlformats.org/drawingml/2006/main">
              <a:ext uri="{FF2B5EF4-FFF2-40B4-BE49-F238E27FC236}">
                <a16:creationId xmlns:a16="http://schemas.microsoft.com/office/drawing/2014/main" id="{59E1D5B7-4533-4F6C-BA1A-0653C1E5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7-5">
            <a:extLst xmlns:a="http://schemas.openxmlformats.org/drawingml/2006/main">
              <a:ext uri="{FF2B5EF4-FFF2-40B4-BE49-F238E27FC236}">
                <a16:creationId xmlns:a16="http://schemas.microsoft.com/office/drawing/2014/main" id="{A65F1AC9-C23B-4794-9341-50FC1F55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TEST-035  |  National Health Service (NHS) Number: 943 476 6842</a:t>
            </a:r>
          </a:p>
        </p:txBody>
      </p:sp>
      <p:sp>
        <p:nvSpPr>
          <p:cNvPr id="21" name="record-person-7-5">
            <a:extLst xmlns:a="http://schemas.openxmlformats.org/drawingml/2006/main">
              <a:ext uri="{FF2B5EF4-FFF2-40B4-BE49-F238E27FC236}">
                <a16:creationId xmlns:a16="http://schemas.microsoft.com/office/drawing/2014/main" id="{823ADF35-4DE5-4F4F-96C5-5AC6CEEB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Grace Jackson  |  Physical Address: Flat 65, 483 Crown Vale Way, London, SW1A 2AA, United Kingdom</a:t>
            </a:r>
          </a:p>
        </p:txBody>
      </p:sp>
      <p:sp>
        <p:nvSpPr>
          <p:cNvPr id="22" name="record-evidence-7-5">
            <a:extLst xmlns:a="http://schemas.openxmlformats.org/drawingml/2006/main">
              <a:ext uri="{FF2B5EF4-FFF2-40B4-BE49-F238E27FC236}">
                <a16:creationId xmlns:a16="http://schemas.microsoft.com/office/drawing/2014/main" id="{E6C7F600-5D18-4249-966B-D14C4107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1990-12-09</a:t>
            </a:r>
          </a:p>
        </p:txBody>
      </p:sp>
      <p:sp>
        <p:nvSpPr>
          <p:cNvPr id="23" name="footer-7">
            <a:extLst xmlns:a="http://schemas.openxmlformats.org/drawingml/2006/main">
              <a:ext uri="{FF2B5EF4-FFF2-40B4-BE49-F238E27FC236}">
                <a16:creationId xmlns:a16="http://schemas.microsoft.com/office/drawing/2014/main" id="{00D62CDE-F1BB-495B-BA79-FFF5FBAF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03795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652EFB85-BEE5-498D-93F6-D967E622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8">
            <a:extLst xmlns:a="http://schemas.openxmlformats.org/drawingml/2006/main">
              <a:ext uri="{FF2B5EF4-FFF2-40B4-BE49-F238E27FC236}">
                <a16:creationId xmlns:a16="http://schemas.microsoft.com/office/drawing/2014/main" id="{2A4B5C78-A743-40C7-8100-19346D72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36-40 of 150</a:t>
            </a:r>
          </a:p>
        </p:txBody>
      </p:sp>
      <p:sp>
        <p:nvSpPr>
          <p:cNvPr id="3" name="record-panel-8-1">
            <a:extLst xmlns:a="http://schemas.openxmlformats.org/drawingml/2006/main">
              <a:ext uri="{FF2B5EF4-FFF2-40B4-BE49-F238E27FC236}">
                <a16:creationId xmlns:a16="http://schemas.microsoft.com/office/drawing/2014/main" id="{F385044C-1D70-4607-80D4-BF85C647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8-1">
            <a:extLst xmlns:a="http://schemas.openxmlformats.org/drawingml/2006/main">
              <a:ext uri="{FF2B5EF4-FFF2-40B4-BE49-F238E27FC236}">
                <a16:creationId xmlns:a16="http://schemas.microsoft.com/office/drawing/2014/main" id="{3C53CF05-1AE5-41D2-B337-41C29823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TEST-036  |  National Health Service (NHS) Number: 943 476 5358</a:t>
            </a:r>
          </a:p>
        </p:txBody>
      </p:sp>
      <p:sp>
        <p:nvSpPr>
          <p:cNvPr id="5" name="record-person-8-1">
            <a:extLst xmlns:a="http://schemas.openxmlformats.org/drawingml/2006/main">
              <a:ext uri="{FF2B5EF4-FFF2-40B4-BE49-F238E27FC236}">
                <a16:creationId xmlns:a16="http://schemas.microsoft.com/office/drawing/2014/main" id="{ADC1D5BF-A1CA-4C22-A66E-42F57135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Ava Wright  |  Physical Address: Flat 66, 520 Elm Vale Way, Edinburgh, EH1 1YZ, United Kingdom</a:t>
            </a:r>
          </a:p>
        </p:txBody>
      </p:sp>
      <p:sp>
        <p:nvSpPr>
          <p:cNvPr id="6" name="record-evidence-8-1">
            <a:extLst xmlns:a="http://schemas.openxmlformats.org/drawingml/2006/main">
              <a:ext uri="{FF2B5EF4-FFF2-40B4-BE49-F238E27FC236}">
                <a16:creationId xmlns:a16="http://schemas.microsoft.com/office/drawing/2014/main" id="{2623D559-814F-4D7E-BC41-4372DF99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1991-01-10</a:t>
            </a:r>
          </a:p>
        </p:txBody>
      </p:sp>
      <p:sp>
        <p:nvSpPr>
          <p:cNvPr id="7" name="record-panel-8-2">
            <a:extLst xmlns:a="http://schemas.openxmlformats.org/drawingml/2006/main">
              <a:ext uri="{FF2B5EF4-FFF2-40B4-BE49-F238E27FC236}">
                <a16:creationId xmlns:a16="http://schemas.microsoft.com/office/drawing/2014/main" id="{A2B44D55-4AB1-4B6F-AF10-8D03EABA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8-2">
            <a:extLst xmlns:a="http://schemas.openxmlformats.org/drawingml/2006/main">
              <a:ext uri="{FF2B5EF4-FFF2-40B4-BE49-F238E27FC236}">
                <a16:creationId xmlns:a16="http://schemas.microsoft.com/office/drawing/2014/main" id="{8675A79F-3B03-44B8-AA17-FD95C804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TEST-037  |  National Health Service (NHS) Number: 943 476 5366</a:t>
            </a:r>
          </a:p>
        </p:txBody>
      </p:sp>
      <p:sp>
        <p:nvSpPr>
          <p:cNvPr id="9" name="record-person-8-2">
            <a:extLst xmlns:a="http://schemas.openxmlformats.org/drawingml/2006/main">
              <a:ext uri="{FF2B5EF4-FFF2-40B4-BE49-F238E27FC236}">
                <a16:creationId xmlns:a16="http://schemas.microsoft.com/office/drawing/2014/main" id="{A677EA9F-3574-4F11-857C-0D5882A6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Lucy Edwards  |  Physical Address: Flat 67, 557 Hawthorn Vale Way, Cambridge, CB1 1BH, United Kingdom</a:t>
            </a:r>
          </a:p>
        </p:txBody>
      </p:sp>
      <p:sp>
        <p:nvSpPr>
          <p:cNvPr id="10" name="record-evidence-8-2">
            <a:extLst xmlns:a="http://schemas.openxmlformats.org/drawingml/2006/main">
              <a:ext uri="{FF2B5EF4-FFF2-40B4-BE49-F238E27FC236}">
                <a16:creationId xmlns:a16="http://schemas.microsoft.com/office/drawing/2014/main" id="{BD66549D-5DB9-4AB8-A908-95DF5960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1992-02-11</a:t>
            </a:r>
          </a:p>
        </p:txBody>
      </p:sp>
      <p:sp>
        <p:nvSpPr>
          <p:cNvPr id="11" name="record-panel-8-3">
            <a:extLst xmlns:a="http://schemas.openxmlformats.org/drawingml/2006/main">
              <a:ext uri="{FF2B5EF4-FFF2-40B4-BE49-F238E27FC236}">
                <a16:creationId xmlns:a16="http://schemas.microsoft.com/office/drawing/2014/main" id="{D46CA48A-38B3-46B2-8532-706CEAFD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8-3">
            <a:extLst xmlns:a="http://schemas.openxmlformats.org/drawingml/2006/main">
              <a:ext uri="{FF2B5EF4-FFF2-40B4-BE49-F238E27FC236}">
                <a16:creationId xmlns:a16="http://schemas.microsoft.com/office/drawing/2014/main" id="{2975928B-6E87-4B07-BF2A-34286653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TEST-038  |  National Health Service (NHS) Number: 943 476 5374</a:t>
            </a:r>
          </a:p>
        </p:txBody>
      </p:sp>
      <p:sp>
        <p:nvSpPr>
          <p:cNvPr id="13" name="record-person-8-3">
            <a:extLst xmlns:a="http://schemas.openxmlformats.org/drawingml/2006/main">
              <a:ext uri="{FF2B5EF4-FFF2-40B4-BE49-F238E27FC236}">
                <a16:creationId xmlns:a16="http://schemas.microsoft.com/office/drawing/2014/main" id="{6DAEA5BC-14DC-4D41-8650-907F3CC2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Edward Walker  |  Physical Address: Flat 68, 594 Kingfisher Vale Way, Cardiff, CF10 2HE, United Kingdom</a:t>
            </a:r>
          </a:p>
        </p:txBody>
      </p:sp>
      <p:sp>
        <p:nvSpPr>
          <p:cNvPr id="14" name="record-evidence-8-3">
            <a:extLst xmlns:a="http://schemas.openxmlformats.org/drawingml/2006/main">
              <a:ext uri="{FF2B5EF4-FFF2-40B4-BE49-F238E27FC236}">
                <a16:creationId xmlns:a16="http://schemas.microsoft.com/office/drawing/2014/main" id="{959A820C-0D19-41C4-9B5F-A65228D2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1993-03-12</a:t>
            </a:r>
          </a:p>
        </p:txBody>
      </p:sp>
      <p:sp>
        <p:nvSpPr>
          <p:cNvPr id="15" name="record-panel-8-4">
            <a:extLst xmlns:a="http://schemas.openxmlformats.org/drawingml/2006/main">
              <a:ext uri="{FF2B5EF4-FFF2-40B4-BE49-F238E27FC236}">
                <a16:creationId xmlns:a16="http://schemas.microsoft.com/office/drawing/2014/main" id="{1ADC6B6D-B76B-43DE-B2B6-56330427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8-4">
            <a:extLst xmlns:a="http://schemas.openxmlformats.org/drawingml/2006/main">
              <a:ext uri="{FF2B5EF4-FFF2-40B4-BE49-F238E27FC236}">
                <a16:creationId xmlns:a16="http://schemas.microsoft.com/office/drawing/2014/main" id="{20C81464-E352-4132-8489-DCE3E9AE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TEST-039  |  National Health Service (NHS) Number: 943 476 5382</a:t>
            </a:r>
          </a:p>
        </p:txBody>
      </p:sp>
      <p:sp>
        <p:nvSpPr>
          <p:cNvPr id="17" name="record-person-8-4">
            <a:extLst xmlns:a="http://schemas.openxmlformats.org/drawingml/2006/main">
              <a:ext uri="{FF2B5EF4-FFF2-40B4-BE49-F238E27FC236}">
                <a16:creationId xmlns:a16="http://schemas.microsoft.com/office/drawing/2014/main" id="{0566D0BF-C3EA-4E23-BE96-8BAFD623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Grace Brown  |  Physical Address: Flat 69, 631 Mill Vale Way, Sheffield, S1 2BJ, United Kingdom</a:t>
            </a:r>
          </a:p>
        </p:txBody>
      </p:sp>
      <p:sp>
        <p:nvSpPr>
          <p:cNvPr id="18" name="record-evidence-8-4">
            <a:extLst xmlns:a="http://schemas.openxmlformats.org/drawingml/2006/main">
              <a:ext uri="{FF2B5EF4-FFF2-40B4-BE49-F238E27FC236}">
                <a16:creationId xmlns:a16="http://schemas.microsoft.com/office/drawing/2014/main" id="{F1E53662-DDB2-4A4D-92D1-9FD5F621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1994-04-13</a:t>
            </a:r>
          </a:p>
        </p:txBody>
      </p:sp>
      <p:sp>
        <p:nvSpPr>
          <p:cNvPr id="19" name="record-panel-8-5">
            <a:extLst xmlns:a="http://schemas.openxmlformats.org/drawingml/2006/main">
              <a:ext uri="{FF2B5EF4-FFF2-40B4-BE49-F238E27FC236}">
                <a16:creationId xmlns:a16="http://schemas.microsoft.com/office/drawing/2014/main" id="{8FC7B6ED-5A43-420D-B6C4-455AAF5A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8-5">
            <a:extLst xmlns:a="http://schemas.openxmlformats.org/drawingml/2006/main">
              <a:ext uri="{FF2B5EF4-FFF2-40B4-BE49-F238E27FC236}">
                <a16:creationId xmlns:a16="http://schemas.microsoft.com/office/drawing/2014/main" id="{2C11FEAD-BD0D-48CB-8FE1-C54EC681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TEST-040  |  National Health Service (NHS) Number: 943 476 5390</a:t>
            </a:r>
          </a:p>
        </p:txBody>
      </p:sp>
      <p:sp>
        <p:nvSpPr>
          <p:cNvPr id="21" name="record-person-8-5">
            <a:extLst xmlns:a="http://schemas.openxmlformats.org/drawingml/2006/main">
              <a:ext uri="{FF2B5EF4-FFF2-40B4-BE49-F238E27FC236}">
                <a16:creationId xmlns:a16="http://schemas.microsoft.com/office/drawing/2014/main" id="{962B533E-098E-404C-BED0-3D19C0E4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Ava Hall  |  Physical Address: Flat 70, 668 Orchard Vale Way, Leeds, LS1 4AP, United Kingdom</a:t>
            </a:r>
          </a:p>
        </p:txBody>
      </p:sp>
      <p:sp>
        <p:nvSpPr>
          <p:cNvPr id="22" name="record-evidence-8-5">
            <a:extLst xmlns:a="http://schemas.openxmlformats.org/drawingml/2006/main">
              <a:ext uri="{FF2B5EF4-FFF2-40B4-BE49-F238E27FC236}">
                <a16:creationId xmlns:a16="http://schemas.microsoft.com/office/drawing/2014/main" id="{C532A3D7-95AB-41A2-9773-A6817A9A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1995-05-14</a:t>
            </a:r>
          </a:p>
        </p:txBody>
      </p:sp>
      <p:sp>
        <p:nvSpPr>
          <p:cNvPr id="23" name="footer-8">
            <a:extLst xmlns:a="http://schemas.openxmlformats.org/drawingml/2006/main">
              <a:ext uri="{FF2B5EF4-FFF2-40B4-BE49-F238E27FC236}">
                <a16:creationId xmlns:a16="http://schemas.microsoft.com/office/drawing/2014/main" id="{1F7293F1-6585-42BE-8CF8-E3E2937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387009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">
            <a:extLst xmlns:a="http://schemas.openxmlformats.org/drawingml/2006/main">
              <a:ext uri="{FF2B5EF4-FFF2-40B4-BE49-F238E27FC236}">
                <a16:creationId xmlns:a16="http://schemas.microsoft.com/office/drawing/2014/main" id="{5E78F633-AC51-49FC-8B58-1702E23A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9">
            <a:extLst xmlns:a="http://schemas.openxmlformats.org/drawingml/2006/main">
              <a:ext uri="{FF2B5EF4-FFF2-40B4-BE49-F238E27FC236}">
                <a16:creationId xmlns:a16="http://schemas.microsoft.com/office/drawing/2014/main" id="{8465FF13-FFE7-4A5B-9421-4432B54E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41-45 of 150</a:t>
            </a:r>
          </a:p>
        </p:txBody>
      </p:sp>
      <p:sp>
        <p:nvSpPr>
          <p:cNvPr id="3" name="record-panel-9-1">
            <a:extLst xmlns:a="http://schemas.openxmlformats.org/drawingml/2006/main">
              <a:ext uri="{FF2B5EF4-FFF2-40B4-BE49-F238E27FC236}">
                <a16:creationId xmlns:a16="http://schemas.microsoft.com/office/drawing/2014/main" id="{D9A58CD2-A1BA-403E-9BAA-29164FA5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9-1">
            <a:extLst xmlns:a="http://schemas.openxmlformats.org/drawingml/2006/main">
              <a:ext uri="{FF2B5EF4-FFF2-40B4-BE49-F238E27FC236}">
                <a16:creationId xmlns:a16="http://schemas.microsoft.com/office/drawing/2014/main" id="{23E396C4-6C40-4EE5-AFAC-B38AF137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TEST-041  |  National Health Service (NHS) Number: 943 476 5404</a:t>
            </a:r>
          </a:p>
        </p:txBody>
      </p:sp>
      <p:sp>
        <p:nvSpPr>
          <p:cNvPr id="5" name="record-person-9-1">
            <a:extLst xmlns:a="http://schemas.openxmlformats.org/drawingml/2006/main">
              <a:ext uri="{FF2B5EF4-FFF2-40B4-BE49-F238E27FC236}">
                <a16:creationId xmlns:a16="http://schemas.microsoft.com/office/drawing/2014/main" id="{A3EFB252-8486-42E4-9D2F-264EC9E9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Lucy Johnson  |  Physical Address: Flat 71, 705 Station Vale Way, Leicester, LE1 5YP, United Kingdom</a:t>
            </a:r>
          </a:p>
        </p:txBody>
      </p:sp>
      <p:sp>
        <p:nvSpPr>
          <p:cNvPr id="6" name="record-evidence-9-1">
            <a:extLst xmlns:a="http://schemas.openxmlformats.org/drawingml/2006/main">
              <a:ext uri="{FF2B5EF4-FFF2-40B4-BE49-F238E27FC236}">
                <a16:creationId xmlns:a16="http://schemas.microsoft.com/office/drawing/2014/main" id="{9331BF83-6E80-41B5-9BB1-BC45F61E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1996-06-15</a:t>
            </a:r>
          </a:p>
        </p:txBody>
      </p:sp>
      <p:sp>
        <p:nvSpPr>
          <p:cNvPr id="7" name="record-panel-9-2">
            <a:extLst xmlns:a="http://schemas.openxmlformats.org/drawingml/2006/main">
              <a:ext uri="{FF2B5EF4-FFF2-40B4-BE49-F238E27FC236}">
                <a16:creationId xmlns:a16="http://schemas.microsoft.com/office/drawing/2014/main" id="{914F87FB-22B1-4F9A-8623-B21AD31A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9-2">
            <a:extLst xmlns:a="http://schemas.openxmlformats.org/drawingml/2006/main">
              <a:ext uri="{FF2B5EF4-FFF2-40B4-BE49-F238E27FC236}">
                <a16:creationId xmlns:a16="http://schemas.microsoft.com/office/drawing/2014/main" id="{7543EACD-FE16-4B62-B0DF-230B784D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TEST-042  |  National Health Service (NHS) Number: 943 476 5412</a:t>
            </a:r>
          </a:p>
        </p:txBody>
      </p:sp>
      <p:sp>
        <p:nvSpPr>
          <p:cNvPr id="9" name="record-person-9-2">
            <a:extLst xmlns:a="http://schemas.openxmlformats.org/drawingml/2006/main">
              <a:ext uri="{FF2B5EF4-FFF2-40B4-BE49-F238E27FC236}">
                <a16:creationId xmlns:a16="http://schemas.microsoft.com/office/drawing/2014/main" id="{301A037E-BE23-44DD-8161-A5756C12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Emily Jackson  |  Physical Address: Flat 72, 742 Victoria Vale Way, Birmingham, B1 1BB, United Kingdom</a:t>
            </a:r>
          </a:p>
        </p:txBody>
      </p:sp>
      <p:sp>
        <p:nvSpPr>
          <p:cNvPr id="10" name="record-evidence-9-2">
            <a:extLst xmlns:a="http://schemas.openxmlformats.org/drawingml/2006/main">
              <a:ext uri="{FF2B5EF4-FFF2-40B4-BE49-F238E27FC236}">
                <a16:creationId xmlns:a16="http://schemas.microsoft.com/office/drawing/2014/main" id="{4590D9E6-699D-4DED-9F0E-7A207D26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1997-07-16</a:t>
            </a:r>
          </a:p>
        </p:txBody>
      </p:sp>
      <p:sp>
        <p:nvSpPr>
          <p:cNvPr id="11" name="record-panel-9-3">
            <a:extLst xmlns:a="http://schemas.openxmlformats.org/drawingml/2006/main">
              <a:ext uri="{FF2B5EF4-FFF2-40B4-BE49-F238E27FC236}">
                <a16:creationId xmlns:a16="http://schemas.microsoft.com/office/drawing/2014/main" id="{BEBCD53B-85DB-4537-B472-09A868E9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9-3">
            <a:extLst xmlns:a="http://schemas.openxmlformats.org/drawingml/2006/main">
              <a:ext uri="{FF2B5EF4-FFF2-40B4-BE49-F238E27FC236}">
                <a16:creationId xmlns:a16="http://schemas.microsoft.com/office/drawing/2014/main" id="{5403ADC4-2577-4BAB-82F5-81F48626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TEST-043  |  National Health Service (NHS) Number: 943 476 5420</a:t>
            </a:r>
          </a:p>
        </p:txBody>
      </p:sp>
      <p:sp>
        <p:nvSpPr>
          <p:cNvPr id="13" name="record-person-9-3">
            <a:extLst xmlns:a="http://schemas.openxmlformats.org/drawingml/2006/main">
              <a:ext uri="{FF2B5EF4-FFF2-40B4-BE49-F238E27FC236}">
                <a16:creationId xmlns:a16="http://schemas.microsoft.com/office/drawing/2014/main" id="{C698FEDF-E4CA-4A64-9727-1FC9104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Grace Wright  |  Physical Address: Flat 1, 779 Abbey View Way, Liverpool, L1 8JQ, United Kingdom</a:t>
            </a:r>
          </a:p>
        </p:txBody>
      </p:sp>
      <p:sp>
        <p:nvSpPr>
          <p:cNvPr id="14" name="record-evidence-9-3">
            <a:extLst xmlns:a="http://schemas.openxmlformats.org/drawingml/2006/main">
              <a:ext uri="{FF2B5EF4-FFF2-40B4-BE49-F238E27FC236}">
                <a16:creationId xmlns:a16="http://schemas.microsoft.com/office/drawing/2014/main" id="{B48D7C06-183E-4057-ACCD-466F7656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1998-08-17</a:t>
            </a:r>
          </a:p>
        </p:txBody>
      </p:sp>
      <p:sp>
        <p:nvSpPr>
          <p:cNvPr id="15" name="record-panel-9-4">
            <a:extLst xmlns:a="http://schemas.openxmlformats.org/drawingml/2006/main">
              <a:ext uri="{FF2B5EF4-FFF2-40B4-BE49-F238E27FC236}">
                <a16:creationId xmlns:a16="http://schemas.microsoft.com/office/drawing/2014/main" id="{58A1E82C-FDCB-4154-9D2E-A0775292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9-4">
            <a:extLst xmlns:a="http://schemas.openxmlformats.org/drawingml/2006/main">
              <a:ext uri="{FF2B5EF4-FFF2-40B4-BE49-F238E27FC236}">
                <a16:creationId xmlns:a16="http://schemas.microsoft.com/office/drawing/2014/main" id="{10FAB2F8-9C0F-4955-A075-17608822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TEST-044  |  National Health Service (NHS) Number: 943 476 5439</a:t>
            </a:r>
          </a:p>
        </p:txBody>
      </p:sp>
      <p:sp>
        <p:nvSpPr>
          <p:cNvPr id="17" name="record-person-9-4">
            <a:extLst xmlns:a="http://schemas.openxmlformats.org/drawingml/2006/main">
              <a:ext uri="{FF2B5EF4-FFF2-40B4-BE49-F238E27FC236}">
                <a16:creationId xmlns:a16="http://schemas.microsoft.com/office/drawing/2014/main" id="{19F648CA-8C6A-4896-8ADD-6CCD4C9E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Ava Smith  |  Physical Address: Flat 2, 816 Bramble View Way, Aberdeen, AB10 1AN, United Kingdom</a:t>
            </a:r>
          </a:p>
        </p:txBody>
      </p:sp>
      <p:sp>
        <p:nvSpPr>
          <p:cNvPr id="18" name="record-evidence-9-4">
            <a:extLst xmlns:a="http://schemas.openxmlformats.org/drawingml/2006/main">
              <a:ext uri="{FF2B5EF4-FFF2-40B4-BE49-F238E27FC236}">
                <a16:creationId xmlns:a16="http://schemas.microsoft.com/office/drawing/2014/main" id="{59DC1CFB-D6EA-4864-83D1-6F08411F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1999-09-18</a:t>
            </a:r>
          </a:p>
        </p:txBody>
      </p:sp>
      <p:sp>
        <p:nvSpPr>
          <p:cNvPr id="19" name="record-panel-9-5">
            <a:extLst xmlns:a="http://schemas.openxmlformats.org/drawingml/2006/main">
              <a:ext uri="{FF2B5EF4-FFF2-40B4-BE49-F238E27FC236}">
                <a16:creationId xmlns:a16="http://schemas.microsoft.com/office/drawing/2014/main" id="{D48C25C6-BB86-48E0-B318-0F7C85A2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9-5">
            <a:extLst xmlns:a="http://schemas.openxmlformats.org/drawingml/2006/main">
              <a:ext uri="{FF2B5EF4-FFF2-40B4-BE49-F238E27FC236}">
                <a16:creationId xmlns:a16="http://schemas.microsoft.com/office/drawing/2014/main" id="{E55DC7F5-3AFC-4DC0-BF10-4CF84FBE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TEST-045  |  National Health Service (NHS) Number: 943 476 5447</a:t>
            </a:r>
          </a:p>
        </p:txBody>
      </p:sp>
      <p:sp>
        <p:nvSpPr>
          <p:cNvPr id="21" name="record-person-9-5">
            <a:extLst xmlns:a="http://schemas.openxmlformats.org/drawingml/2006/main">
              <a:ext uri="{FF2B5EF4-FFF2-40B4-BE49-F238E27FC236}">
                <a16:creationId xmlns:a16="http://schemas.microsoft.com/office/drawing/2014/main" id="{32722522-F9D4-417D-BC19-FAC009AA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Lucy Walker  |  Physical Address: Flat 3, 853 Cedar View Way, Bristol, BS1 4ST, United Kingdom</a:t>
            </a:r>
          </a:p>
        </p:txBody>
      </p:sp>
      <p:sp>
        <p:nvSpPr>
          <p:cNvPr id="22" name="record-evidence-9-5">
            <a:extLst xmlns:a="http://schemas.openxmlformats.org/drawingml/2006/main">
              <a:ext uri="{FF2B5EF4-FFF2-40B4-BE49-F238E27FC236}">
                <a16:creationId xmlns:a16="http://schemas.microsoft.com/office/drawing/2014/main" id="{590C5149-BACC-43BB-BFD5-1BD0BBE3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2000-10-19</a:t>
            </a:r>
          </a:p>
        </p:txBody>
      </p:sp>
      <p:sp>
        <p:nvSpPr>
          <p:cNvPr id="23" name="footer-9">
            <a:extLst xmlns:a="http://schemas.openxmlformats.org/drawingml/2006/main">
              <a:ext uri="{FF2B5EF4-FFF2-40B4-BE49-F238E27FC236}">
                <a16:creationId xmlns:a16="http://schemas.microsoft.com/office/drawing/2014/main" id="{F41E5496-95B6-4327-A09F-D353A4CB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3304996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">
            <a:extLst xmlns:a="http://schemas.openxmlformats.org/drawingml/2006/main">
              <a:ext uri="{FF2B5EF4-FFF2-40B4-BE49-F238E27FC236}">
                <a16:creationId xmlns:a16="http://schemas.microsoft.com/office/drawing/2014/main" id="{10650705-D56E-411A-A664-99E09661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0">
            <a:extLst xmlns:a="http://schemas.openxmlformats.org/drawingml/2006/main">
              <a:ext uri="{FF2B5EF4-FFF2-40B4-BE49-F238E27FC236}">
                <a16:creationId xmlns:a16="http://schemas.microsoft.com/office/drawing/2014/main" id="{5596C163-309C-4455-9139-E5F67746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46-50 of 150</a:t>
            </a:r>
          </a:p>
        </p:txBody>
      </p:sp>
      <p:sp>
        <p:nvSpPr>
          <p:cNvPr id="3" name="record-panel-10-1">
            <a:extLst xmlns:a="http://schemas.openxmlformats.org/drawingml/2006/main">
              <a:ext uri="{FF2B5EF4-FFF2-40B4-BE49-F238E27FC236}">
                <a16:creationId xmlns:a16="http://schemas.microsoft.com/office/drawing/2014/main" id="{B4ADAFA2-A185-4A82-8785-0BF57B53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0-1">
            <a:extLst xmlns:a="http://schemas.openxmlformats.org/drawingml/2006/main">
              <a:ext uri="{FF2B5EF4-FFF2-40B4-BE49-F238E27FC236}">
                <a16:creationId xmlns:a16="http://schemas.microsoft.com/office/drawing/2014/main" id="{0B24AE64-3A20-4E58-A7E6-05BCE84C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TEST-046  |  National Health Service (NHS) Number: 943 476 5455</a:t>
            </a:r>
          </a:p>
        </p:txBody>
      </p:sp>
      <p:sp>
        <p:nvSpPr>
          <p:cNvPr id="5" name="record-person-10-1">
            <a:extLst xmlns:a="http://schemas.openxmlformats.org/drawingml/2006/main">
              <a:ext uri="{FF2B5EF4-FFF2-40B4-BE49-F238E27FC236}">
                <a16:creationId xmlns:a16="http://schemas.microsoft.com/office/drawing/2014/main" id="{2EE78EFC-2F60-4702-B98A-474D46D6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Emily Brown  |  Physical Address: Flat 4, 890 Church View Way, Oxford, OX1 1AA, United Kingdom</a:t>
            </a:r>
          </a:p>
        </p:txBody>
      </p:sp>
      <p:sp>
        <p:nvSpPr>
          <p:cNvPr id="6" name="record-evidence-10-1">
            <a:extLst xmlns:a="http://schemas.openxmlformats.org/drawingml/2006/main">
              <a:ext uri="{FF2B5EF4-FFF2-40B4-BE49-F238E27FC236}">
                <a16:creationId xmlns:a16="http://schemas.microsoft.com/office/drawing/2014/main" id="{44FFFCC0-9D93-4E42-ABAF-2D9B1A7E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2001-11-20</a:t>
            </a:r>
          </a:p>
        </p:txBody>
      </p:sp>
      <p:sp>
        <p:nvSpPr>
          <p:cNvPr id="7" name="record-panel-10-2">
            <a:extLst xmlns:a="http://schemas.openxmlformats.org/drawingml/2006/main">
              <a:ext uri="{FF2B5EF4-FFF2-40B4-BE49-F238E27FC236}">
                <a16:creationId xmlns:a16="http://schemas.microsoft.com/office/drawing/2014/main" id="{2B8129D1-CFCF-45CC-A882-E5A9159D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0-2">
            <a:extLst xmlns:a="http://schemas.openxmlformats.org/drawingml/2006/main">
              <a:ext uri="{FF2B5EF4-FFF2-40B4-BE49-F238E27FC236}">
                <a16:creationId xmlns:a16="http://schemas.microsoft.com/office/drawing/2014/main" id="{51E9D43D-ABE0-49F8-A3A1-1C1A72F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TEST-047  |  National Health Service (NHS) Number: 943 476 5463</a:t>
            </a:r>
          </a:p>
        </p:txBody>
      </p:sp>
      <p:sp>
        <p:nvSpPr>
          <p:cNvPr id="9" name="record-person-10-2">
            <a:extLst xmlns:a="http://schemas.openxmlformats.org/drawingml/2006/main">
              <a:ext uri="{FF2B5EF4-FFF2-40B4-BE49-F238E27FC236}">
                <a16:creationId xmlns:a16="http://schemas.microsoft.com/office/drawing/2014/main" id="{23C4617A-299B-47B1-988C-C99C9DC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Grace Hall  |  Physical Address: Flat 5, 927 Crown View Way, Glasgow, G1 2FF, United Kingdom</a:t>
            </a:r>
          </a:p>
        </p:txBody>
      </p:sp>
      <p:sp>
        <p:nvSpPr>
          <p:cNvPr id="10" name="record-evidence-10-2">
            <a:extLst xmlns:a="http://schemas.openxmlformats.org/drawingml/2006/main">
              <a:ext uri="{FF2B5EF4-FFF2-40B4-BE49-F238E27FC236}">
                <a16:creationId xmlns:a16="http://schemas.microsoft.com/office/drawing/2014/main" id="{9DE5C9BC-EDD9-4ECE-9927-C69263BA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2002-12-21</a:t>
            </a:r>
          </a:p>
        </p:txBody>
      </p:sp>
      <p:sp>
        <p:nvSpPr>
          <p:cNvPr id="11" name="record-panel-10-3">
            <a:extLst xmlns:a="http://schemas.openxmlformats.org/drawingml/2006/main">
              <a:ext uri="{FF2B5EF4-FFF2-40B4-BE49-F238E27FC236}">
                <a16:creationId xmlns:a16="http://schemas.microsoft.com/office/drawing/2014/main" id="{D50ADC41-927E-4EDA-90F2-9C8D036D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0-3">
            <a:extLst xmlns:a="http://schemas.openxmlformats.org/drawingml/2006/main">
              <a:ext uri="{FF2B5EF4-FFF2-40B4-BE49-F238E27FC236}">
                <a16:creationId xmlns:a16="http://schemas.microsoft.com/office/drawing/2014/main" id="{DFD6A441-BA35-430A-BCAA-7F94177F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TEST-048  |  National Health Service (NHS) Number: 943 476 5471</a:t>
            </a:r>
          </a:p>
        </p:txBody>
      </p:sp>
      <p:sp>
        <p:nvSpPr>
          <p:cNvPr id="13" name="record-person-10-3">
            <a:extLst xmlns:a="http://schemas.openxmlformats.org/drawingml/2006/main">
              <a:ext uri="{FF2B5EF4-FFF2-40B4-BE49-F238E27FC236}">
                <a16:creationId xmlns:a16="http://schemas.microsoft.com/office/drawing/2014/main" id="{4B6DDC53-2EB5-4E87-A0FE-711195C0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Ava Davies  |  Physical Address: Flat 6, 964 Elm View Way, Newcastle, NE1 4LP, United Kingdom</a:t>
            </a:r>
          </a:p>
        </p:txBody>
      </p:sp>
      <p:sp>
        <p:nvSpPr>
          <p:cNvPr id="14" name="record-evidence-10-3">
            <a:extLst xmlns:a="http://schemas.openxmlformats.org/drawingml/2006/main">
              <a:ext uri="{FF2B5EF4-FFF2-40B4-BE49-F238E27FC236}">
                <a16:creationId xmlns:a16="http://schemas.microsoft.com/office/drawing/2014/main" id="{2F4AD636-3D77-44C6-8627-B91D9025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2003-01-22</a:t>
            </a:r>
          </a:p>
        </p:txBody>
      </p:sp>
      <p:sp>
        <p:nvSpPr>
          <p:cNvPr id="15" name="record-panel-10-4">
            <a:extLst xmlns:a="http://schemas.openxmlformats.org/drawingml/2006/main">
              <a:ext uri="{FF2B5EF4-FFF2-40B4-BE49-F238E27FC236}">
                <a16:creationId xmlns:a16="http://schemas.microsoft.com/office/drawing/2014/main" id="{9765DDD8-C0EB-4A13-B27D-0C84215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0-4">
            <a:extLst xmlns:a="http://schemas.openxmlformats.org/drawingml/2006/main">
              <a:ext uri="{FF2B5EF4-FFF2-40B4-BE49-F238E27FC236}">
                <a16:creationId xmlns:a16="http://schemas.microsoft.com/office/drawing/2014/main" id="{87A452A8-D513-4673-876B-91BA109C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TEST-049  |  National Health Service (NHS) Number: 943 476 6982</a:t>
            </a:r>
          </a:p>
        </p:txBody>
      </p:sp>
      <p:sp>
        <p:nvSpPr>
          <p:cNvPr id="17" name="record-person-10-4">
            <a:extLst xmlns:a="http://schemas.openxmlformats.org/drawingml/2006/main">
              <a:ext uri="{FF2B5EF4-FFF2-40B4-BE49-F238E27FC236}">
                <a16:creationId xmlns:a16="http://schemas.microsoft.com/office/drawing/2014/main" id="{DE8107E2-0A6B-4737-9791-6EE52D3A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Lucy Jackson  |  Physical Address: Flat 7, 1001 Hawthorn View Way, Manchester, M1 2WD, United Kingdom</a:t>
            </a:r>
          </a:p>
        </p:txBody>
      </p:sp>
      <p:sp>
        <p:nvSpPr>
          <p:cNvPr id="18" name="record-evidence-10-4">
            <a:extLst xmlns:a="http://schemas.openxmlformats.org/drawingml/2006/main">
              <a:ext uri="{FF2B5EF4-FFF2-40B4-BE49-F238E27FC236}">
                <a16:creationId xmlns:a16="http://schemas.microsoft.com/office/drawing/2014/main" id="{819EEDAA-C809-4D57-9F0D-2C268ED4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2004-02-23</a:t>
            </a:r>
          </a:p>
        </p:txBody>
      </p:sp>
      <p:sp>
        <p:nvSpPr>
          <p:cNvPr id="19" name="record-panel-10-5">
            <a:extLst xmlns:a="http://schemas.openxmlformats.org/drawingml/2006/main">
              <a:ext uri="{FF2B5EF4-FFF2-40B4-BE49-F238E27FC236}">
                <a16:creationId xmlns:a16="http://schemas.microsoft.com/office/drawing/2014/main" id="{9747C635-D354-499D-8D7C-7636D663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0-5">
            <a:extLst xmlns:a="http://schemas.openxmlformats.org/drawingml/2006/main">
              <a:ext uri="{FF2B5EF4-FFF2-40B4-BE49-F238E27FC236}">
                <a16:creationId xmlns:a16="http://schemas.microsoft.com/office/drawing/2014/main" id="{A47A46AF-FD79-400D-BE22-5FCEA441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TEST-050  |  National Health Service (NHS) Number: 943 476 5498</a:t>
            </a:r>
          </a:p>
        </p:txBody>
      </p:sp>
      <p:sp>
        <p:nvSpPr>
          <p:cNvPr id="21" name="record-person-10-5">
            <a:extLst xmlns:a="http://schemas.openxmlformats.org/drawingml/2006/main">
              <a:ext uri="{FF2B5EF4-FFF2-40B4-BE49-F238E27FC236}">
                <a16:creationId xmlns:a16="http://schemas.microsoft.com/office/drawing/2014/main" id="{A36CE08C-B6F3-4AA6-A22D-A872FC23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Emily Wright  |  Physical Address: Flat 8, 1038 Kingfisher View Way, Nottingham, NG1 2AS, United Kingdom</a:t>
            </a:r>
          </a:p>
        </p:txBody>
      </p:sp>
      <p:sp>
        <p:nvSpPr>
          <p:cNvPr id="22" name="record-evidence-10-5">
            <a:extLst xmlns:a="http://schemas.openxmlformats.org/drawingml/2006/main">
              <a:ext uri="{FF2B5EF4-FFF2-40B4-BE49-F238E27FC236}">
                <a16:creationId xmlns:a16="http://schemas.microsoft.com/office/drawing/2014/main" id="{993900CA-362C-489D-97B4-1BDE61E8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1980-03-24</a:t>
            </a:r>
          </a:p>
        </p:txBody>
      </p:sp>
      <p:sp>
        <p:nvSpPr>
          <p:cNvPr id="23" name="footer-10">
            <a:extLst xmlns:a="http://schemas.openxmlformats.org/drawingml/2006/main">
              <a:ext uri="{FF2B5EF4-FFF2-40B4-BE49-F238E27FC236}">
                <a16:creationId xmlns:a16="http://schemas.microsoft.com/office/drawing/2014/main" id="{54F5CCBE-FF3B-49A8-A0A0-EEAF51BD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8826892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1">
            <a:extLst xmlns:a="http://schemas.openxmlformats.org/drawingml/2006/main">
              <a:ext uri="{FF2B5EF4-FFF2-40B4-BE49-F238E27FC236}">
                <a16:creationId xmlns:a16="http://schemas.microsoft.com/office/drawing/2014/main" id="{316646A8-362D-4648-8BE3-44012E89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1">
            <a:extLst xmlns:a="http://schemas.openxmlformats.org/drawingml/2006/main">
              <a:ext uri="{FF2B5EF4-FFF2-40B4-BE49-F238E27FC236}">
                <a16:creationId xmlns:a16="http://schemas.microsoft.com/office/drawing/2014/main" id="{1C51F89C-8EFA-4395-B196-A9E37D3F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51-55 of 150</a:t>
            </a:r>
          </a:p>
        </p:txBody>
      </p:sp>
      <p:sp>
        <p:nvSpPr>
          <p:cNvPr id="3" name="record-panel-11-1">
            <a:extLst xmlns:a="http://schemas.openxmlformats.org/drawingml/2006/main">
              <a:ext uri="{FF2B5EF4-FFF2-40B4-BE49-F238E27FC236}">
                <a16:creationId xmlns:a16="http://schemas.microsoft.com/office/drawing/2014/main" id="{5062C873-297D-4BB3-A136-25E526CF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1-1">
            <a:extLst xmlns:a="http://schemas.openxmlformats.org/drawingml/2006/main">
              <a:ext uri="{FF2B5EF4-FFF2-40B4-BE49-F238E27FC236}">
                <a16:creationId xmlns:a16="http://schemas.microsoft.com/office/drawing/2014/main" id="{5E55892C-55AD-4521-82CF-260BB702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TEST-051  |  National Health Service (NHS) Number: 943 476 5501</a:t>
            </a:r>
          </a:p>
        </p:txBody>
      </p:sp>
      <p:sp>
        <p:nvSpPr>
          <p:cNvPr id="5" name="record-person-11-1">
            <a:extLst xmlns:a="http://schemas.openxmlformats.org/drawingml/2006/main">
              <a:ext uri="{FF2B5EF4-FFF2-40B4-BE49-F238E27FC236}">
                <a16:creationId xmlns:a16="http://schemas.microsoft.com/office/drawing/2014/main" id="{40C57312-2570-46EA-B526-C81C06A6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Grace Smith  |  Physical Address: Flat 9, 1075 Mill View Way, London, SW1A 2AA, United Kingdom</a:t>
            </a:r>
          </a:p>
        </p:txBody>
      </p:sp>
      <p:sp>
        <p:nvSpPr>
          <p:cNvPr id="6" name="record-evidence-11-1">
            <a:extLst xmlns:a="http://schemas.openxmlformats.org/drawingml/2006/main">
              <a:ext uri="{FF2B5EF4-FFF2-40B4-BE49-F238E27FC236}">
                <a16:creationId xmlns:a16="http://schemas.microsoft.com/office/drawing/2014/main" id="{C7236EA3-9A48-43EB-89BA-FE8BF891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1981-04-25</a:t>
            </a:r>
          </a:p>
        </p:txBody>
      </p:sp>
      <p:sp>
        <p:nvSpPr>
          <p:cNvPr id="7" name="record-panel-11-2">
            <a:extLst xmlns:a="http://schemas.openxmlformats.org/drawingml/2006/main">
              <a:ext uri="{FF2B5EF4-FFF2-40B4-BE49-F238E27FC236}">
                <a16:creationId xmlns:a16="http://schemas.microsoft.com/office/drawing/2014/main" id="{A299FC74-39BF-4279-B240-89577A8F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1-2">
            <a:extLst xmlns:a="http://schemas.openxmlformats.org/drawingml/2006/main">
              <a:ext uri="{FF2B5EF4-FFF2-40B4-BE49-F238E27FC236}">
                <a16:creationId xmlns:a16="http://schemas.microsoft.com/office/drawing/2014/main" id="{2C2FF43E-7433-4840-8091-C6AEB5E8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TEST-052  |  National Health Service (NHS) Number: 943 476 7016</a:t>
            </a:r>
          </a:p>
        </p:txBody>
      </p:sp>
      <p:sp>
        <p:nvSpPr>
          <p:cNvPr id="9" name="record-person-11-2">
            <a:extLst xmlns:a="http://schemas.openxmlformats.org/drawingml/2006/main">
              <a:ext uri="{FF2B5EF4-FFF2-40B4-BE49-F238E27FC236}">
                <a16:creationId xmlns:a16="http://schemas.microsoft.com/office/drawing/2014/main" id="{FF80860F-A3AD-4548-BF30-9F41FDB5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Ava White  |  Physical Address: Flat 10, 1112 Orchard View Way, Edinburgh, EH1 1YZ, United Kingdom</a:t>
            </a:r>
          </a:p>
        </p:txBody>
      </p:sp>
      <p:sp>
        <p:nvSpPr>
          <p:cNvPr id="10" name="record-evidence-11-2">
            <a:extLst xmlns:a="http://schemas.openxmlformats.org/drawingml/2006/main">
              <a:ext uri="{FF2B5EF4-FFF2-40B4-BE49-F238E27FC236}">
                <a16:creationId xmlns:a16="http://schemas.microsoft.com/office/drawing/2014/main" id="{DC6EC1C4-4926-4FBC-AAB0-D489FCD3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1982-05-26</a:t>
            </a:r>
          </a:p>
        </p:txBody>
      </p:sp>
      <p:sp>
        <p:nvSpPr>
          <p:cNvPr id="11" name="record-panel-11-3">
            <a:extLst xmlns:a="http://schemas.openxmlformats.org/drawingml/2006/main">
              <a:ext uri="{FF2B5EF4-FFF2-40B4-BE49-F238E27FC236}">
                <a16:creationId xmlns:a16="http://schemas.microsoft.com/office/drawing/2014/main" id="{6CB72E75-6B8B-4A36-9EBC-489A26D8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1-3">
            <a:extLst xmlns:a="http://schemas.openxmlformats.org/drawingml/2006/main">
              <a:ext uri="{FF2B5EF4-FFF2-40B4-BE49-F238E27FC236}">
                <a16:creationId xmlns:a16="http://schemas.microsoft.com/office/drawing/2014/main" id="{ED3C30FA-F95F-4A23-85DD-9665AB0A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TEST-053  |  National Health Service (NHS) Number: 943 476 5528</a:t>
            </a:r>
          </a:p>
        </p:txBody>
      </p:sp>
      <p:sp>
        <p:nvSpPr>
          <p:cNvPr id="13" name="record-person-11-3">
            <a:extLst xmlns:a="http://schemas.openxmlformats.org/drawingml/2006/main">
              <a:ext uri="{FF2B5EF4-FFF2-40B4-BE49-F238E27FC236}">
                <a16:creationId xmlns:a16="http://schemas.microsoft.com/office/drawing/2014/main" id="{2834EF0B-A384-4731-916E-05769CCC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Lucy Brown  |  Physical Address: Flat 11, 1149 Station View Way, Cambridge, CB1 1BH, United Kingdom</a:t>
            </a:r>
          </a:p>
        </p:txBody>
      </p:sp>
      <p:sp>
        <p:nvSpPr>
          <p:cNvPr id="14" name="record-evidence-11-3">
            <a:extLst xmlns:a="http://schemas.openxmlformats.org/drawingml/2006/main">
              <a:ext uri="{FF2B5EF4-FFF2-40B4-BE49-F238E27FC236}">
                <a16:creationId xmlns:a16="http://schemas.microsoft.com/office/drawing/2014/main" id="{3243C52F-634D-49B0-A7AB-F2AE0265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1983-06-27</a:t>
            </a:r>
          </a:p>
        </p:txBody>
      </p:sp>
      <p:sp>
        <p:nvSpPr>
          <p:cNvPr id="15" name="record-panel-11-4">
            <a:extLst xmlns:a="http://schemas.openxmlformats.org/drawingml/2006/main">
              <a:ext uri="{FF2B5EF4-FFF2-40B4-BE49-F238E27FC236}">
                <a16:creationId xmlns:a16="http://schemas.microsoft.com/office/drawing/2014/main" id="{77F5D688-19B4-4DB0-9E27-46CC8D54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1-4">
            <a:extLst xmlns:a="http://schemas.openxmlformats.org/drawingml/2006/main">
              <a:ext uri="{FF2B5EF4-FFF2-40B4-BE49-F238E27FC236}">
                <a16:creationId xmlns:a16="http://schemas.microsoft.com/office/drawing/2014/main" id="{2D978698-8274-455D-9B77-9399F51E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TEST-054  |  National Health Service (NHS) Number: 943 476 5536</a:t>
            </a:r>
          </a:p>
        </p:txBody>
      </p:sp>
      <p:sp>
        <p:nvSpPr>
          <p:cNvPr id="17" name="record-person-11-4">
            <a:extLst xmlns:a="http://schemas.openxmlformats.org/drawingml/2006/main">
              <a:ext uri="{FF2B5EF4-FFF2-40B4-BE49-F238E27FC236}">
                <a16:creationId xmlns:a16="http://schemas.microsoft.com/office/drawing/2014/main" id="{4CDFC453-B42E-426C-8081-1BF96396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Emily Hall  |  Physical Address: Flat 12, 1186 Victoria View Way, Cardiff, CF10 2HE, United Kingdom</a:t>
            </a:r>
          </a:p>
        </p:txBody>
      </p:sp>
      <p:sp>
        <p:nvSpPr>
          <p:cNvPr id="18" name="record-evidence-11-4">
            <a:extLst xmlns:a="http://schemas.openxmlformats.org/drawingml/2006/main">
              <a:ext uri="{FF2B5EF4-FFF2-40B4-BE49-F238E27FC236}">
                <a16:creationId xmlns:a16="http://schemas.microsoft.com/office/drawing/2014/main" id="{E21A1E6F-03D9-4D71-85BA-7388F810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1984-07-01</a:t>
            </a:r>
          </a:p>
        </p:txBody>
      </p:sp>
      <p:sp>
        <p:nvSpPr>
          <p:cNvPr id="19" name="record-panel-11-5">
            <a:extLst xmlns:a="http://schemas.openxmlformats.org/drawingml/2006/main">
              <a:ext uri="{FF2B5EF4-FFF2-40B4-BE49-F238E27FC236}">
                <a16:creationId xmlns:a16="http://schemas.microsoft.com/office/drawing/2014/main" id="{F73E3556-F504-4E12-90B6-1F004BD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1-5">
            <a:extLst xmlns:a="http://schemas.openxmlformats.org/drawingml/2006/main">
              <a:ext uri="{FF2B5EF4-FFF2-40B4-BE49-F238E27FC236}">
                <a16:creationId xmlns:a16="http://schemas.microsoft.com/office/drawing/2014/main" id="{44C9C19D-F9C9-4B86-95B5-CA254BED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TEST-055  |  National Health Service (NHS) Number: 943 476 5544</a:t>
            </a:r>
          </a:p>
        </p:txBody>
      </p:sp>
      <p:sp>
        <p:nvSpPr>
          <p:cNvPr id="21" name="record-person-11-5">
            <a:extLst xmlns:a="http://schemas.openxmlformats.org/drawingml/2006/main">
              <a:ext uri="{FF2B5EF4-FFF2-40B4-BE49-F238E27FC236}">
                <a16:creationId xmlns:a16="http://schemas.microsoft.com/office/drawing/2014/main" id="{B182AE97-40EC-4FE5-BA29-D9E62843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Harry Davies  |  Physical Address: Flat 13, 1223 Abbey Wood Way, Sheffield, S1 2BJ, United Kingdom</a:t>
            </a:r>
          </a:p>
        </p:txBody>
      </p:sp>
      <p:sp>
        <p:nvSpPr>
          <p:cNvPr id="22" name="record-evidence-11-5">
            <a:extLst xmlns:a="http://schemas.openxmlformats.org/drawingml/2006/main">
              <a:ext uri="{FF2B5EF4-FFF2-40B4-BE49-F238E27FC236}">
                <a16:creationId xmlns:a16="http://schemas.microsoft.com/office/drawing/2014/main" id="{D3C95B1B-239D-4EE3-B1F0-939C631F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1985-08-02</a:t>
            </a:r>
          </a:p>
        </p:txBody>
      </p:sp>
      <p:sp>
        <p:nvSpPr>
          <p:cNvPr id="23" name="footer-11">
            <a:extLst xmlns:a="http://schemas.openxmlformats.org/drawingml/2006/main">
              <a:ext uri="{FF2B5EF4-FFF2-40B4-BE49-F238E27FC236}">
                <a16:creationId xmlns:a16="http://schemas.microsoft.com/office/drawing/2014/main" id="{1130B3DF-78FF-4132-9E74-BD239C6E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7667262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">
            <a:extLst xmlns:a="http://schemas.openxmlformats.org/drawingml/2006/main">
              <a:ext uri="{FF2B5EF4-FFF2-40B4-BE49-F238E27FC236}">
                <a16:creationId xmlns:a16="http://schemas.microsoft.com/office/drawing/2014/main" id="{4D5AD611-5599-44B3-ADDB-D13D8882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2">
            <a:extLst xmlns:a="http://schemas.openxmlformats.org/drawingml/2006/main">
              <a:ext uri="{FF2B5EF4-FFF2-40B4-BE49-F238E27FC236}">
                <a16:creationId xmlns:a16="http://schemas.microsoft.com/office/drawing/2014/main" id="{09301BEA-A6B4-4934-B193-8D1D9F2A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56-60 of 150</a:t>
            </a:r>
          </a:p>
        </p:txBody>
      </p:sp>
      <p:sp>
        <p:nvSpPr>
          <p:cNvPr id="3" name="record-panel-12-1">
            <a:extLst xmlns:a="http://schemas.openxmlformats.org/drawingml/2006/main">
              <a:ext uri="{FF2B5EF4-FFF2-40B4-BE49-F238E27FC236}">
                <a16:creationId xmlns:a16="http://schemas.microsoft.com/office/drawing/2014/main" id="{878B742F-F9C0-4012-9EA8-28DB6C16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2-1">
            <a:extLst xmlns:a="http://schemas.openxmlformats.org/drawingml/2006/main">
              <a:ext uri="{FF2B5EF4-FFF2-40B4-BE49-F238E27FC236}">
                <a16:creationId xmlns:a16="http://schemas.microsoft.com/office/drawing/2014/main" id="{9C9687CD-1DEF-4B69-AB7B-085B24E4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TEST-056  |  National Health Service (NHS) Number: 943 476 5552</a:t>
            </a:r>
          </a:p>
        </p:txBody>
      </p:sp>
      <p:sp>
        <p:nvSpPr>
          <p:cNvPr id="5" name="record-person-12-1">
            <a:extLst xmlns:a="http://schemas.openxmlformats.org/drawingml/2006/main">
              <a:ext uri="{FF2B5EF4-FFF2-40B4-BE49-F238E27FC236}">
                <a16:creationId xmlns:a16="http://schemas.microsoft.com/office/drawing/2014/main" id="{61DF7C8C-4268-4278-A107-4E9C9751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George Wood  |  Physical Address: Flat 14, 1260 Bramble Wood Way, Leeds, LS1 4AP, United Kingdom</a:t>
            </a:r>
          </a:p>
        </p:txBody>
      </p:sp>
      <p:sp>
        <p:nvSpPr>
          <p:cNvPr id="6" name="record-evidence-12-1">
            <a:extLst xmlns:a="http://schemas.openxmlformats.org/drawingml/2006/main">
              <a:ext uri="{FF2B5EF4-FFF2-40B4-BE49-F238E27FC236}">
                <a16:creationId xmlns:a16="http://schemas.microsoft.com/office/drawing/2014/main" id="{9007C886-1806-4BE2-A1E7-2801F217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1986-09-03</a:t>
            </a:r>
          </a:p>
        </p:txBody>
      </p:sp>
      <p:sp>
        <p:nvSpPr>
          <p:cNvPr id="7" name="record-panel-12-2">
            <a:extLst xmlns:a="http://schemas.openxmlformats.org/drawingml/2006/main">
              <a:ext uri="{FF2B5EF4-FFF2-40B4-BE49-F238E27FC236}">
                <a16:creationId xmlns:a16="http://schemas.microsoft.com/office/drawing/2014/main" id="{07B49EEA-0E8D-42C1-B987-30EEA3DE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2-2">
            <a:extLst xmlns:a="http://schemas.openxmlformats.org/drawingml/2006/main">
              <a:ext uri="{FF2B5EF4-FFF2-40B4-BE49-F238E27FC236}">
                <a16:creationId xmlns:a16="http://schemas.microsoft.com/office/drawing/2014/main" id="{2E97917A-A9E4-4C91-BF57-9949208F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TEST-057  |  National Health Service (NHS) Number: 943 476 5560</a:t>
            </a:r>
          </a:p>
        </p:txBody>
      </p:sp>
      <p:sp>
        <p:nvSpPr>
          <p:cNvPr id="9" name="record-person-12-2">
            <a:extLst xmlns:a="http://schemas.openxmlformats.org/drawingml/2006/main">
              <a:ext uri="{FF2B5EF4-FFF2-40B4-BE49-F238E27FC236}">
                <a16:creationId xmlns:a16="http://schemas.microsoft.com/office/drawing/2014/main" id="{70E542B6-B36C-45C9-B3C0-FD272635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Ava Wright  |  Physical Address: Flat 15, 1297 Cedar Wood Way, Leicester, LE1 5YP, United Kingdom</a:t>
            </a:r>
          </a:p>
        </p:txBody>
      </p:sp>
      <p:sp>
        <p:nvSpPr>
          <p:cNvPr id="10" name="record-evidence-12-2">
            <a:extLst xmlns:a="http://schemas.openxmlformats.org/drawingml/2006/main">
              <a:ext uri="{FF2B5EF4-FFF2-40B4-BE49-F238E27FC236}">
                <a16:creationId xmlns:a16="http://schemas.microsoft.com/office/drawing/2014/main" id="{C919660E-5B5A-4059-922E-60586B12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1987-10-04</a:t>
            </a:r>
          </a:p>
        </p:txBody>
      </p:sp>
      <p:sp>
        <p:nvSpPr>
          <p:cNvPr id="11" name="record-panel-12-3">
            <a:extLst xmlns:a="http://schemas.openxmlformats.org/drawingml/2006/main">
              <a:ext uri="{FF2B5EF4-FFF2-40B4-BE49-F238E27FC236}">
                <a16:creationId xmlns:a16="http://schemas.microsoft.com/office/drawing/2014/main" id="{958D9B12-F7D3-47D1-B0FC-384AB7B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2-3">
            <a:extLst xmlns:a="http://schemas.openxmlformats.org/drawingml/2006/main">
              <a:ext uri="{FF2B5EF4-FFF2-40B4-BE49-F238E27FC236}">
                <a16:creationId xmlns:a16="http://schemas.microsoft.com/office/drawing/2014/main" id="{3F449D53-7550-4538-A15B-542297EA6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TEST-058  |  National Health Service (NHS) Number: 943 476 5579</a:t>
            </a:r>
          </a:p>
        </p:txBody>
      </p:sp>
      <p:sp>
        <p:nvSpPr>
          <p:cNvPr id="13" name="record-person-12-3">
            <a:extLst xmlns:a="http://schemas.openxmlformats.org/drawingml/2006/main">
              <a:ext uri="{FF2B5EF4-FFF2-40B4-BE49-F238E27FC236}">
                <a16:creationId xmlns:a16="http://schemas.microsoft.com/office/drawing/2014/main" id="{8EB23D09-AE42-4C46-8398-AD89F868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Oscar Smith  |  Physical Address: Flat 16, 1334 Church Wood Way, Birmingham, B1 1BB, United Kingdom</a:t>
            </a:r>
          </a:p>
        </p:txBody>
      </p:sp>
      <p:sp>
        <p:nvSpPr>
          <p:cNvPr id="14" name="record-evidence-12-3">
            <a:extLst xmlns:a="http://schemas.openxmlformats.org/drawingml/2006/main">
              <a:ext uri="{FF2B5EF4-FFF2-40B4-BE49-F238E27FC236}">
                <a16:creationId xmlns:a16="http://schemas.microsoft.com/office/drawing/2014/main" id="{D41C28F2-ADA6-4221-9114-4E9BE99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1988-11-05</a:t>
            </a:r>
          </a:p>
        </p:txBody>
      </p:sp>
      <p:sp>
        <p:nvSpPr>
          <p:cNvPr id="15" name="record-panel-12-4">
            <a:extLst xmlns:a="http://schemas.openxmlformats.org/drawingml/2006/main">
              <a:ext uri="{FF2B5EF4-FFF2-40B4-BE49-F238E27FC236}">
                <a16:creationId xmlns:a16="http://schemas.microsoft.com/office/drawing/2014/main" id="{9B65A06C-43FB-4215-B09C-E3CA29EA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2-4">
            <a:extLst xmlns:a="http://schemas.openxmlformats.org/drawingml/2006/main">
              <a:ext uri="{FF2B5EF4-FFF2-40B4-BE49-F238E27FC236}">
                <a16:creationId xmlns:a16="http://schemas.microsoft.com/office/drawing/2014/main" id="{7B594DCA-A6A1-4E3E-8386-A05D0AA4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TEST-059  |  National Health Service (NHS) Number: 943 476 5587</a:t>
            </a:r>
          </a:p>
        </p:txBody>
      </p:sp>
      <p:sp>
        <p:nvSpPr>
          <p:cNvPr id="17" name="record-person-12-4">
            <a:extLst xmlns:a="http://schemas.openxmlformats.org/drawingml/2006/main">
              <a:ext uri="{FF2B5EF4-FFF2-40B4-BE49-F238E27FC236}">
                <a16:creationId xmlns:a16="http://schemas.microsoft.com/office/drawing/2014/main" id="{B9EEBDCB-E8D0-44EB-8D91-5D22B5EB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Harry White  |  Physical Address: Flat 17, 1371 Crown Wood Way, Liverpool, L1 8JQ, United Kingdom</a:t>
            </a:r>
          </a:p>
        </p:txBody>
      </p:sp>
      <p:sp>
        <p:nvSpPr>
          <p:cNvPr id="18" name="record-evidence-12-4">
            <a:extLst xmlns:a="http://schemas.openxmlformats.org/drawingml/2006/main">
              <a:ext uri="{FF2B5EF4-FFF2-40B4-BE49-F238E27FC236}">
                <a16:creationId xmlns:a16="http://schemas.microsoft.com/office/drawing/2014/main" id="{E28F773D-BF5E-47F0-89A3-8108B2E84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1989-12-06</a:t>
            </a:r>
          </a:p>
        </p:txBody>
      </p:sp>
      <p:sp>
        <p:nvSpPr>
          <p:cNvPr id="19" name="record-panel-12-5">
            <a:extLst xmlns:a="http://schemas.openxmlformats.org/drawingml/2006/main">
              <a:ext uri="{FF2B5EF4-FFF2-40B4-BE49-F238E27FC236}">
                <a16:creationId xmlns:a16="http://schemas.microsoft.com/office/drawing/2014/main" id="{5FEF1B5C-8E39-4AE1-AD1E-492D80DF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2-5">
            <a:extLst xmlns:a="http://schemas.openxmlformats.org/drawingml/2006/main">
              <a:ext uri="{FF2B5EF4-FFF2-40B4-BE49-F238E27FC236}">
                <a16:creationId xmlns:a16="http://schemas.microsoft.com/office/drawing/2014/main" id="{4B192ABC-5963-4099-BAB1-5C9ECF9C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TEST-060  |  National Health Service (NHS) Number: 943 476 5595</a:t>
            </a:r>
          </a:p>
        </p:txBody>
      </p:sp>
      <p:sp>
        <p:nvSpPr>
          <p:cNvPr id="21" name="record-person-12-5">
            <a:extLst xmlns:a="http://schemas.openxmlformats.org/drawingml/2006/main">
              <a:ext uri="{FF2B5EF4-FFF2-40B4-BE49-F238E27FC236}">
                <a16:creationId xmlns:a16="http://schemas.microsoft.com/office/drawing/2014/main" id="{83236DEC-7AB3-481C-9343-2B70708E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George Williams  |  Physical Address: Flat 18, 1408 Elm Wood Way, Aberdeen, AB10 1AN, United Kingdom</a:t>
            </a:r>
          </a:p>
        </p:txBody>
      </p:sp>
      <p:sp>
        <p:nvSpPr>
          <p:cNvPr id="22" name="record-evidence-12-5">
            <a:extLst xmlns:a="http://schemas.openxmlformats.org/drawingml/2006/main">
              <a:ext uri="{FF2B5EF4-FFF2-40B4-BE49-F238E27FC236}">
                <a16:creationId xmlns:a16="http://schemas.microsoft.com/office/drawing/2014/main" id="{48417E15-95AF-4894-9365-56E3FFF7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1990-01-07</a:t>
            </a:r>
          </a:p>
        </p:txBody>
      </p:sp>
      <p:sp>
        <p:nvSpPr>
          <p:cNvPr id="23" name="footer-12">
            <a:extLst xmlns:a="http://schemas.openxmlformats.org/drawingml/2006/main">
              <a:ext uri="{FF2B5EF4-FFF2-40B4-BE49-F238E27FC236}">
                <a16:creationId xmlns:a16="http://schemas.microsoft.com/office/drawing/2014/main" id="{E7159BAB-8836-4EA0-86B0-2D7455AD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04852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">
            <a:extLst xmlns:a="http://schemas.openxmlformats.org/drawingml/2006/main">
              <a:ext uri="{FF2B5EF4-FFF2-40B4-BE49-F238E27FC236}">
                <a16:creationId xmlns:a16="http://schemas.microsoft.com/office/drawing/2014/main" id="{2C162034-D23D-465D-9B5B-D0E99765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3">
            <a:extLst xmlns:a="http://schemas.openxmlformats.org/drawingml/2006/main">
              <a:ext uri="{FF2B5EF4-FFF2-40B4-BE49-F238E27FC236}">
                <a16:creationId xmlns:a16="http://schemas.microsoft.com/office/drawing/2014/main" id="{1929392B-7BCF-44BA-B75A-144F6876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61-65 of 150</a:t>
            </a:r>
          </a:p>
        </p:txBody>
      </p:sp>
      <p:sp>
        <p:nvSpPr>
          <p:cNvPr id="3" name="record-panel-13-1">
            <a:extLst xmlns:a="http://schemas.openxmlformats.org/drawingml/2006/main">
              <a:ext uri="{FF2B5EF4-FFF2-40B4-BE49-F238E27FC236}">
                <a16:creationId xmlns:a16="http://schemas.microsoft.com/office/drawing/2014/main" id="{2EB60C27-89AF-4DEA-814E-83577DDF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3-1">
            <a:extLst xmlns:a="http://schemas.openxmlformats.org/drawingml/2006/main">
              <a:ext uri="{FF2B5EF4-FFF2-40B4-BE49-F238E27FC236}">
                <a16:creationId xmlns:a16="http://schemas.microsoft.com/office/drawing/2014/main" id="{A2352B49-86D6-497B-89CC-C5A1F83D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TEST-061  |  National Health Service (NHS) Number: 943 476 5609</a:t>
            </a:r>
          </a:p>
        </p:txBody>
      </p:sp>
      <p:sp>
        <p:nvSpPr>
          <p:cNvPr id="5" name="record-person-13-1">
            <a:extLst xmlns:a="http://schemas.openxmlformats.org/drawingml/2006/main">
              <a:ext uri="{FF2B5EF4-FFF2-40B4-BE49-F238E27FC236}">
                <a16:creationId xmlns:a16="http://schemas.microsoft.com/office/drawing/2014/main" id="{0CA93F7E-4130-4D77-9053-6355656B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Henry Hall  |  Physical Address: Flat 19, 1445 Hawthorn Wood Way, Bristol, BS1 4ST, United Kingdom</a:t>
            </a:r>
          </a:p>
        </p:txBody>
      </p:sp>
      <p:sp>
        <p:nvSpPr>
          <p:cNvPr id="6" name="record-evidence-13-1">
            <a:extLst xmlns:a="http://schemas.openxmlformats.org/drawingml/2006/main">
              <a:ext uri="{FF2B5EF4-FFF2-40B4-BE49-F238E27FC236}">
                <a16:creationId xmlns:a16="http://schemas.microsoft.com/office/drawing/2014/main" id="{76E59919-4F28-4057-9226-BB0F2CFD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1991-02-08</a:t>
            </a:r>
          </a:p>
        </p:txBody>
      </p:sp>
      <p:sp>
        <p:nvSpPr>
          <p:cNvPr id="7" name="record-panel-13-2">
            <a:extLst xmlns:a="http://schemas.openxmlformats.org/drawingml/2006/main">
              <a:ext uri="{FF2B5EF4-FFF2-40B4-BE49-F238E27FC236}">
                <a16:creationId xmlns:a16="http://schemas.microsoft.com/office/drawing/2014/main" id="{602C7B9D-24FD-4663-838E-693E7596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3-2">
            <a:extLst xmlns:a="http://schemas.openxmlformats.org/drawingml/2006/main">
              <a:ext uri="{FF2B5EF4-FFF2-40B4-BE49-F238E27FC236}">
                <a16:creationId xmlns:a16="http://schemas.microsoft.com/office/drawing/2014/main" id="{B92BD583-4AA0-4CB9-A595-9E4DC2B7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TEST-062  |  National Health Service (NHS) Number: 943 476 5617</a:t>
            </a:r>
          </a:p>
        </p:txBody>
      </p:sp>
      <p:sp>
        <p:nvSpPr>
          <p:cNvPr id="9" name="record-person-13-2">
            <a:extLst xmlns:a="http://schemas.openxmlformats.org/drawingml/2006/main">
              <a:ext uri="{FF2B5EF4-FFF2-40B4-BE49-F238E27FC236}">
                <a16:creationId xmlns:a16="http://schemas.microsoft.com/office/drawing/2014/main" id="{02A336E9-9C97-4E63-964B-48827CDA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Oscar Davies  |  Physical Address: Flat 20, 1482 Kingfisher Wood Way, Oxford, OX1 1AA, United Kingdom</a:t>
            </a:r>
          </a:p>
        </p:txBody>
      </p:sp>
      <p:sp>
        <p:nvSpPr>
          <p:cNvPr id="10" name="record-evidence-13-2">
            <a:extLst xmlns:a="http://schemas.openxmlformats.org/drawingml/2006/main">
              <a:ext uri="{FF2B5EF4-FFF2-40B4-BE49-F238E27FC236}">
                <a16:creationId xmlns:a16="http://schemas.microsoft.com/office/drawing/2014/main" id="{17F011B5-42D9-427A-9E3B-07727582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1992-03-09</a:t>
            </a:r>
          </a:p>
        </p:txBody>
      </p:sp>
      <p:sp>
        <p:nvSpPr>
          <p:cNvPr id="11" name="record-panel-13-3">
            <a:extLst xmlns:a="http://schemas.openxmlformats.org/drawingml/2006/main">
              <a:ext uri="{FF2B5EF4-FFF2-40B4-BE49-F238E27FC236}">
                <a16:creationId xmlns:a16="http://schemas.microsoft.com/office/drawing/2014/main" id="{19BBB5C3-3A25-4C86-A67B-78B629AF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3-3">
            <a:extLst xmlns:a="http://schemas.openxmlformats.org/drawingml/2006/main">
              <a:ext uri="{FF2B5EF4-FFF2-40B4-BE49-F238E27FC236}">
                <a16:creationId xmlns:a16="http://schemas.microsoft.com/office/drawing/2014/main" id="{85AA7F73-10D7-40A0-9987-68357D7A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TEST-063  |  National Health Service (NHS) Number: 943 476 5625</a:t>
            </a:r>
          </a:p>
        </p:txBody>
      </p:sp>
      <p:sp>
        <p:nvSpPr>
          <p:cNvPr id="13" name="record-person-13-3">
            <a:extLst xmlns:a="http://schemas.openxmlformats.org/drawingml/2006/main">
              <a:ext uri="{FF2B5EF4-FFF2-40B4-BE49-F238E27FC236}">
                <a16:creationId xmlns:a16="http://schemas.microsoft.com/office/drawing/2014/main" id="{A9069D37-B158-4E1E-A348-E4527D6D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Harry Wood  |  Physical Address: Flat 21, 1519 Mill Wood Way, Glasgow, G1 2FF, United Kingdom</a:t>
            </a:r>
          </a:p>
        </p:txBody>
      </p:sp>
      <p:sp>
        <p:nvSpPr>
          <p:cNvPr id="14" name="record-evidence-13-3">
            <a:extLst xmlns:a="http://schemas.openxmlformats.org/drawingml/2006/main">
              <a:ext uri="{FF2B5EF4-FFF2-40B4-BE49-F238E27FC236}">
                <a16:creationId xmlns:a16="http://schemas.microsoft.com/office/drawing/2014/main" id="{234BC6E8-4D9C-48CF-94EF-3531359F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1993-04-10</a:t>
            </a:r>
          </a:p>
        </p:txBody>
      </p:sp>
      <p:sp>
        <p:nvSpPr>
          <p:cNvPr id="15" name="record-panel-13-4">
            <a:extLst xmlns:a="http://schemas.openxmlformats.org/drawingml/2006/main">
              <a:ext uri="{FF2B5EF4-FFF2-40B4-BE49-F238E27FC236}">
                <a16:creationId xmlns:a16="http://schemas.microsoft.com/office/drawing/2014/main" id="{C7B8F719-1C48-48CC-8862-FEC5E4A6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3-4">
            <a:extLst xmlns:a="http://schemas.openxmlformats.org/drawingml/2006/main">
              <a:ext uri="{FF2B5EF4-FFF2-40B4-BE49-F238E27FC236}">
                <a16:creationId xmlns:a16="http://schemas.microsoft.com/office/drawing/2014/main" id="{EABD3E18-ECCF-45A9-A611-D2C80F3E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TEST-064  |  National Health Service (NHS) Number: 943 476 5633</a:t>
            </a:r>
          </a:p>
        </p:txBody>
      </p:sp>
      <p:sp>
        <p:nvSpPr>
          <p:cNvPr id="17" name="record-person-13-4">
            <a:extLst xmlns:a="http://schemas.openxmlformats.org/drawingml/2006/main">
              <a:ext uri="{FF2B5EF4-FFF2-40B4-BE49-F238E27FC236}">
                <a16:creationId xmlns:a16="http://schemas.microsoft.com/office/drawing/2014/main" id="{0AAB3099-0577-47D9-84D0-67132F52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George Thompson  |  Physical Address: Flat 22, 1556 Orchard Wood Way, Newcastle, NE1 4LP, United Kingdom</a:t>
            </a:r>
          </a:p>
        </p:txBody>
      </p:sp>
      <p:sp>
        <p:nvSpPr>
          <p:cNvPr id="18" name="record-evidence-13-4">
            <a:extLst xmlns:a="http://schemas.openxmlformats.org/drawingml/2006/main">
              <a:ext uri="{FF2B5EF4-FFF2-40B4-BE49-F238E27FC236}">
                <a16:creationId xmlns:a16="http://schemas.microsoft.com/office/drawing/2014/main" id="{68C48A01-3A9B-4C5B-B0FA-51561301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1994-05-11</a:t>
            </a:r>
          </a:p>
        </p:txBody>
      </p:sp>
      <p:sp>
        <p:nvSpPr>
          <p:cNvPr id="19" name="record-panel-13-5">
            <a:extLst xmlns:a="http://schemas.openxmlformats.org/drawingml/2006/main">
              <a:ext uri="{FF2B5EF4-FFF2-40B4-BE49-F238E27FC236}">
                <a16:creationId xmlns:a16="http://schemas.microsoft.com/office/drawing/2014/main" id="{00390EB9-577E-4872-8D2E-D186E12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3-5">
            <a:extLst xmlns:a="http://schemas.openxmlformats.org/drawingml/2006/main">
              <a:ext uri="{FF2B5EF4-FFF2-40B4-BE49-F238E27FC236}">
                <a16:creationId xmlns:a16="http://schemas.microsoft.com/office/drawing/2014/main" id="{98259AA6-0CD5-4181-A051-0677CA78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TEST-065  |  National Health Service (NHS) Number: 943 476 5641</a:t>
            </a:r>
          </a:p>
        </p:txBody>
      </p:sp>
      <p:sp>
        <p:nvSpPr>
          <p:cNvPr id="21" name="record-person-13-5">
            <a:extLst xmlns:a="http://schemas.openxmlformats.org/drawingml/2006/main">
              <a:ext uri="{FF2B5EF4-FFF2-40B4-BE49-F238E27FC236}">
                <a16:creationId xmlns:a16="http://schemas.microsoft.com/office/drawing/2014/main" id="{738356A1-48C0-4006-B024-090ACB88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Henry Smith  |  Physical Address: Flat 23, 1593 Station Wood Way, Manchester, M1 2WD, United Kingdom</a:t>
            </a:r>
          </a:p>
        </p:txBody>
      </p:sp>
      <p:sp>
        <p:nvSpPr>
          <p:cNvPr id="22" name="record-evidence-13-5">
            <a:extLst xmlns:a="http://schemas.openxmlformats.org/drawingml/2006/main">
              <a:ext uri="{FF2B5EF4-FFF2-40B4-BE49-F238E27FC236}">
                <a16:creationId xmlns:a16="http://schemas.microsoft.com/office/drawing/2014/main" id="{DBA80361-2F5F-4E64-ABF2-CAEA9DCE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1995-06-12</a:t>
            </a:r>
          </a:p>
        </p:txBody>
      </p:sp>
      <p:sp>
        <p:nvSpPr>
          <p:cNvPr id="23" name="footer-13">
            <a:extLst xmlns:a="http://schemas.openxmlformats.org/drawingml/2006/main">
              <a:ext uri="{FF2B5EF4-FFF2-40B4-BE49-F238E27FC236}">
                <a16:creationId xmlns:a16="http://schemas.microsoft.com/office/drawing/2014/main" id="{E6D900BC-E411-4531-964A-46A6F2CB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1728626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4">
            <a:extLst xmlns:a="http://schemas.openxmlformats.org/drawingml/2006/main">
              <a:ext uri="{FF2B5EF4-FFF2-40B4-BE49-F238E27FC236}">
                <a16:creationId xmlns:a16="http://schemas.microsoft.com/office/drawing/2014/main" id="{ABA72883-A06B-4345-8EE2-27CD905B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4">
            <a:extLst xmlns:a="http://schemas.openxmlformats.org/drawingml/2006/main">
              <a:ext uri="{FF2B5EF4-FFF2-40B4-BE49-F238E27FC236}">
                <a16:creationId xmlns:a16="http://schemas.microsoft.com/office/drawing/2014/main" id="{010B0B61-D611-4985-96E3-F2CD034D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66-70 of 150</a:t>
            </a:r>
          </a:p>
        </p:txBody>
      </p:sp>
      <p:sp>
        <p:nvSpPr>
          <p:cNvPr id="3" name="record-panel-14-1">
            <a:extLst xmlns:a="http://schemas.openxmlformats.org/drawingml/2006/main">
              <a:ext uri="{FF2B5EF4-FFF2-40B4-BE49-F238E27FC236}">
                <a16:creationId xmlns:a16="http://schemas.microsoft.com/office/drawing/2014/main" id="{6B895FBB-CCCB-4447-8516-9363A87F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4-1">
            <a:extLst xmlns:a="http://schemas.openxmlformats.org/drawingml/2006/main">
              <a:ext uri="{FF2B5EF4-FFF2-40B4-BE49-F238E27FC236}">
                <a16:creationId xmlns:a16="http://schemas.microsoft.com/office/drawing/2014/main" id="{184C3C37-8813-4F4A-8F21-35A3BC5C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TEST-066  |  National Health Service (NHS) Number: 943 476 7156</a:t>
            </a:r>
          </a:p>
        </p:txBody>
      </p:sp>
      <p:sp>
        <p:nvSpPr>
          <p:cNvPr id="5" name="record-person-14-1">
            <a:extLst xmlns:a="http://schemas.openxmlformats.org/drawingml/2006/main">
              <a:ext uri="{FF2B5EF4-FFF2-40B4-BE49-F238E27FC236}">
                <a16:creationId xmlns:a16="http://schemas.microsoft.com/office/drawing/2014/main" id="{98ADB599-2959-4D78-85BE-8968162C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Oscar White  |  Physical Address: Flat 24, 1630 Victoria Wood Way, Nottingham, NG1 2AS, United Kingdom</a:t>
            </a:r>
          </a:p>
        </p:txBody>
      </p:sp>
      <p:sp>
        <p:nvSpPr>
          <p:cNvPr id="6" name="record-evidence-14-1">
            <a:extLst xmlns:a="http://schemas.openxmlformats.org/drawingml/2006/main">
              <a:ext uri="{FF2B5EF4-FFF2-40B4-BE49-F238E27FC236}">
                <a16:creationId xmlns:a16="http://schemas.microsoft.com/office/drawing/2014/main" id="{7067299F-CA1D-457E-B913-6B1F90FC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1996-07-13</a:t>
            </a:r>
          </a:p>
        </p:txBody>
      </p:sp>
      <p:sp>
        <p:nvSpPr>
          <p:cNvPr id="7" name="record-panel-14-2">
            <a:extLst xmlns:a="http://schemas.openxmlformats.org/drawingml/2006/main">
              <a:ext uri="{FF2B5EF4-FFF2-40B4-BE49-F238E27FC236}">
                <a16:creationId xmlns:a16="http://schemas.microsoft.com/office/drawing/2014/main" id="{5430A33D-1B55-4FDB-8FB9-ECAF22D58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4-2">
            <a:extLst xmlns:a="http://schemas.openxmlformats.org/drawingml/2006/main">
              <a:ext uri="{FF2B5EF4-FFF2-40B4-BE49-F238E27FC236}">
                <a16:creationId xmlns:a16="http://schemas.microsoft.com/office/drawing/2014/main" id="{3BB8D321-DA6D-4230-B103-97D6A210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TEST-067  |  National Health Service (NHS) Number: 943 476 5668</a:t>
            </a:r>
          </a:p>
        </p:txBody>
      </p:sp>
      <p:sp>
        <p:nvSpPr>
          <p:cNvPr id="9" name="record-person-14-2">
            <a:extLst xmlns:a="http://schemas.openxmlformats.org/drawingml/2006/main">
              <a:ext uri="{FF2B5EF4-FFF2-40B4-BE49-F238E27FC236}">
                <a16:creationId xmlns:a16="http://schemas.microsoft.com/office/drawing/2014/main" id="{AD1178CB-C926-408B-8F6B-FE9F3EB3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Harry Williams  |  Physical Address: Flat 25, 1667 Abbey Green Way, London, SW1A 2AA, United Kingdom</a:t>
            </a:r>
          </a:p>
        </p:txBody>
      </p:sp>
      <p:sp>
        <p:nvSpPr>
          <p:cNvPr id="10" name="record-evidence-14-2">
            <a:extLst xmlns:a="http://schemas.openxmlformats.org/drawingml/2006/main">
              <a:ext uri="{FF2B5EF4-FFF2-40B4-BE49-F238E27FC236}">
                <a16:creationId xmlns:a16="http://schemas.microsoft.com/office/drawing/2014/main" id="{0BBBFE8D-6040-4209-B327-88E3A280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1997-08-14</a:t>
            </a:r>
          </a:p>
        </p:txBody>
      </p:sp>
      <p:sp>
        <p:nvSpPr>
          <p:cNvPr id="11" name="record-panel-14-3">
            <a:extLst xmlns:a="http://schemas.openxmlformats.org/drawingml/2006/main">
              <a:ext uri="{FF2B5EF4-FFF2-40B4-BE49-F238E27FC236}">
                <a16:creationId xmlns:a16="http://schemas.microsoft.com/office/drawing/2014/main" id="{933DA976-D9A6-46EC-A0E4-8CEFB1D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4-3">
            <a:extLst xmlns:a="http://schemas.openxmlformats.org/drawingml/2006/main">
              <a:ext uri="{FF2B5EF4-FFF2-40B4-BE49-F238E27FC236}">
                <a16:creationId xmlns:a16="http://schemas.microsoft.com/office/drawing/2014/main" id="{BB29C900-3729-4902-827D-07F25867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TEST-068  |  National Health Service (NHS) Number: 943 476 5676</a:t>
            </a:r>
          </a:p>
        </p:txBody>
      </p:sp>
      <p:sp>
        <p:nvSpPr>
          <p:cNvPr id="13" name="record-person-14-3">
            <a:extLst xmlns:a="http://schemas.openxmlformats.org/drawingml/2006/main">
              <a:ext uri="{FF2B5EF4-FFF2-40B4-BE49-F238E27FC236}">
                <a16:creationId xmlns:a16="http://schemas.microsoft.com/office/drawing/2014/main" id="{814358FF-1E95-4E63-BF71-A408EE4C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George Thomas  |  Physical Address: Flat 26, 1704 Bramble Green Way, Edinburgh, EH1 1YZ, United Kingdom</a:t>
            </a:r>
          </a:p>
        </p:txBody>
      </p:sp>
      <p:sp>
        <p:nvSpPr>
          <p:cNvPr id="14" name="record-evidence-14-3">
            <a:extLst xmlns:a="http://schemas.openxmlformats.org/drawingml/2006/main">
              <a:ext uri="{FF2B5EF4-FFF2-40B4-BE49-F238E27FC236}">
                <a16:creationId xmlns:a16="http://schemas.microsoft.com/office/drawing/2014/main" id="{CEC6408B-CDC1-492F-8171-DB0E9164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1998-09-15</a:t>
            </a:r>
          </a:p>
        </p:txBody>
      </p:sp>
      <p:sp>
        <p:nvSpPr>
          <p:cNvPr id="15" name="record-panel-14-4">
            <a:extLst xmlns:a="http://schemas.openxmlformats.org/drawingml/2006/main">
              <a:ext uri="{FF2B5EF4-FFF2-40B4-BE49-F238E27FC236}">
                <a16:creationId xmlns:a16="http://schemas.microsoft.com/office/drawing/2014/main" id="{95261AA5-FC6D-4582-A339-7F3EAB92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4-4">
            <a:extLst xmlns:a="http://schemas.openxmlformats.org/drawingml/2006/main">
              <a:ext uri="{FF2B5EF4-FFF2-40B4-BE49-F238E27FC236}">
                <a16:creationId xmlns:a16="http://schemas.microsoft.com/office/drawing/2014/main" id="{2DAA3F20-5E42-43B2-9368-1893935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TEST-069  |  National Health Service (NHS) Number: 943 476 5684</a:t>
            </a:r>
          </a:p>
        </p:txBody>
      </p:sp>
      <p:sp>
        <p:nvSpPr>
          <p:cNvPr id="17" name="record-person-14-4">
            <a:extLst xmlns:a="http://schemas.openxmlformats.org/drawingml/2006/main">
              <a:ext uri="{FF2B5EF4-FFF2-40B4-BE49-F238E27FC236}">
                <a16:creationId xmlns:a16="http://schemas.microsoft.com/office/drawing/2014/main" id="{6847C5C0-6E42-4B7D-B8B0-88032A01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Henry Davies  |  Physical Address: Flat 27, 1741 Cedar Green Way, Cambridge, CB1 1BH, United Kingdom</a:t>
            </a:r>
          </a:p>
        </p:txBody>
      </p:sp>
      <p:sp>
        <p:nvSpPr>
          <p:cNvPr id="18" name="record-evidence-14-4">
            <a:extLst xmlns:a="http://schemas.openxmlformats.org/drawingml/2006/main">
              <a:ext uri="{FF2B5EF4-FFF2-40B4-BE49-F238E27FC236}">
                <a16:creationId xmlns:a16="http://schemas.microsoft.com/office/drawing/2014/main" id="{06F4C721-0174-49D4-BCD6-4BD73C85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1999-10-16</a:t>
            </a:r>
          </a:p>
        </p:txBody>
      </p:sp>
      <p:sp>
        <p:nvSpPr>
          <p:cNvPr id="19" name="record-panel-14-5">
            <a:extLst xmlns:a="http://schemas.openxmlformats.org/drawingml/2006/main">
              <a:ext uri="{FF2B5EF4-FFF2-40B4-BE49-F238E27FC236}">
                <a16:creationId xmlns:a16="http://schemas.microsoft.com/office/drawing/2014/main" id="{00022B0F-DF0C-4252-A10B-DE470B3BA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4-5">
            <a:extLst xmlns:a="http://schemas.openxmlformats.org/drawingml/2006/main">
              <a:ext uri="{FF2B5EF4-FFF2-40B4-BE49-F238E27FC236}">
                <a16:creationId xmlns:a16="http://schemas.microsoft.com/office/drawing/2014/main" id="{ED98DB8C-A252-4697-A13E-891BE098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TEST-070  |  National Health Service (NHS) Number: 943 476 5692</a:t>
            </a:r>
          </a:p>
        </p:txBody>
      </p:sp>
      <p:sp>
        <p:nvSpPr>
          <p:cNvPr id="21" name="record-person-14-5">
            <a:extLst xmlns:a="http://schemas.openxmlformats.org/drawingml/2006/main">
              <a:ext uri="{FF2B5EF4-FFF2-40B4-BE49-F238E27FC236}">
                <a16:creationId xmlns:a16="http://schemas.microsoft.com/office/drawing/2014/main" id="{609DC4AA-7FB2-4683-B1BA-84950409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Oscar Wood  |  Physical Address: Flat 28, 1778 Church Green Way, Cardiff, CF10 2HE, United Kingdom</a:t>
            </a:r>
          </a:p>
        </p:txBody>
      </p:sp>
      <p:sp>
        <p:nvSpPr>
          <p:cNvPr id="22" name="record-evidence-14-5">
            <a:extLst xmlns:a="http://schemas.openxmlformats.org/drawingml/2006/main">
              <a:ext uri="{FF2B5EF4-FFF2-40B4-BE49-F238E27FC236}">
                <a16:creationId xmlns:a16="http://schemas.microsoft.com/office/drawing/2014/main" id="{3675D7DA-A083-4597-A8F7-03DDA77F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2000-11-17</a:t>
            </a:r>
          </a:p>
        </p:txBody>
      </p:sp>
      <p:sp>
        <p:nvSpPr>
          <p:cNvPr id="23" name="footer-14">
            <a:extLst xmlns:a="http://schemas.openxmlformats.org/drawingml/2006/main">
              <a:ext uri="{FF2B5EF4-FFF2-40B4-BE49-F238E27FC236}">
                <a16:creationId xmlns:a16="http://schemas.microsoft.com/office/drawing/2014/main" id="{28CDACA5-F88D-4BF1-8885-7D45FA51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486996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5449770C-3517-4211-A502-3EF5F75B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5">
            <a:extLst xmlns:a="http://schemas.openxmlformats.org/drawingml/2006/main">
              <a:ext uri="{FF2B5EF4-FFF2-40B4-BE49-F238E27FC236}">
                <a16:creationId xmlns:a16="http://schemas.microsoft.com/office/drawing/2014/main" id="{732F5F52-9A46-42E5-BF4A-D59C0A03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71-75 of 150</a:t>
            </a:r>
          </a:p>
        </p:txBody>
      </p:sp>
      <p:sp>
        <p:nvSpPr>
          <p:cNvPr id="3" name="record-panel-15-1">
            <a:extLst xmlns:a="http://schemas.openxmlformats.org/drawingml/2006/main">
              <a:ext uri="{FF2B5EF4-FFF2-40B4-BE49-F238E27FC236}">
                <a16:creationId xmlns:a16="http://schemas.microsoft.com/office/drawing/2014/main" id="{B1617C23-A206-469E-8DEF-E9158949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5-1">
            <a:extLst xmlns:a="http://schemas.openxmlformats.org/drawingml/2006/main">
              <a:ext uri="{FF2B5EF4-FFF2-40B4-BE49-F238E27FC236}">
                <a16:creationId xmlns:a16="http://schemas.microsoft.com/office/drawing/2014/main" id="{111034CC-31EE-4658-9D83-CBDE2C57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TEST-071  |  National Health Service (NHS) Number: 943 476 5706</a:t>
            </a:r>
          </a:p>
        </p:txBody>
      </p:sp>
      <p:sp>
        <p:nvSpPr>
          <p:cNvPr id="5" name="record-person-15-1">
            <a:extLst xmlns:a="http://schemas.openxmlformats.org/drawingml/2006/main">
              <a:ext uri="{FF2B5EF4-FFF2-40B4-BE49-F238E27FC236}">
                <a16:creationId xmlns:a16="http://schemas.microsoft.com/office/drawing/2014/main" id="{1367FF38-07DC-4B5D-91FE-8AE21814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Harry Thompson  |  Physical Address: Flat 29, 1815 Crown Green Way, Sheffield, S1 2BJ, United Kingdom</a:t>
            </a:r>
          </a:p>
        </p:txBody>
      </p:sp>
      <p:sp>
        <p:nvSpPr>
          <p:cNvPr id="6" name="record-evidence-15-1">
            <a:extLst xmlns:a="http://schemas.openxmlformats.org/drawingml/2006/main">
              <a:ext uri="{FF2B5EF4-FFF2-40B4-BE49-F238E27FC236}">
                <a16:creationId xmlns:a16="http://schemas.microsoft.com/office/drawing/2014/main" id="{5624F38B-6013-45BC-B98F-7FE4DBE3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2001-12-18</a:t>
            </a:r>
          </a:p>
        </p:txBody>
      </p:sp>
      <p:sp>
        <p:nvSpPr>
          <p:cNvPr id="7" name="record-panel-15-2">
            <a:extLst xmlns:a="http://schemas.openxmlformats.org/drawingml/2006/main">
              <a:ext uri="{FF2B5EF4-FFF2-40B4-BE49-F238E27FC236}">
                <a16:creationId xmlns:a16="http://schemas.microsoft.com/office/drawing/2014/main" id="{74E51DAB-7540-4C43-B155-CB89ADDB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5-2">
            <a:extLst xmlns:a="http://schemas.openxmlformats.org/drawingml/2006/main">
              <a:ext uri="{FF2B5EF4-FFF2-40B4-BE49-F238E27FC236}">
                <a16:creationId xmlns:a16="http://schemas.microsoft.com/office/drawing/2014/main" id="{F2DD5C10-289A-4BC4-A494-114E8BA3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TEST-072  |  National Health Service (NHS) Number: 943 476 5714</a:t>
            </a:r>
          </a:p>
        </p:txBody>
      </p:sp>
      <p:sp>
        <p:nvSpPr>
          <p:cNvPr id="9" name="record-person-15-2">
            <a:extLst xmlns:a="http://schemas.openxmlformats.org/drawingml/2006/main">
              <a:ext uri="{FF2B5EF4-FFF2-40B4-BE49-F238E27FC236}">
                <a16:creationId xmlns:a16="http://schemas.microsoft.com/office/drawing/2014/main" id="{72D2D0B5-6CD8-4F75-A791-A3EF513B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George Jones  |  Physical Address: Flat 30, 1852 Elm Green Way, Leeds, LS1 4AP, United Kingdom</a:t>
            </a:r>
          </a:p>
        </p:txBody>
      </p:sp>
      <p:sp>
        <p:nvSpPr>
          <p:cNvPr id="10" name="record-evidence-15-2">
            <a:extLst xmlns:a="http://schemas.openxmlformats.org/drawingml/2006/main">
              <a:ext uri="{FF2B5EF4-FFF2-40B4-BE49-F238E27FC236}">
                <a16:creationId xmlns:a16="http://schemas.microsoft.com/office/drawing/2014/main" id="{52CBC726-944E-4A9A-A8A4-61FE5445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2002-01-19</a:t>
            </a:r>
          </a:p>
        </p:txBody>
      </p:sp>
      <p:sp>
        <p:nvSpPr>
          <p:cNvPr id="11" name="record-panel-15-3">
            <a:extLst xmlns:a="http://schemas.openxmlformats.org/drawingml/2006/main">
              <a:ext uri="{FF2B5EF4-FFF2-40B4-BE49-F238E27FC236}">
                <a16:creationId xmlns:a16="http://schemas.microsoft.com/office/drawing/2014/main" id="{087AA2F4-94B4-45F7-849C-1AD365856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5-3">
            <a:extLst xmlns:a="http://schemas.openxmlformats.org/drawingml/2006/main">
              <a:ext uri="{FF2B5EF4-FFF2-40B4-BE49-F238E27FC236}">
                <a16:creationId xmlns:a16="http://schemas.microsoft.com/office/drawing/2014/main" id="{B2ECD493-D552-48B2-B63D-3AB9E70D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TEST-073  |  National Health Service (NHS) Number: 943 476 5722</a:t>
            </a:r>
          </a:p>
        </p:txBody>
      </p:sp>
      <p:sp>
        <p:nvSpPr>
          <p:cNvPr id="13" name="record-person-15-3">
            <a:extLst xmlns:a="http://schemas.openxmlformats.org/drawingml/2006/main">
              <a:ext uri="{FF2B5EF4-FFF2-40B4-BE49-F238E27FC236}">
                <a16:creationId xmlns:a16="http://schemas.microsoft.com/office/drawing/2014/main" id="{DD18BE08-19C4-43E6-AEB2-F6268714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Henry White  |  Physical Address: Flat 31, 1889 Hawthorn Green Way, Leicester, LE1 5YP, United Kingdom</a:t>
            </a:r>
          </a:p>
        </p:txBody>
      </p:sp>
      <p:sp>
        <p:nvSpPr>
          <p:cNvPr id="14" name="record-evidence-15-3">
            <a:extLst xmlns:a="http://schemas.openxmlformats.org/drawingml/2006/main">
              <a:ext uri="{FF2B5EF4-FFF2-40B4-BE49-F238E27FC236}">
                <a16:creationId xmlns:a16="http://schemas.microsoft.com/office/drawing/2014/main" id="{1E5A9407-A83A-431F-A905-013B1258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2003-02-20</a:t>
            </a:r>
          </a:p>
        </p:txBody>
      </p:sp>
      <p:sp>
        <p:nvSpPr>
          <p:cNvPr id="15" name="record-panel-15-4">
            <a:extLst xmlns:a="http://schemas.openxmlformats.org/drawingml/2006/main">
              <a:ext uri="{FF2B5EF4-FFF2-40B4-BE49-F238E27FC236}">
                <a16:creationId xmlns:a16="http://schemas.microsoft.com/office/drawing/2014/main" id="{86BA6001-9F3C-4F61-9FDE-F92B9A90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5-4">
            <a:extLst xmlns:a="http://schemas.openxmlformats.org/drawingml/2006/main">
              <a:ext uri="{FF2B5EF4-FFF2-40B4-BE49-F238E27FC236}">
                <a16:creationId xmlns:a16="http://schemas.microsoft.com/office/drawing/2014/main" id="{0F3A23B8-ABDB-4811-87B8-FDCBD480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TEST-074  |  National Health Service (NHS) Number: 943 476 5730</a:t>
            </a:r>
          </a:p>
        </p:txBody>
      </p:sp>
      <p:sp>
        <p:nvSpPr>
          <p:cNvPr id="17" name="record-person-15-4">
            <a:extLst xmlns:a="http://schemas.openxmlformats.org/drawingml/2006/main">
              <a:ext uri="{FF2B5EF4-FFF2-40B4-BE49-F238E27FC236}">
                <a16:creationId xmlns:a16="http://schemas.microsoft.com/office/drawing/2014/main" id="{45AE0C0F-7C6C-4222-9C7E-6C07032C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Oscar Williams  |  Physical Address: Flat 32, 1926 Kingfisher Green Way, Birmingham, B1 1BB, United Kingdom</a:t>
            </a:r>
          </a:p>
        </p:txBody>
      </p:sp>
      <p:sp>
        <p:nvSpPr>
          <p:cNvPr id="18" name="record-evidence-15-4">
            <a:extLst xmlns:a="http://schemas.openxmlformats.org/drawingml/2006/main">
              <a:ext uri="{FF2B5EF4-FFF2-40B4-BE49-F238E27FC236}">
                <a16:creationId xmlns:a16="http://schemas.microsoft.com/office/drawing/2014/main" id="{29A49DE0-9DC7-410E-B927-54243A44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2004-03-21</a:t>
            </a:r>
          </a:p>
        </p:txBody>
      </p:sp>
      <p:sp>
        <p:nvSpPr>
          <p:cNvPr id="19" name="record-panel-15-5">
            <a:extLst xmlns:a="http://schemas.openxmlformats.org/drawingml/2006/main">
              <a:ext uri="{FF2B5EF4-FFF2-40B4-BE49-F238E27FC236}">
                <a16:creationId xmlns:a16="http://schemas.microsoft.com/office/drawing/2014/main" id="{93DF091E-0EF4-4E69-9B84-5E465A23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5-5">
            <a:extLst xmlns:a="http://schemas.openxmlformats.org/drawingml/2006/main">
              <a:ext uri="{FF2B5EF4-FFF2-40B4-BE49-F238E27FC236}">
                <a16:creationId xmlns:a16="http://schemas.microsoft.com/office/drawing/2014/main" id="{76094867-01C3-4651-AC52-465AAE17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TEST-075  |  National Health Service (NHS) Number: 943 476 5749</a:t>
            </a:r>
          </a:p>
        </p:txBody>
      </p:sp>
      <p:sp>
        <p:nvSpPr>
          <p:cNvPr id="21" name="record-person-15-5">
            <a:extLst xmlns:a="http://schemas.openxmlformats.org/drawingml/2006/main">
              <a:ext uri="{FF2B5EF4-FFF2-40B4-BE49-F238E27FC236}">
                <a16:creationId xmlns:a16="http://schemas.microsoft.com/office/drawing/2014/main" id="{7999631F-DC43-4A80-AAD6-1582671A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Harry Thomas  |  Physical Address: Flat 33, 1963 Mill Green Way, Liverpool, L1 8JQ, United Kingdom</a:t>
            </a:r>
          </a:p>
        </p:txBody>
      </p:sp>
      <p:sp>
        <p:nvSpPr>
          <p:cNvPr id="22" name="record-evidence-15-5">
            <a:extLst xmlns:a="http://schemas.openxmlformats.org/drawingml/2006/main">
              <a:ext uri="{FF2B5EF4-FFF2-40B4-BE49-F238E27FC236}">
                <a16:creationId xmlns:a16="http://schemas.microsoft.com/office/drawing/2014/main" id="{98A06F72-BBE1-40B0-8C97-9691B0256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1980-04-22</a:t>
            </a:r>
          </a:p>
        </p:txBody>
      </p:sp>
      <p:sp>
        <p:nvSpPr>
          <p:cNvPr id="23" name="footer-15">
            <a:extLst xmlns:a="http://schemas.openxmlformats.org/drawingml/2006/main">
              <a:ext uri="{FF2B5EF4-FFF2-40B4-BE49-F238E27FC236}">
                <a16:creationId xmlns:a16="http://schemas.microsoft.com/office/drawing/2014/main" id="{25B2CB54-266B-4DDD-9149-E291C2DC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605341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6">
            <a:extLst xmlns:a="http://schemas.openxmlformats.org/drawingml/2006/main">
              <a:ext uri="{FF2B5EF4-FFF2-40B4-BE49-F238E27FC236}">
                <a16:creationId xmlns:a16="http://schemas.microsoft.com/office/drawing/2014/main" id="{951BD99C-FA4B-42A0-9465-7E0A9A86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6">
            <a:extLst xmlns:a="http://schemas.openxmlformats.org/drawingml/2006/main">
              <a:ext uri="{FF2B5EF4-FFF2-40B4-BE49-F238E27FC236}">
                <a16:creationId xmlns:a16="http://schemas.microsoft.com/office/drawing/2014/main" id="{D7237ABB-F54E-4B1C-93EB-C56546DB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76-80 of 150</a:t>
            </a:r>
          </a:p>
        </p:txBody>
      </p:sp>
      <p:sp>
        <p:nvSpPr>
          <p:cNvPr id="3" name="record-panel-16-1">
            <a:extLst xmlns:a="http://schemas.openxmlformats.org/drawingml/2006/main">
              <a:ext uri="{FF2B5EF4-FFF2-40B4-BE49-F238E27FC236}">
                <a16:creationId xmlns:a16="http://schemas.microsoft.com/office/drawing/2014/main" id="{B514E578-9072-4FBF-A181-FA754731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6-1">
            <a:extLst xmlns:a="http://schemas.openxmlformats.org/drawingml/2006/main">
              <a:ext uri="{FF2B5EF4-FFF2-40B4-BE49-F238E27FC236}">
                <a16:creationId xmlns:a16="http://schemas.microsoft.com/office/drawing/2014/main" id="{813390CB-C894-4CEC-985B-5172FDBB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TEST-076  |  National Health Service (NHS) Number: 943 476 5757</a:t>
            </a:r>
          </a:p>
        </p:txBody>
      </p:sp>
      <p:sp>
        <p:nvSpPr>
          <p:cNvPr id="5" name="record-person-16-1">
            <a:extLst xmlns:a="http://schemas.openxmlformats.org/drawingml/2006/main">
              <a:ext uri="{FF2B5EF4-FFF2-40B4-BE49-F238E27FC236}">
                <a16:creationId xmlns:a16="http://schemas.microsoft.com/office/drawing/2014/main" id="{100F917D-E6BF-4600-83CB-62EA729D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George Patel  |  Physical Address: Flat 34, 2000 Orchard Green Way, Aberdeen, AB10 1AN, United Kingdom</a:t>
            </a:r>
          </a:p>
        </p:txBody>
      </p:sp>
      <p:sp>
        <p:nvSpPr>
          <p:cNvPr id="6" name="record-evidence-16-1">
            <a:extLst xmlns:a="http://schemas.openxmlformats.org/drawingml/2006/main">
              <a:ext uri="{FF2B5EF4-FFF2-40B4-BE49-F238E27FC236}">
                <a16:creationId xmlns:a16="http://schemas.microsoft.com/office/drawing/2014/main" id="{2EB26039-B461-4807-94BC-35CC36C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1981-05-23</a:t>
            </a:r>
          </a:p>
        </p:txBody>
      </p:sp>
      <p:sp>
        <p:nvSpPr>
          <p:cNvPr id="7" name="record-panel-16-2">
            <a:extLst xmlns:a="http://schemas.openxmlformats.org/drawingml/2006/main">
              <a:ext uri="{FF2B5EF4-FFF2-40B4-BE49-F238E27FC236}">
                <a16:creationId xmlns:a16="http://schemas.microsoft.com/office/drawing/2014/main" id="{3E7AC92A-0D78-448C-A6BD-16159FA9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6-2">
            <a:extLst xmlns:a="http://schemas.openxmlformats.org/drawingml/2006/main">
              <a:ext uri="{FF2B5EF4-FFF2-40B4-BE49-F238E27FC236}">
                <a16:creationId xmlns:a16="http://schemas.microsoft.com/office/drawing/2014/main" id="{1171D627-9B46-4A8C-8220-AFF40C1E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TEST-077  |  National Health Service (NHS) Number: 943 476 5765</a:t>
            </a:r>
          </a:p>
        </p:txBody>
      </p:sp>
      <p:sp>
        <p:nvSpPr>
          <p:cNvPr id="9" name="record-person-16-2">
            <a:extLst xmlns:a="http://schemas.openxmlformats.org/drawingml/2006/main">
              <a:ext uri="{FF2B5EF4-FFF2-40B4-BE49-F238E27FC236}">
                <a16:creationId xmlns:a16="http://schemas.microsoft.com/office/drawing/2014/main" id="{D28BB469-420B-49C0-B05E-4600965E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Henry Wood  |  Physical Address: Flat 35, 2037 Station Green Way, Bristol, BS1 4ST, United Kingdom</a:t>
            </a:r>
          </a:p>
        </p:txBody>
      </p:sp>
      <p:sp>
        <p:nvSpPr>
          <p:cNvPr id="10" name="record-evidence-16-2">
            <a:extLst xmlns:a="http://schemas.openxmlformats.org/drawingml/2006/main">
              <a:ext uri="{FF2B5EF4-FFF2-40B4-BE49-F238E27FC236}">
                <a16:creationId xmlns:a16="http://schemas.microsoft.com/office/drawing/2014/main" id="{EAFE5B2C-FD21-4502-99AD-C3C62A490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1982-06-24</a:t>
            </a:r>
          </a:p>
        </p:txBody>
      </p:sp>
      <p:sp>
        <p:nvSpPr>
          <p:cNvPr id="11" name="record-panel-16-3">
            <a:extLst xmlns:a="http://schemas.openxmlformats.org/drawingml/2006/main">
              <a:ext uri="{FF2B5EF4-FFF2-40B4-BE49-F238E27FC236}">
                <a16:creationId xmlns:a16="http://schemas.microsoft.com/office/drawing/2014/main" id="{60074833-8D65-4DFA-A10E-ABC283BF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6-3">
            <a:extLst xmlns:a="http://schemas.openxmlformats.org/drawingml/2006/main">
              <a:ext uri="{FF2B5EF4-FFF2-40B4-BE49-F238E27FC236}">
                <a16:creationId xmlns:a16="http://schemas.microsoft.com/office/drawing/2014/main" id="{B0A554E3-7B30-4DD6-80BE-B855E859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TEST-078  |  National Health Service (NHS) Number: 943 476 5773</a:t>
            </a:r>
          </a:p>
        </p:txBody>
      </p:sp>
      <p:sp>
        <p:nvSpPr>
          <p:cNvPr id="13" name="record-person-16-3">
            <a:extLst xmlns:a="http://schemas.openxmlformats.org/drawingml/2006/main">
              <a:ext uri="{FF2B5EF4-FFF2-40B4-BE49-F238E27FC236}">
                <a16:creationId xmlns:a16="http://schemas.microsoft.com/office/drawing/2014/main" id="{0206885F-E65C-4128-AA83-B834FDBF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Oscar Thompson  |  Physical Address: Flat 36, 2074 Victoria Green Way, Oxford, OX1 1AA, United Kingdom</a:t>
            </a:r>
          </a:p>
        </p:txBody>
      </p:sp>
      <p:sp>
        <p:nvSpPr>
          <p:cNvPr id="14" name="record-evidence-16-3">
            <a:extLst xmlns:a="http://schemas.openxmlformats.org/drawingml/2006/main">
              <a:ext uri="{FF2B5EF4-FFF2-40B4-BE49-F238E27FC236}">
                <a16:creationId xmlns:a16="http://schemas.microsoft.com/office/drawing/2014/main" id="{D50026E2-48A9-40F1-A432-B8550C94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1983-07-25</a:t>
            </a:r>
          </a:p>
        </p:txBody>
      </p:sp>
      <p:sp>
        <p:nvSpPr>
          <p:cNvPr id="15" name="record-panel-16-4">
            <a:extLst xmlns:a="http://schemas.openxmlformats.org/drawingml/2006/main">
              <a:ext uri="{FF2B5EF4-FFF2-40B4-BE49-F238E27FC236}">
                <a16:creationId xmlns:a16="http://schemas.microsoft.com/office/drawing/2014/main" id="{28066099-9800-491D-A391-032D43AF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6-4">
            <a:extLst xmlns:a="http://schemas.openxmlformats.org/drawingml/2006/main">
              <a:ext uri="{FF2B5EF4-FFF2-40B4-BE49-F238E27FC236}">
                <a16:creationId xmlns:a16="http://schemas.microsoft.com/office/drawing/2014/main" id="{4D4C811E-C823-4527-A91F-4959500D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TEST-079  |  National Health Service (NHS) Number: 943 476 5781</a:t>
            </a:r>
          </a:p>
        </p:txBody>
      </p:sp>
      <p:sp>
        <p:nvSpPr>
          <p:cNvPr id="17" name="record-person-16-4">
            <a:extLst xmlns:a="http://schemas.openxmlformats.org/drawingml/2006/main">
              <a:ext uri="{FF2B5EF4-FFF2-40B4-BE49-F238E27FC236}">
                <a16:creationId xmlns:a16="http://schemas.microsoft.com/office/drawing/2014/main" id="{BB181F1B-337D-4587-A465-E5BB27BA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Sophia Jones  |  Physical Address: Flat 37, 2111 Abbey Heath Way, Glasgow, G1 2FF, United Kingdom</a:t>
            </a:r>
          </a:p>
        </p:txBody>
      </p:sp>
      <p:sp>
        <p:nvSpPr>
          <p:cNvPr id="18" name="record-evidence-16-4">
            <a:extLst xmlns:a="http://schemas.openxmlformats.org/drawingml/2006/main">
              <a:ext uri="{FF2B5EF4-FFF2-40B4-BE49-F238E27FC236}">
                <a16:creationId xmlns:a16="http://schemas.microsoft.com/office/drawing/2014/main" id="{17319DC9-314E-495E-99C7-29DE5B52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1984-08-26</a:t>
            </a:r>
          </a:p>
        </p:txBody>
      </p:sp>
      <p:sp>
        <p:nvSpPr>
          <p:cNvPr id="19" name="record-panel-16-5">
            <a:extLst xmlns:a="http://schemas.openxmlformats.org/drawingml/2006/main">
              <a:ext uri="{FF2B5EF4-FFF2-40B4-BE49-F238E27FC236}">
                <a16:creationId xmlns:a16="http://schemas.microsoft.com/office/drawing/2014/main" id="{40AAFDB5-6066-4C23-B090-51B3D855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6-5">
            <a:extLst xmlns:a="http://schemas.openxmlformats.org/drawingml/2006/main">
              <a:ext uri="{FF2B5EF4-FFF2-40B4-BE49-F238E27FC236}">
                <a16:creationId xmlns:a16="http://schemas.microsoft.com/office/drawing/2014/main" id="{83B13883-A4D4-4ACC-831C-B8BF4752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TEST-080  |  National Health Service (NHS) Number: 943 476 7296</a:t>
            </a:r>
          </a:p>
        </p:txBody>
      </p:sp>
      <p:sp>
        <p:nvSpPr>
          <p:cNvPr id="21" name="record-person-16-5">
            <a:extLst xmlns:a="http://schemas.openxmlformats.org/drawingml/2006/main">
              <a:ext uri="{FF2B5EF4-FFF2-40B4-BE49-F238E27FC236}">
                <a16:creationId xmlns:a16="http://schemas.microsoft.com/office/drawing/2014/main" id="{42C8D0C4-DF50-48A4-8444-5F314229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Isla Roberts  |  Physical Address: Flat 38, 2148 Bramble Heath Way, Newcastle, NE1 4LP, United Kingdom</a:t>
            </a:r>
          </a:p>
        </p:txBody>
      </p:sp>
      <p:sp>
        <p:nvSpPr>
          <p:cNvPr id="22" name="record-evidence-16-5">
            <a:extLst xmlns:a="http://schemas.openxmlformats.org/drawingml/2006/main">
              <a:ext uri="{FF2B5EF4-FFF2-40B4-BE49-F238E27FC236}">
                <a16:creationId xmlns:a16="http://schemas.microsoft.com/office/drawing/2014/main" id="{4818B72E-8664-4306-AD9C-AF7296D5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1985-09-27</a:t>
            </a:r>
          </a:p>
        </p:txBody>
      </p:sp>
      <p:sp>
        <p:nvSpPr>
          <p:cNvPr id="23" name="footer-16">
            <a:extLst xmlns:a="http://schemas.openxmlformats.org/drawingml/2006/main">
              <a:ext uri="{FF2B5EF4-FFF2-40B4-BE49-F238E27FC236}">
                <a16:creationId xmlns:a16="http://schemas.microsoft.com/office/drawing/2014/main" id="{E23264E2-4FE6-4F7E-ACA5-C1B2E768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70597348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7">
            <a:extLst xmlns:a="http://schemas.openxmlformats.org/drawingml/2006/main">
              <a:ext uri="{FF2B5EF4-FFF2-40B4-BE49-F238E27FC236}">
                <a16:creationId xmlns:a16="http://schemas.microsoft.com/office/drawing/2014/main" id="{A52CDC83-FF8C-44F5-84B1-1A9965C6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7">
            <a:extLst xmlns:a="http://schemas.openxmlformats.org/drawingml/2006/main">
              <a:ext uri="{FF2B5EF4-FFF2-40B4-BE49-F238E27FC236}">
                <a16:creationId xmlns:a16="http://schemas.microsoft.com/office/drawing/2014/main" id="{91297831-BD55-4C7F-BC3D-7C57F84B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81-85 of 150</a:t>
            </a:r>
          </a:p>
        </p:txBody>
      </p:sp>
      <p:sp>
        <p:nvSpPr>
          <p:cNvPr id="3" name="record-panel-17-1">
            <a:extLst xmlns:a="http://schemas.openxmlformats.org/drawingml/2006/main">
              <a:ext uri="{FF2B5EF4-FFF2-40B4-BE49-F238E27FC236}">
                <a16:creationId xmlns:a16="http://schemas.microsoft.com/office/drawing/2014/main" id="{39A7ACCC-A0F8-439E-92CA-58E936B4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7-1">
            <a:extLst xmlns:a="http://schemas.openxmlformats.org/drawingml/2006/main">
              <a:ext uri="{FF2B5EF4-FFF2-40B4-BE49-F238E27FC236}">
                <a16:creationId xmlns:a16="http://schemas.microsoft.com/office/drawing/2014/main" id="{718B3762-B34E-409A-AF71-74CCD134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TEST-081  |  National Health Service (NHS) Number: 943 476 5803</a:t>
            </a:r>
          </a:p>
        </p:txBody>
      </p:sp>
      <p:sp>
        <p:nvSpPr>
          <p:cNvPr id="5" name="record-person-17-1">
            <a:extLst xmlns:a="http://schemas.openxmlformats.org/drawingml/2006/main">
              <a:ext uri="{FF2B5EF4-FFF2-40B4-BE49-F238E27FC236}">
                <a16:creationId xmlns:a16="http://schemas.microsoft.com/office/drawing/2014/main" id="{3928C574-350D-45DC-A148-7948DA67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Evie Williams  |  Physical Address: Flat 39, 2185 Cedar Heath Way, Manchester, M1 2WD, United Kingdom</a:t>
            </a:r>
          </a:p>
        </p:txBody>
      </p:sp>
      <p:sp>
        <p:nvSpPr>
          <p:cNvPr id="6" name="record-evidence-17-1">
            <a:extLst xmlns:a="http://schemas.openxmlformats.org/drawingml/2006/main">
              <a:ext uri="{FF2B5EF4-FFF2-40B4-BE49-F238E27FC236}">
                <a16:creationId xmlns:a16="http://schemas.microsoft.com/office/drawing/2014/main" id="{2CFAB64E-5A1B-4A29-BF55-1E4F921B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1986-10-01</a:t>
            </a:r>
          </a:p>
        </p:txBody>
      </p:sp>
      <p:sp>
        <p:nvSpPr>
          <p:cNvPr id="7" name="record-panel-17-2">
            <a:extLst xmlns:a="http://schemas.openxmlformats.org/drawingml/2006/main">
              <a:ext uri="{FF2B5EF4-FFF2-40B4-BE49-F238E27FC236}">
                <a16:creationId xmlns:a16="http://schemas.microsoft.com/office/drawing/2014/main" id="{1375C60B-76A8-432B-BC89-DFC03701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7-2">
            <a:extLst xmlns:a="http://schemas.openxmlformats.org/drawingml/2006/main">
              <a:ext uri="{FF2B5EF4-FFF2-40B4-BE49-F238E27FC236}">
                <a16:creationId xmlns:a16="http://schemas.microsoft.com/office/drawing/2014/main" id="{E1D76C1B-2303-4A64-8C3B-6D29510AD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TEST-082  |  National Health Service (NHS) Number: 943 476 5811</a:t>
            </a:r>
          </a:p>
        </p:txBody>
      </p:sp>
      <p:sp>
        <p:nvSpPr>
          <p:cNvPr id="9" name="record-person-17-2">
            <a:extLst xmlns:a="http://schemas.openxmlformats.org/drawingml/2006/main">
              <a:ext uri="{FF2B5EF4-FFF2-40B4-BE49-F238E27FC236}">
                <a16:creationId xmlns:a16="http://schemas.microsoft.com/office/drawing/2014/main" id="{64DB49FD-5172-4D3B-8078-B3DA3897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Freya Thomas  |  Physical Address: Flat 40, 2222 Church Heath Way, Nottingham, NG1 2AS, United Kingdom</a:t>
            </a:r>
          </a:p>
        </p:txBody>
      </p:sp>
      <p:sp>
        <p:nvSpPr>
          <p:cNvPr id="10" name="record-evidence-17-2">
            <a:extLst xmlns:a="http://schemas.openxmlformats.org/drawingml/2006/main">
              <a:ext uri="{FF2B5EF4-FFF2-40B4-BE49-F238E27FC236}">
                <a16:creationId xmlns:a16="http://schemas.microsoft.com/office/drawing/2014/main" id="{C3A9F8F5-18BD-4CE8-86B5-809953AD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1987-11-02</a:t>
            </a:r>
          </a:p>
        </p:txBody>
      </p:sp>
      <p:sp>
        <p:nvSpPr>
          <p:cNvPr id="11" name="record-panel-17-3">
            <a:extLst xmlns:a="http://schemas.openxmlformats.org/drawingml/2006/main">
              <a:ext uri="{FF2B5EF4-FFF2-40B4-BE49-F238E27FC236}">
                <a16:creationId xmlns:a16="http://schemas.microsoft.com/office/drawing/2014/main" id="{2FB1E379-191A-4FCD-9946-B7E36F6F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7-3">
            <a:extLst xmlns:a="http://schemas.openxmlformats.org/drawingml/2006/main">
              <a:ext uri="{FF2B5EF4-FFF2-40B4-BE49-F238E27FC236}">
                <a16:creationId xmlns:a16="http://schemas.microsoft.com/office/drawing/2014/main" id="{F9FC72F1-FC63-449D-AF8D-7E3463D1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TEST-083  |  National Health Service (NHS) Number: 943 476 7326</a:t>
            </a:r>
          </a:p>
        </p:txBody>
      </p:sp>
      <p:sp>
        <p:nvSpPr>
          <p:cNvPr id="13" name="record-person-17-3">
            <a:extLst xmlns:a="http://schemas.openxmlformats.org/drawingml/2006/main">
              <a:ext uri="{FF2B5EF4-FFF2-40B4-BE49-F238E27FC236}">
                <a16:creationId xmlns:a16="http://schemas.microsoft.com/office/drawing/2014/main" id="{C910FC17-958E-4A4B-BF78-DC38A867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Sophia Patel  |  Physical Address: Flat 41, 2259 Crown Heath Way, London, SW1A 2AA, United Kingdom</a:t>
            </a:r>
          </a:p>
        </p:txBody>
      </p:sp>
      <p:sp>
        <p:nvSpPr>
          <p:cNvPr id="14" name="record-evidence-17-3">
            <a:extLst xmlns:a="http://schemas.openxmlformats.org/drawingml/2006/main">
              <a:ext uri="{FF2B5EF4-FFF2-40B4-BE49-F238E27FC236}">
                <a16:creationId xmlns:a16="http://schemas.microsoft.com/office/drawing/2014/main" id="{8320DA61-D0FA-4B61-92CB-0A8B2657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1988-12-03</a:t>
            </a:r>
          </a:p>
        </p:txBody>
      </p:sp>
      <p:sp>
        <p:nvSpPr>
          <p:cNvPr id="15" name="record-panel-17-4">
            <a:extLst xmlns:a="http://schemas.openxmlformats.org/drawingml/2006/main">
              <a:ext uri="{FF2B5EF4-FFF2-40B4-BE49-F238E27FC236}">
                <a16:creationId xmlns:a16="http://schemas.microsoft.com/office/drawing/2014/main" id="{63528AE3-DE41-42F2-B7C3-EA7051FF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7-4">
            <a:extLst xmlns:a="http://schemas.openxmlformats.org/drawingml/2006/main">
              <a:ext uri="{FF2B5EF4-FFF2-40B4-BE49-F238E27FC236}">
                <a16:creationId xmlns:a16="http://schemas.microsoft.com/office/drawing/2014/main" id="{75DC7A43-580D-482E-AB78-8F0F95CF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TEST-084  |  National Health Service (NHS) Number: 943 476 5838</a:t>
            </a:r>
          </a:p>
        </p:txBody>
      </p:sp>
      <p:sp>
        <p:nvSpPr>
          <p:cNvPr id="17" name="record-person-17-4">
            <a:extLst xmlns:a="http://schemas.openxmlformats.org/drawingml/2006/main">
              <a:ext uri="{FF2B5EF4-FFF2-40B4-BE49-F238E27FC236}">
                <a16:creationId xmlns:a16="http://schemas.microsoft.com/office/drawing/2014/main" id="{E70512C3-6C1D-4032-89FF-68800DA5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Isla Harris  |  Physical Address: Flat 42, 2296 Elm Heath Way, Edinburgh, EH1 1YZ, United Kingdom</a:t>
            </a:r>
          </a:p>
        </p:txBody>
      </p:sp>
      <p:sp>
        <p:nvSpPr>
          <p:cNvPr id="18" name="record-evidence-17-4">
            <a:extLst xmlns:a="http://schemas.openxmlformats.org/drawingml/2006/main">
              <a:ext uri="{FF2B5EF4-FFF2-40B4-BE49-F238E27FC236}">
                <a16:creationId xmlns:a16="http://schemas.microsoft.com/office/drawing/2014/main" id="{5CC10E20-2529-413D-A684-E403CB41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1989-01-04</a:t>
            </a:r>
          </a:p>
        </p:txBody>
      </p:sp>
      <p:sp>
        <p:nvSpPr>
          <p:cNvPr id="19" name="record-panel-17-5">
            <a:extLst xmlns:a="http://schemas.openxmlformats.org/drawingml/2006/main">
              <a:ext uri="{FF2B5EF4-FFF2-40B4-BE49-F238E27FC236}">
                <a16:creationId xmlns:a16="http://schemas.microsoft.com/office/drawing/2014/main" id="{58E9AA44-6E4E-4BD8-B385-9907EFBC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7-5">
            <a:extLst xmlns:a="http://schemas.openxmlformats.org/drawingml/2006/main">
              <a:ext uri="{FF2B5EF4-FFF2-40B4-BE49-F238E27FC236}">
                <a16:creationId xmlns:a16="http://schemas.microsoft.com/office/drawing/2014/main" id="{D180F2AF-3FD5-4479-80ED-41F2AA9A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TEST-085  |  National Health Service (NHS) Number: 943 476 5846</a:t>
            </a:r>
          </a:p>
        </p:txBody>
      </p:sp>
      <p:sp>
        <p:nvSpPr>
          <p:cNvPr id="21" name="record-person-17-5">
            <a:extLst xmlns:a="http://schemas.openxmlformats.org/drawingml/2006/main">
              <a:ext uri="{FF2B5EF4-FFF2-40B4-BE49-F238E27FC236}">
                <a16:creationId xmlns:a16="http://schemas.microsoft.com/office/drawing/2014/main" id="{C35E1CB4-00D9-435B-BB3A-7F0B9AA3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Evie Thompson  |  Physical Address: Flat 43, 2333 Hawthorn Heath Way, Cambridge, CB1 1BH, United Kingdom</a:t>
            </a:r>
          </a:p>
        </p:txBody>
      </p:sp>
      <p:sp>
        <p:nvSpPr>
          <p:cNvPr id="22" name="record-evidence-17-5">
            <a:extLst xmlns:a="http://schemas.openxmlformats.org/drawingml/2006/main">
              <a:ext uri="{FF2B5EF4-FFF2-40B4-BE49-F238E27FC236}">
                <a16:creationId xmlns:a16="http://schemas.microsoft.com/office/drawing/2014/main" id="{C4DA763B-ED25-49E4-8428-04ECE0A7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1990-02-05</a:t>
            </a:r>
          </a:p>
        </p:txBody>
      </p:sp>
      <p:sp>
        <p:nvSpPr>
          <p:cNvPr id="23" name="footer-17">
            <a:extLst xmlns:a="http://schemas.openxmlformats.org/drawingml/2006/main">
              <a:ext uri="{FF2B5EF4-FFF2-40B4-BE49-F238E27FC236}">
                <a16:creationId xmlns:a16="http://schemas.microsoft.com/office/drawing/2014/main" id="{79565E43-D61E-48E5-9196-B27774E6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67088064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8">
            <a:extLst xmlns:a="http://schemas.openxmlformats.org/drawingml/2006/main">
              <a:ext uri="{FF2B5EF4-FFF2-40B4-BE49-F238E27FC236}">
                <a16:creationId xmlns:a16="http://schemas.microsoft.com/office/drawing/2014/main" id="{93F052A6-9CA0-49B9-8CA3-5D5DE98B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8">
            <a:extLst xmlns:a="http://schemas.openxmlformats.org/drawingml/2006/main">
              <a:ext uri="{FF2B5EF4-FFF2-40B4-BE49-F238E27FC236}">
                <a16:creationId xmlns:a16="http://schemas.microsoft.com/office/drawing/2014/main" id="{A4F6C2EA-D65D-409D-8B03-D09A79CA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86-90 of 150</a:t>
            </a:r>
          </a:p>
        </p:txBody>
      </p:sp>
      <p:sp>
        <p:nvSpPr>
          <p:cNvPr id="3" name="record-panel-18-1">
            <a:extLst xmlns:a="http://schemas.openxmlformats.org/drawingml/2006/main">
              <a:ext uri="{FF2B5EF4-FFF2-40B4-BE49-F238E27FC236}">
                <a16:creationId xmlns:a16="http://schemas.microsoft.com/office/drawing/2014/main" id="{0A8226E5-5FAE-4464-A343-353FDAD0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8-1">
            <a:extLst xmlns:a="http://schemas.openxmlformats.org/drawingml/2006/main">
              <a:ext uri="{FF2B5EF4-FFF2-40B4-BE49-F238E27FC236}">
                <a16:creationId xmlns:a16="http://schemas.microsoft.com/office/drawing/2014/main" id="{F8272E98-14E9-4AF8-9E41-4FA4CA2D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TEST-086  |  National Health Service (NHS) Number: 943 476 5854</a:t>
            </a:r>
          </a:p>
        </p:txBody>
      </p:sp>
      <p:sp>
        <p:nvSpPr>
          <p:cNvPr id="5" name="record-person-18-1">
            <a:extLst xmlns:a="http://schemas.openxmlformats.org/drawingml/2006/main">
              <a:ext uri="{FF2B5EF4-FFF2-40B4-BE49-F238E27FC236}">
                <a16:creationId xmlns:a16="http://schemas.microsoft.com/office/drawing/2014/main" id="{D455BC23-F5B7-4A21-83E6-28DC7EC2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Freya Jones  |  Physical Address: Flat 44, 2370 Kingfisher Heath Way, Cardiff, CF10 2HE, United Kingdom</a:t>
            </a:r>
          </a:p>
        </p:txBody>
      </p:sp>
      <p:sp>
        <p:nvSpPr>
          <p:cNvPr id="6" name="record-evidence-18-1">
            <a:extLst xmlns:a="http://schemas.openxmlformats.org/drawingml/2006/main">
              <a:ext uri="{FF2B5EF4-FFF2-40B4-BE49-F238E27FC236}">
                <a16:creationId xmlns:a16="http://schemas.microsoft.com/office/drawing/2014/main" id="{AFB6B678-158E-46B7-90D9-B5B2B8C3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1991-03-06</a:t>
            </a:r>
          </a:p>
        </p:txBody>
      </p:sp>
      <p:sp>
        <p:nvSpPr>
          <p:cNvPr id="7" name="record-panel-18-2">
            <a:extLst xmlns:a="http://schemas.openxmlformats.org/drawingml/2006/main">
              <a:ext uri="{FF2B5EF4-FFF2-40B4-BE49-F238E27FC236}">
                <a16:creationId xmlns:a16="http://schemas.microsoft.com/office/drawing/2014/main" id="{3C4EDB7B-BD41-4986-9A8C-5B9F4260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8-2">
            <a:extLst xmlns:a="http://schemas.openxmlformats.org/drawingml/2006/main">
              <a:ext uri="{FF2B5EF4-FFF2-40B4-BE49-F238E27FC236}">
                <a16:creationId xmlns:a16="http://schemas.microsoft.com/office/drawing/2014/main" id="{447BD7BF-7BD6-44B8-AE0E-E81591D9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TEST-087  |  National Health Service (NHS) Number: 943 476 5862</a:t>
            </a:r>
          </a:p>
        </p:txBody>
      </p:sp>
      <p:sp>
        <p:nvSpPr>
          <p:cNvPr id="9" name="record-person-18-2">
            <a:extLst xmlns:a="http://schemas.openxmlformats.org/drawingml/2006/main">
              <a:ext uri="{FF2B5EF4-FFF2-40B4-BE49-F238E27FC236}">
                <a16:creationId xmlns:a16="http://schemas.microsoft.com/office/drawing/2014/main" id="{E66F7B50-1268-4F1E-A05C-83BD8773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Sophia Roberts  |  Physical Address: Flat 45, 2407 Mill Heath Way, Sheffield, S1 2BJ, United Kingdom</a:t>
            </a:r>
          </a:p>
        </p:txBody>
      </p:sp>
      <p:sp>
        <p:nvSpPr>
          <p:cNvPr id="10" name="record-evidence-18-2">
            <a:extLst xmlns:a="http://schemas.openxmlformats.org/drawingml/2006/main">
              <a:ext uri="{FF2B5EF4-FFF2-40B4-BE49-F238E27FC236}">
                <a16:creationId xmlns:a16="http://schemas.microsoft.com/office/drawing/2014/main" id="{0F0E611D-0642-4A98-98EA-64DC28B9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1992-04-07</a:t>
            </a:r>
          </a:p>
        </p:txBody>
      </p:sp>
      <p:sp>
        <p:nvSpPr>
          <p:cNvPr id="11" name="record-panel-18-3">
            <a:extLst xmlns:a="http://schemas.openxmlformats.org/drawingml/2006/main">
              <a:ext uri="{FF2B5EF4-FFF2-40B4-BE49-F238E27FC236}">
                <a16:creationId xmlns:a16="http://schemas.microsoft.com/office/drawing/2014/main" id="{A22DAA12-B031-47B7-8187-0FE9461C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8-3">
            <a:extLst xmlns:a="http://schemas.openxmlformats.org/drawingml/2006/main">
              <a:ext uri="{FF2B5EF4-FFF2-40B4-BE49-F238E27FC236}">
                <a16:creationId xmlns:a16="http://schemas.microsoft.com/office/drawing/2014/main" id="{E8B6DD63-40B6-4E93-A2EA-A0559825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TEST-088  |  National Health Service (NHS) Number: 943 476 5870</a:t>
            </a:r>
          </a:p>
        </p:txBody>
      </p:sp>
      <p:sp>
        <p:nvSpPr>
          <p:cNvPr id="13" name="record-person-18-3">
            <a:extLst xmlns:a="http://schemas.openxmlformats.org/drawingml/2006/main">
              <a:ext uri="{FF2B5EF4-FFF2-40B4-BE49-F238E27FC236}">
                <a16:creationId xmlns:a16="http://schemas.microsoft.com/office/drawing/2014/main" id="{386ACAA6-F81C-4A3C-BDDA-6CB85178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Isla Wilson  |  Physical Address: Flat 46, 2444 Orchard Heath Way, Leeds, LS1 4AP, United Kingdom</a:t>
            </a:r>
          </a:p>
        </p:txBody>
      </p:sp>
      <p:sp>
        <p:nvSpPr>
          <p:cNvPr id="14" name="record-evidence-18-3">
            <a:extLst xmlns:a="http://schemas.openxmlformats.org/drawingml/2006/main">
              <a:ext uri="{FF2B5EF4-FFF2-40B4-BE49-F238E27FC236}">
                <a16:creationId xmlns:a16="http://schemas.microsoft.com/office/drawing/2014/main" id="{4CC0ACAA-522A-41AF-A7A8-2EF2BD31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1993-05-08</a:t>
            </a:r>
          </a:p>
        </p:txBody>
      </p:sp>
      <p:sp>
        <p:nvSpPr>
          <p:cNvPr id="15" name="record-panel-18-4">
            <a:extLst xmlns:a="http://schemas.openxmlformats.org/drawingml/2006/main">
              <a:ext uri="{FF2B5EF4-FFF2-40B4-BE49-F238E27FC236}">
                <a16:creationId xmlns:a16="http://schemas.microsoft.com/office/drawing/2014/main" id="{057C03B4-0552-4F52-B178-AB407C2E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8-4">
            <a:extLst xmlns:a="http://schemas.openxmlformats.org/drawingml/2006/main">
              <a:ext uri="{FF2B5EF4-FFF2-40B4-BE49-F238E27FC236}">
                <a16:creationId xmlns:a16="http://schemas.microsoft.com/office/drawing/2014/main" id="{6A828A80-35F2-4AD3-A60D-C0AACAA9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TEST-089  |  National Health Service (NHS) Number: 943 476 5889</a:t>
            </a:r>
          </a:p>
        </p:txBody>
      </p:sp>
      <p:sp>
        <p:nvSpPr>
          <p:cNvPr id="17" name="record-person-18-4">
            <a:extLst xmlns:a="http://schemas.openxmlformats.org/drawingml/2006/main">
              <a:ext uri="{FF2B5EF4-FFF2-40B4-BE49-F238E27FC236}">
                <a16:creationId xmlns:a16="http://schemas.microsoft.com/office/drawing/2014/main" id="{5E3922C7-FC41-46F0-B430-D6855C41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Evie Thomas  |  Physical Address: Flat 47, 2481 Station Heath Way, Leicester, LE1 5YP, United Kingdom</a:t>
            </a:r>
          </a:p>
        </p:txBody>
      </p:sp>
      <p:sp>
        <p:nvSpPr>
          <p:cNvPr id="18" name="record-evidence-18-4">
            <a:extLst xmlns:a="http://schemas.openxmlformats.org/drawingml/2006/main">
              <a:ext uri="{FF2B5EF4-FFF2-40B4-BE49-F238E27FC236}">
                <a16:creationId xmlns:a16="http://schemas.microsoft.com/office/drawing/2014/main" id="{98C5FE51-482B-4BD3-A3DB-311BE2B6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1994-06-09</a:t>
            </a:r>
          </a:p>
        </p:txBody>
      </p:sp>
      <p:sp>
        <p:nvSpPr>
          <p:cNvPr id="19" name="record-panel-18-5">
            <a:extLst xmlns:a="http://schemas.openxmlformats.org/drawingml/2006/main">
              <a:ext uri="{FF2B5EF4-FFF2-40B4-BE49-F238E27FC236}">
                <a16:creationId xmlns:a16="http://schemas.microsoft.com/office/drawing/2014/main" id="{0E9B4BC6-8783-4591-9C18-4874A529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8-5">
            <a:extLst xmlns:a="http://schemas.openxmlformats.org/drawingml/2006/main">
              <a:ext uri="{FF2B5EF4-FFF2-40B4-BE49-F238E27FC236}">
                <a16:creationId xmlns:a16="http://schemas.microsoft.com/office/drawing/2014/main" id="{D85D2B26-3214-4A14-940E-6F637CE5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TEST-090  |  National Health Service (NHS) Number: 943 476 5897</a:t>
            </a:r>
          </a:p>
        </p:txBody>
      </p:sp>
      <p:sp>
        <p:nvSpPr>
          <p:cNvPr id="21" name="record-person-18-5">
            <a:extLst xmlns:a="http://schemas.openxmlformats.org/drawingml/2006/main">
              <a:ext uri="{FF2B5EF4-FFF2-40B4-BE49-F238E27FC236}">
                <a16:creationId xmlns:a16="http://schemas.microsoft.com/office/drawing/2014/main" id="{1CCF55C9-1767-4C10-B0FC-1E789CA8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Freya Patel  |  Physical Address: Flat 48, 2518 Victoria Heath Way, Birmingham, B1 1BB, United Kingdom</a:t>
            </a:r>
          </a:p>
        </p:txBody>
      </p:sp>
      <p:sp>
        <p:nvSpPr>
          <p:cNvPr id="22" name="record-evidence-18-5">
            <a:extLst xmlns:a="http://schemas.openxmlformats.org/drawingml/2006/main">
              <a:ext uri="{FF2B5EF4-FFF2-40B4-BE49-F238E27FC236}">
                <a16:creationId xmlns:a16="http://schemas.microsoft.com/office/drawing/2014/main" id="{6D215BD6-63CD-47DA-9B1B-B7E87FBE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1995-07-10</a:t>
            </a:r>
          </a:p>
        </p:txBody>
      </p:sp>
      <p:sp>
        <p:nvSpPr>
          <p:cNvPr id="23" name="footer-18">
            <a:extLst xmlns:a="http://schemas.openxmlformats.org/drawingml/2006/main">
              <a:ext uri="{FF2B5EF4-FFF2-40B4-BE49-F238E27FC236}">
                <a16:creationId xmlns:a16="http://schemas.microsoft.com/office/drawing/2014/main" id="{F6A4D5A8-5318-4F0F-9B13-D719CB04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787236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9">
            <a:extLst xmlns:a="http://schemas.openxmlformats.org/drawingml/2006/main">
              <a:ext uri="{FF2B5EF4-FFF2-40B4-BE49-F238E27FC236}">
                <a16:creationId xmlns:a16="http://schemas.microsoft.com/office/drawing/2014/main" id="{63F92C49-D8AC-414E-BF40-142FEB48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19">
            <a:extLst xmlns:a="http://schemas.openxmlformats.org/drawingml/2006/main">
              <a:ext uri="{FF2B5EF4-FFF2-40B4-BE49-F238E27FC236}">
                <a16:creationId xmlns:a16="http://schemas.microsoft.com/office/drawing/2014/main" id="{72D58819-7DAA-4714-8E8C-0902AA7F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91-95 of 150</a:t>
            </a:r>
          </a:p>
        </p:txBody>
      </p:sp>
      <p:sp>
        <p:nvSpPr>
          <p:cNvPr id="3" name="record-panel-19-1">
            <a:extLst xmlns:a="http://schemas.openxmlformats.org/drawingml/2006/main">
              <a:ext uri="{FF2B5EF4-FFF2-40B4-BE49-F238E27FC236}">
                <a16:creationId xmlns:a16="http://schemas.microsoft.com/office/drawing/2014/main" id="{F4A2AA59-C5A7-4CCC-8AD1-91561B01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19-1">
            <a:extLst xmlns:a="http://schemas.openxmlformats.org/drawingml/2006/main">
              <a:ext uri="{FF2B5EF4-FFF2-40B4-BE49-F238E27FC236}">
                <a16:creationId xmlns:a16="http://schemas.microsoft.com/office/drawing/2014/main" id="{003D6926-FEA0-4C76-905A-BD2FFF91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TEST-091  |  National Health Service (NHS) Number: 943 476 5900</a:t>
            </a:r>
          </a:p>
        </p:txBody>
      </p:sp>
      <p:sp>
        <p:nvSpPr>
          <p:cNvPr id="5" name="record-person-19-1">
            <a:extLst xmlns:a="http://schemas.openxmlformats.org/drawingml/2006/main">
              <a:ext uri="{FF2B5EF4-FFF2-40B4-BE49-F238E27FC236}">
                <a16:creationId xmlns:a16="http://schemas.microsoft.com/office/drawing/2014/main" id="{3423BC44-7CC0-4E8C-A292-E8B2D3EB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Sophia Harris  |  Physical Address: Flat 49, 2555 Abbey Cross Way, Liverpool, L1 8JQ, United Kingdom</a:t>
            </a:r>
          </a:p>
        </p:txBody>
      </p:sp>
      <p:sp>
        <p:nvSpPr>
          <p:cNvPr id="6" name="record-evidence-19-1">
            <a:extLst xmlns:a="http://schemas.openxmlformats.org/drawingml/2006/main">
              <a:ext uri="{FF2B5EF4-FFF2-40B4-BE49-F238E27FC236}">
                <a16:creationId xmlns:a16="http://schemas.microsoft.com/office/drawing/2014/main" id="{64DD350E-0B3B-469E-B59C-674054A7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1996-08-11</a:t>
            </a:r>
          </a:p>
        </p:txBody>
      </p:sp>
      <p:sp>
        <p:nvSpPr>
          <p:cNvPr id="7" name="record-panel-19-2">
            <a:extLst xmlns:a="http://schemas.openxmlformats.org/drawingml/2006/main">
              <a:ext uri="{FF2B5EF4-FFF2-40B4-BE49-F238E27FC236}">
                <a16:creationId xmlns:a16="http://schemas.microsoft.com/office/drawing/2014/main" id="{BA1F3606-6CC6-482C-AA36-62B3B00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19-2">
            <a:extLst xmlns:a="http://schemas.openxmlformats.org/drawingml/2006/main">
              <a:ext uri="{FF2B5EF4-FFF2-40B4-BE49-F238E27FC236}">
                <a16:creationId xmlns:a16="http://schemas.microsoft.com/office/drawing/2014/main" id="{F46E15F0-F0BC-4E6F-AEE3-DFA99996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TEST-092  |  National Health Service (NHS) Number: 943 476 5919</a:t>
            </a:r>
          </a:p>
        </p:txBody>
      </p:sp>
      <p:sp>
        <p:nvSpPr>
          <p:cNvPr id="9" name="record-person-19-2">
            <a:extLst xmlns:a="http://schemas.openxmlformats.org/drawingml/2006/main">
              <a:ext uri="{FF2B5EF4-FFF2-40B4-BE49-F238E27FC236}">
                <a16:creationId xmlns:a16="http://schemas.microsoft.com/office/drawing/2014/main" id="{3914D772-0321-4F38-9E3C-83C22B72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Isla Evans  |  Physical Address: Flat 50, 2592 Bramble Cross Way, Aberdeen, AB10 1AN, United Kingdom</a:t>
            </a:r>
          </a:p>
        </p:txBody>
      </p:sp>
      <p:sp>
        <p:nvSpPr>
          <p:cNvPr id="10" name="record-evidence-19-2">
            <a:extLst xmlns:a="http://schemas.openxmlformats.org/drawingml/2006/main">
              <a:ext uri="{FF2B5EF4-FFF2-40B4-BE49-F238E27FC236}">
                <a16:creationId xmlns:a16="http://schemas.microsoft.com/office/drawing/2014/main" id="{4C1DF90E-082F-4710-A414-D90EA542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1997-09-12</a:t>
            </a:r>
          </a:p>
        </p:txBody>
      </p:sp>
      <p:sp>
        <p:nvSpPr>
          <p:cNvPr id="11" name="record-panel-19-3">
            <a:extLst xmlns:a="http://schemas.openxmlformats.org/drawingml/2006/main">
              <a:ext uri="{FF2B5EF4-FFF2-40B4-BE49-F238E27FC236}">
                <a16:creationId xmlns:a16="http://schemas.microsoft.com/office/drawing/2014/main" id="{2C8D8846-8779-4AA0-8D52-B05AAD44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19-3">
            <a:extLst xmlns:a="http://schemas.openxmlformats.org/drawingml/2006/main">
              <a:ext uri="{FF2B5EF4-FFF2-40B4-BE49-F238E27FC236}">
                <a16:creationId xmlns:a16="http://schemas.microsoft.com/office/drawing/2014/main" id="{FA6AFFDE-4A06-4407-B8E3-E645798E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TEST-093  |  National Health Service (NHS) Number: 943 476 5927</a:t>
            </a:r>
          </a:p>
        </p:txBody>
      </p:sp>
      <p:sp>
        <p:nvSpPr>
          <p:cNvPr id="13" name="record-person-19-3">
            <a:extLst xmlns:a="http://schemas.openxmlformats.org/drawingml/2006/main">
              <a:ext uri="{FF2B5EF4-FFF2-40B4-BE49-F238E27FC236}">
                <a16:creationId xmlns:a16="http://schemas.microsoft.com/office/drawing/2014/main" id="{9A6FB395-27E5-4CFB-9FF1-00F695BE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Evie Jones  |  Physical Address: Flat 51, 2629 Cedar Cross Way, Bristol, BS1 4ST, United Kingdom</a:t>
            </a:r>
          </a:p>
        </p:txBody>
      </p:sp>
      <p:sp>
        <p:nvSpPr>
          <p:cNvPr id="14" name="record-evidence-19-3">
            <a:extLst xmlns:a="http://schemas.openxmlformats.org/drawingml/2006/main">
              <a:ext uri="{FF2B5EF4-FFF2-40B4-BE49-F238E27FC236}">
                <a16:creationId xmlns:a16="http://schemas.microsoft.com/office/drawing/2014/main" id="{6D08EA86-E776-4471-8B50-23ED9C5F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1998-10-13</a:t>
            </a:r>
          </a:p>
        </p:txBody>
      </p:sp>
      <p:sp>
        <p:nvSpPr>
          <p:cNvPr id="15" name="record-panel-19-4">
            <a:extLst xmlns:a="http://schemas.openxmlformats.org/drawingml/2006/main">
              <a:ext uri="{FF2B5EF4-FFF2-40B4-BE49-F238E27FC236}">
                <a16:creationId xmlns:a16="http://schemas.microsoft.com/office/drawing/2014/main" id="{FC69EE8E-D73B-4E45-81B1-EA8F547D1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19-4">
            <a:extLst xmlns:a="http://schemas.openxmlformats.org/drawingml/2006/main">
              <a:ext uri="{FF2B5EF4-FFF2-40B4-BE49-F238E27FC236}">
                <a16:creationId xmlns:a16="http://schemas.microsoft.com/office/drawing/2014/main" id="{76CD8761-2299-4470-B699-0D149B67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TEST-094  |  National Health Service (NHS) Number: 943 476 5935</a:t>
            </a:r>
          </a:p>
        </p:txBody>
      </p:sp>
      <p:sp>
        <p:nvSpPr>
          <p:cNvPr id="17" name="record-person-19-4">
            <a:extLst xmlns:a="http://schemas.openxmlformats.org/drawingml/2006/main">
              <a:ext uri="{FF2B5EF4-FFF2-40B4-BE49-F238E27FC236}">
                <a16:creationId xmlns:a16="http://schemas.microsoft.com/office/drawing/2014/main" id="{8A3FD5C6-2037-4D3D-A3BE-6E38C579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Freya Roberts  |  Physical Address: Flat 52, 2666 Church Cross Way, Oxford, OX1 1AA, United Kingdom</a:t>
            </a:r>
          </a:p>
        </p:txBody>
      </p:sp>
      <p:sp>
        <p:nvSpPr>
          <p:cNvPr id="18" name="record-evidence-19-4">
            <a:extLst xmlns:a="http://schemas.openxmlformats.org/drawingml/2006/main">
              <a:ext uri="{FF2B5EF4-FFF2-40B4-BE49-F238E27FC236}">
                <a16:creationId xmlns:a16="http://schemas.microsoft.com/office/drawing/2014/main" id="{2B08986C-2E43-45BA-9D19-528DC40F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1999-11-14</a:t>
            </a:r>
          </a:p>
        </p:txBody>
      </p:sp>
      <p:sp>
        <p:nvSpPr>
          <p:cNvPr id="19" name="record-panel-19-5">
            <a:extLst xmlns:a="http://schemas.openxmlformats.org/drawingml/2006/main">
              <a:ext uri="{FF2B5EF4-FFF2-40B4-BE49-F238E27FC236}">
                <a16:creationId xmlns:a16="http://schemas.microsoft.com/office/drawing/2014/main" id="{476291F0-6F23-479C-B1D0-609B5DB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19-5">
            <a:extLst xmlns:a="http://schemas.openxmlformats.org/drawingml/2006/main">
              <a:ext uri="{FF2B5EF4-FFF2-40B4-BE49-F238E27FC236}">
                <a16:creationId xmlns:a16="http://schemas.microsoft.com/office/drawing/2014/main" id="{4C55D472-577A-4EB7-B96C-558F98DE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TEST-095  |  National Health Service (NHS) Number: 943 476 5943</a:t>
            </a:r>
          </a:p>
        </p:txBody>
      </p:sp>
      <p:sp>
        <p:nvSpPr>
          <p:cNvPr id="21" name="record-person-19-5">
            <a:extLst xmlns:a="http://schemas.openxmlformats.org/drawingml/2006/main">
              <a:ext uri="{FF2B5EF4-FFF2-40B4-BE49-F238E27FC236}">
                <a16:creationId xmlns:a16="http://schemas.microsoft.com/office/drawing/2014/main" id="{A9DC6A26-B4E2-4880-8BA4-65F9A6AB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Sophia Wilson  |  Physical Address: Flat 53, 2703 Crown Cross Way, Glasgow, G1 2FF, United Kingdom</a:t>
            </a:r>
          </a:p>
        </p:txBody>
      </p:sp>
      <p:sp>
        <p:nvSpPr>
          <p:cNvPr id="22" name="record-evidence-19-5">
            <a:extLst xmlns:a="http://schemas.openxmlformats.org/drawingml/2006/main">
              <a:ext uri="{FF2B5EF4-FFF2-40B4-BE49-F238E27FC236}">
                <a16:creationId xmlns:a16="http://schemas.microsoft.com/office/drawing/2014/main" id="{B9F8F5F5-E552-4EDA-A94A-63495915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2000-12-15</a:t>
            </a:r>
          </a:p>
        </p:txBody>
      </p:sp>
      <p:sp>
        <p:nvSpPr>
          <p:cNvPr id="23" name="footer-19">
            <a:extLst xmlns:a="http://schemas.openxmlformats.org/drawingml/2006/main">
              <a:ext uri="{FF2B5EF4-FFF2-40B4-BE49-F238E27FC236}">
                <a16:creationId xmlns:a16="http://schemas.microsoft.com/office/drawing/2014/main" id="{760ACE6A-5B98-4F0F-A2FB-49445946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884315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0">
            <a:extLst xmlns:a="http://schemas.openxmlformats.org/drawingml/2006/main">
              <a:ext uri="{FF2B5EF4-FFF2-40B4-BE49-F238E27FC236}">
                <a16:creationId xmlns:a16="http://schemas.microsoft.com/office/drawing/2014/main" id="{5D9011C2-278D-48E0-89E5-84102273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0">
            <a:extLst xmlns:a="http://schemas.openxmlformats.org/drawingml/2006/main">
              <a:ext uri="{FF2B5EF4-FFF2-40B4-BE49-F238E27FC236}">
                <a16:creationId xmlns:a16="http://schemas.microsoft.com/office/drawing/2014/main" id="{90C22DC7-1F21-4D2D-8EAA-6F02705A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96-100 of 150</a:t>
            </a:r>
          </a:p>
        </p:txBody>
      </p:sp>
      <p:sp>
        <p:nvSpPr>
          <p:cNvPr id="3" name="record-panel-20-1">
            <a:extLst xmlns:a="http://schemas.openxmlformats.org/drawingml/2006/main">
              <a:ext uri="{FF2B5EF4-FFF2-40B4-BE49-F238E27FC236}">
                <a16:creationId xmlns:a16="http://schemas.microsoft.com/office/drawing/2014/main" id="{C1C928D0-734D-44F1-924E-C2B28B1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0-1">
            <a:extLst xmlns:a="http://schemas.openxmlformats.org/drawingml/2006/main">
              <a:ext uri="{FF2B5EF4-FFF2-40B4-BE49-F238E27FC236}">
                <a16:creationId xmlns:a16="http://schemas.microsoft.com/office/drawing/2014/main" id="{FE6ED147-7F80-4C95-BE0F-889AC8D3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TEST-096  |  National Health Service (NHS) Number: 943 476 5951</a:t>
            </a:r>
          </a:p>
        </p:txBody>
      </p:sp>
      <p:sp>
        <p:nvSpPr>
          <p:cNvPr id="5" name="record-person-20-1">
            <a:extLst xmlns:a="http://schemas.openxmlformats.org/drawingml/2006/main">
              <a:ext uri="{FF2B5EF4-FFF2-40B4-BE49-F238E27FC236}">
                <a16:creationId xmlns:a16="http://schemas.microsoft.com/office/drawing/2014/main" id="{640BBEE2-C2DB-4929-8816-D47A0A3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Isla Clarke  |  Physical Address: Flat 54, 2740 Elm Cross Way, Newcastle, NE1 4LP, United Kingdom</a:t>
            </a:r>
          </a:p>
        </p:txBody>
      </p:sp>
      <p:sp>
        <p:nvSpPr>
          <p:cNvPr id="6" name="record-evidence-20-1">
            <a:extLst xmlns:a="http://schemas.openxmlformats.org/drawingml/2006/main">
              <a:ext uri="{FF2B5EF4-FFF2-40B4-BE49-F238E27FC236}">
                <a16:creationId xmlns:a16="http://schemas.microsoft.com/office/drawing/2014/main" id="{AC4443D0-F61F-4A49-8675-BD755BB5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2001-01-16</a:t>
            </a:r>
          </a:p>
        </p:txBody>
      </p:sp>
      <p:sp>
        <p:nvSpPr>
          <p:cNvPr id="7" name="record-panel-20-2">
            <a:extLst xmlns:a="http://schemas.openxmlformats.org/drawingml/2006/main">
              <a:ext uri="{FF2B5EF4-FFF2-40B4-BE49-F238E27FC236}">
                <a16:creationId xmlns:a16="http://schemas.microsoft.com/office/drawing/2014/main" id="{C96E4DD8-7409-4BE0-A462-54C2A582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0-2">
            <a:extLst xmlns:a="http://schemas.openxmlformats.org/drawingml/2006/main">
              <a:ext uri="{FF2B5EF4-FFF2-40B4-BE49-F238E27FC236}">
                <a16:creationId xmlns:a16="http://schemas.microsoft.com/office/drawing/2014/main" id="{70472D96-66E7-4E2D-BE64-7E6E23A3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TEST-097  |  National Health Service (NHS) Number: 943 476 7466</a:t>
            </a:r>
          </a:p>
        </p:txBody>
      </p:sp>
      <p:sp>
        <p:nvSpPr>
          <p:cNvPr id="9" name="record-person-20-2">
            <a:extLst xmlns:a="http://schemas.openxmlformats.org/drawingml/2006/main">
              <a:ext uri="{FF2B5EF4-FFF2-40B4-BE49-F238E27FC236}">
                <a16:creationId xmlns:a16="http://schemas.microsoft.com/office/drawing/2014/main" id="{2A8295EB-43B3-4266-A550-44586B4B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Evie Patel  |  Physical Address: Flat 55, 2777 Hawthorn Cross Way, Manchester, M1 2WD, United Kingdom</a:t>
            </a:r>
          </a:p>
        </p:txBody>
      </p:sp>
      <p:sp>
        <p:nvSpPr>
          <p:cNvPr id="10" name="record-evidence-20-2">
            <a:extLst xmlns:a="http://schemas.openxmlformats.org/drawingml/2006/main">
              <a:ext uri="{FF2B5EF4-FFF2-40B4-BE49-F238E27FC236}">
                <a16:creationId xmlns:a16="http://schemas.microsoft.com/office/drawing/2014/main" id="{59035A1F-EEAA-42A0-890C-F89061D7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2002-02-17</a:t>
            </a:r>
          </a:p>
        </p:txBody>
      </p:sp>
      <p:sp>
        <p:nvSpPr>
          <p:cNvPr id="11" name="record-panel-20-3">
            <a:extLst xmlns:a="http://schemas.openxmlformats.org/drawingml/2006/main">
              <a:ext uri="{FF2B5EF4-FFF2-40B4-BE49-F238E27FC236}">
                <a16:creationId xmlns:a16="http://schemas.microsoft.com/office/drawing/2014/main" id="{B701B7DC-3C05-429E-B0E4-187A2F5B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0-3">
            <a:extLst xmlns:a="http://schemas.openxmlformats.org/drawingml/2006/main">
              <a:ext uri="{FF2B5EF4-FFF2-40B4-BE49-F238E27FC236}">
                <a16:creationId xmlns:a16="http://schemas.microsoft.com/office/drawing/2014/main" id="{E7A4362C-D50E-4677-9A92-80E516BA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TEST-098  |  National Health Service (NHS) Number: 943 476 5978</a:t>
            </a:r>
          </a:p>
        </p:txBody>
      </p:sp>
      <p:sp>
        <p:nvSpPr>
          <p:cNvPr id="13" name="record-person-20-3">
            <a:extLst xmlns:a="http://schemas.openxmlformats.org/drawingml/2006/main">
              <a:ext uri="{FF2B5EF4-FFF2-40B4-BE49-F238E27FC236}">
                <a16:creationId xmlns:a16="http://schemas.microsoft.com/office/drawing/2014/main" id="{E566B98B-5479-4691-8F72-B83C726C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Freya Harris  |  Physical Address: Flat 56, 2814 Kingfisher Cross Way, Nottingham, NG1 2AS, United Kingdom</a:t>
            </a:r>
          </a:p>
        </p:txBody>
      </p:sp>
      <p:sp>
        <p:nvSpPr>
          <p:cNvPr id="14" name="record-evidence-20-3">
            <a:extLst xmlns:a="http://schemas.openxmlformats.org/drawingml/2006/main">
              <a:ext uri="{FF2B5EF4-FFF2-40B4-BE49-F238E27FC236}">
                <a16:creationId xmlns:a16="http://schemas.microsoft.com/office/drawing/2014/main" id="{1F7E1CC0-29CD-4A2B-BEFC-CF7F431F7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2003-03-18</a:t>
            </a:r>
          </a:p>
        </p:txBody>
      </p:sp>
      <p:sp>
        <p:nvSpPr>
          <p:cNvPr id="15" name="record-panel-20-4">
            <a:extLst xmlns:a="http://schemas.openxmlformats.org/drawingml/2006/main">
              <a:ext uri="{FF2B5EF4-FFF2-40B4-BE49-F238E27FC236}">
                <a16:creationId xmlns:a16="http://schemas.microsoft.com/office/drawing/2014/main" id="{F035BA3A-D581-4C5E-AB6D-DEBBD06B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0-4">
            <a:extLst xmlns:a="http://schemas.openxmlformats.org/drawingml/2006/main">
              <a:ext uri="{FF2B5EF4-FFF2-40B4-BE49-F238E27FC236}">
                <a16:creationId xmlns:a16="http://schemas.microsoft.com/office/drawing/2014/main" id="{20784823-F099-4098-A466-7C286C03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TEST-099  |  National Health Service (NHS) Number: 943 476 5986</a:t>
            </a:r>
          </a:p>
        </p:txBody>
      </p:sp>
      <p:sp>
        <p:nvSpPr>
          <p:cNvPr id="17" name="record-person-20-4">
            <a:extLst xmlns:a="http://schemas.openxmlformats.org/drawingml/2006/main">
              <a:ext uri="{FF2B5EF4-FFF2-40B4-BE49-F238E27FC236}">
                <a16:creationId xmlns:a16="http://schemas.microsoft.com/office/drawing/2014/main" id="{D385F532-DF44-499B-814C-A54E59B6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Sophia Evans  |  Physical Address: Flat 57, 2851 Mill Cross Way, London, SW1A 2AA, United Kingdom</a:t>
            </a:r>
          </a:p>
        </p:txBody>
      </p:sp>
      <p:sp>
        <p:nvSpPr>
          <p:cNvPr id="18" name="record-evidence-20-4">
            <a:extLst xmlns:a="http://schemas.openxmlformats.org/drawingml/2006/main">
              <a:ext uri="{FF2B5EF4-FFF2-40B4-BE49-F238E27FC236}">
                <a16:creationId xmlns:a16="http://schemas.microsoft.com/office/drawing/2014/main" id="{7C18A871-CBBB-49D7-9449-06EC46D2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2004-04-19</a:t>
            </a:r>
          </a:p>
        </p:txBody>
      </p:sp>
      <p:sp>
        <p:nvSpPr>
          <p:cNvPr id="19" name="record-panel-20-5">
            <a:extLst xmlns:a="http://schemas.openxmlformats.org/drawingml/2006/main">
              <a:ext uri="{FF2B5EF4-FFF2-40B4-BE49-F238E27FC236}">
                <a16:creationId xmlns:a16="http://schemas.microsoft.com/office/drawing/2014/main" id="{CAF38228-C523-45F8-9DE9-81BEAF76B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0-5">
            <a:extLst xmlns:a="http://schemas.openxmlformats.org/drawingml/2006/main">
              <a:ext uri="{FF2B5EF4-FFF2-40B4-BE49-F238E27FC236}">
                <a16:creationId xmlns:a16="http://schemas.microsoft.com/office/drawing/2014/main" id="{969D07DE-C8EB-4709-8A77-A3054C29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TEST-100  |  National Health Service (NHS) Number: 943 476 5994</a:t>
            </a:r>
          </a:p>
        </p:txBody>
      </p:sp>
      <p:sp>
        <p:nvSpPr>
          <p:cNvPr id="21" name="record-person-20-5">
            <a:extLst xmlns:a="http://schemas.openxmlformats.org/drawingml/2006/main">
              <a:ext uri="{FF2B5EF4-FFF2-40B4-BE49-F238E27FC236}">
                <a16:creationId xmlns:a16="http://schemas.microsoft.com/office/drawing/2014/main" id="{0C991D09-BC9A-4ABB-9AC6-EA3C41D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Harry Taylor  |  Physical Address: Flat 58, 2888 Orchard Cross Way, Edinburgh, EH1 1YZ, United Kingdom</a:t>
            </a:r>
          </a:p>
        </p:txBody>
      </p:sp>
      <p:sp>
        <p:nvSpPr>
          <p:cNvPr id="22" name="record-evidence-20-5">
            <a:extLst xmlns:a="http://schemas.openxmlformats.org/drawingml/2006/main">
              <a:ext uri="{FF2B5EF4-FFF2-40B4-BE49-F238E27FC236}">
                <a16:creationId xmlns:a16="http://schemas.microsoft.com/office/drawing/2014/main" id="{6B827047-E837-4A16-966E-2556C32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1980-05-20</a:t>
            </a:r>
          </a:p>
        </p:txBody>
      </p:sp>
      <p:sp>
        <p:nvSpPr>
          <p:cNvPr id="23" name="footer-20">
            <a:extLst xmlns:a="http://schemas.openxmlformats.org/drawingml/2006/main">
              <a:ext uri="{FF2B5EF4-FFF2-40B4-BE49-F238E27FC236}">
                <a16:creationId xmlns:a16="http://schemas.microsoft.com/office/drawing/2014/main" id="{3044919D-9A66-4F80-98FB-5DB2126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4123753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1">
            <a:extLst xmlns:a="http://schemas.openxmlformats.org/drawingml/2006/main">
              <a:ext uri="{FF2B5EF4-FFF2-40B4-BE49-F238E27FC236}">
                <a16:creationId xmlns:a16="http://schemas.microsoft.com/office/drawing/2014/main" id="{A716316C-48D4-4E30-AB7F-3F703247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1">
            <a:extLst xmlns:a="http://schemas.openxmlformats.org/drawingml/2006/main">
              <a:ext uri="{FF2B5EF4-FFF2-40B4-BE49-F238E27FC236}">
                <a16:creationId xmlns:a16="http://schemas.microsoft.com/office/drawing/2014/main" id="{5D0EF073-FA9F-4F32-BCE3-93564A33A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101-105 of 150</a:t>
            </a:r>
          </a:p>
        </p:txBody>
      </p:sp>
      <p:sp>
        <p:nvSpPr>
          <p:cNvPr id="3" name="record-panel-21-1">
            <a:extLst xmlns:a="http://schemas.openxmlformats.org/drawingml/2006/main">
              <a:ext uri="{FF2B5EF4-FFF2-40B4-BE49-F238E27FC236}">
                <a16:creationId xmlns:a16="http://schemas.microsoft.com/office/drawing/2014/main" id="{6C4A1DE7-F626-40F7-B662-080D4791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1-1">
            <a:extLst xmlns:a="http://schemas.openxmlformats.org/drawingml/2006/main">
              <a:ext uri="{FF2B5EF4-FFF2-40B4-BE49-F238E27FC236}">
                <a16:creationId xmlns:a16="http://schemas.microsoft.com/office/drawing/2014/main" id="{5A4FAFB7-5260-4698-BE6A-BB976D3C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TEST-101  |  National Health Service (NHS) Number: 943 476 6001</a:t>
            </a:r>
          </a:p>
        </p:txBody>
      </p:sp>
      <p:sp>
        <p:nvSpPr>
          <p:cNvPr id="5" name="record-person-21-1">
            <a:extLst xmlns:a="http://schemas.openxmlformats.org/drawingml/2006/main">
              <a:ext uri="{FF2B5EF4-FFF2-40B4-BE49-F238E27FC236}">
                <a16:creationId xmlns:a16="http://schemas.microsoft.com/office/drawing/2014/main" id="{2C0C032B-223F-463B-9667-716B4D57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Evie Roberts  |  Physical Address: Flat 59, 2925 Station Cross Way, Cambridge, CB1 1BH, United Kingdom</a:t>
            </a:r>
          </a:p>
        </p:txBody>
      </p:sp>
      <p:sp>
        <p:nvSpPr>
          <p:cNvPr id="6" name="record-evidence-21-1">
            <a:extLst xmlns:a="http://schemas.openxmlformats.org/drawingml/2006/main">
              <a:ext uri="{FF2B5EF4-FFF2-40B4-BE49-F238E27FC236}">
                <a16:creationId xmlns:a16="http://schemas.microsoft.com/office/drawing/2014/main" id="{1B0B54E6-1640-400E-B836-56FC81DF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1981-06-21</a:t>
            </a:r>
          </a:p>
        </p:txBody>
      </p:sp>
      <p:sp>
        <p:nvSpPr>
          <p:cNvPr id="7" name="record-panel-21-2">
            <a:extLst xmlns:a="http://schemas.openxmlformats.org/drawingml/2006/main">
              <a:ext uri="{FF2B5EF4-FFF2-40B4-BE49-F238E27FC236}">
                <a16:creationId xmlns:a16="http://schemas.microsoft.com/office/drawing/2014/main" id="{A8AC12F3-4F90-4AB6-9CFD-8A23B58F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1-2">
            <a:extLst xmlns:a="http://schemas.openxmlformats.org/drawingml/2006/main">
              <a:ext uri="{FF2B5EF4-FFF2-40B4-BE49-F238E27FC236}">
                <a16:creationId xmlns:a16="http://schemas.microsoft.com/office/drawing/2014/main" id="{6640FF8E-A2AC-44F6-8BEB-AF9F305E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TEST-102  |  National Health Service (NHS) Number: 943 476 7512</a:t>
            </a:r>
          </a:p>
        </p:txBody>
      </p:sp>
      <p:sp>
        <p:nvSpPr>
          <p:cNvPr id="9" name="record-person-21-2">
            <a:extLst xmlns:a="http://schemas.openxmlformats.org/drawingml/2006/main">
              <a:ext uri="{FF2B5EF4-FFF2-40B4-BE49-F238E27FC236}">
                <a16:creationId xmlns:a16="http://schemas.microsoft.com/office/drawing/2014/main" id="{0206018C-CEB9-48D9-936F-2307D9A5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Freya Wilson  |  Physical Address: Flat 60, 2962 Victoria Cross Way, Cardiff, CF10 2HE, United Kingdom</a:t>
            </a:r>
          </a:p>
        </p:txBody>
      </p:sp>
      <p:sp>
        <p:nvSpPr>
          <p:cNvPr id="10" name="record-evidence-21-2">
            <a:extLst xmlns:a="http://schemas.openxmlformats.org/drawingml/2006/main">
              <a:ext uri="{FF2B5EF4-FFF2-40B4-BE49-F238E27FC236}">
                <a16:creationId xmlns:a16="http://schemas.microsoft.com/office/drawing/2014/main" id="{98709F98-4574-4E67-9406-61065550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1982-07-22</a:t>
            </a:r>
          </a:p>
        </p:txBody>
      </p:sp>
      <p:sp>
        <p:nvSpPr>
          <p:cNvPr id="11" name="record-panel-21-3">
            <a:extLst xmlns:a="http://schemas.openxmlformats.org/drawingml/2006/main">
              <a:ext uri="{FF2B5EF4-FFF2-40B4-BE49-F238E27FC236}">
                <a16:creationId xmlns:a16="http://schemas.microsoft.com/office/drawing/2014/main" id="{452EE271-BCE5-4DAE-9143-6D756DF7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1-3">
            <a:extLst xmlns:a="http://schemas.openxmlformats.org/drawingml/2006/main">
              <a:ext uri="{FF2B5EF4-FFF2-40B4-BE49-F238E27FC236}">
                <a16:creationId xmlns:a16="http://schemas.microsoft.com/office/drawing/2014/main" id="{C2D9AFF7-5FD8-45D1-91C9-2339C7BD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TEST-103  |  National Health Service (NHS) Number: 943 476 6028</a:t>
            </a:r>
          </a:p>
        </p:txBody>
      </p:sp>
      <p:sp>
        <p:nvSpPr>
          <p:cNvPr id="13" name="record-person-21-3">
            <a:extLst xmlns:a="http://schemas.openxmlformats.org/drawingml/2006/main">
              <a:ext uri="{FF2B5EF4-FFF2-40B4-BE49-F238E27FC236}">
                <a16:creationId xmlns:a16="http://schemas.microsoft.com/office/drawing/2014/main" id="{2A14BA41-10C2-4B87-B2F8-A11A5B86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Jack Clarke  |  Physical Address: Flat 61, 2999 Abbey Gate Way, Sheffield, S1 2BJ, United Kingdom</a:t>
            </a:r>
          </a:p>
        </p:txBody>
      </p:sp>
      <p:sp>
        <p:nvSpPr>
          <p:cNvPr id="14" name="record-evidence-21-3">
            <a:extLst xmlns:a="http://schemas.openxmlformats.org/drawingml/2006/main">
              <a:ext uri="{FF2B5EF4-FFF2-40B4-BE49-F238E27FC236}">
                <a16:creationId xmlns:a16="http://schemas.microsoft.com/office/drawing/2014/main" id="{9EFF90C1-A3D0-44BA-918B-B1756655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1983-08-23</a:t>
            </a:r>
          </a:p>
        </p:txBody>
      </p:sp>
      <p:sp>
        <p:nvSpPr>
          <p:cNvPr id="15" name="record-panel-21-4">
            <a:extLst xmlns:a="http://schemas.openxmlformats.org/drawingml/2006/main">
              <a:ext uri="{FF2B5EF4-FFF2-40B4-BE49-F238E27FC236}">
                <a16:creationId xmlns:a16="http://schemas.microsoft.com/office/drawing/2014/main" id="{B9B81744-D47B-44B8-9BF4-6B8B6744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1-4">
            <a:extLst xmlns:a="http://schemas.openxmlformats.org/drawingml/2006/main">
              <a:ext uri="{FF2B5EF4-FFF2-40B4-BE49-F238E27FC236}">
                <a16:creationId xmlns:a16="http://schemas.microsoft.com/office/drawing/2014/main" id="{D84BC037-D92C-41D6-BE11-FC964DA4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TEST-104  |  National Health Service (NHS) Number: 943 476 6036</a:t>
            </a:r>
          </a:p>
        </p:txBody>
      </p:sp>
      <p:sp>
        <p:nvSpPr>
          <p:cNvPr id="17" name="record-person-21-4">
            <a:extLst xmlns:a="http://schemas.openxmlformats.org/drawingml/2006/main">
              <a:ext uri="{FF2B5EF4-FFF2-40B4-BE49-F238E27FC236}">
                <a16:creationId xmlns:a16="http://schemas.microsoft.com/office/drawing/2014/main" id="{3751F7D8-95F2-48A9-BE65-C2077809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Oliver Robinson  |  Physical Address: Flat 62, 3036 Bramble Gate Way, Leeds, LS1 4AP, United Kingdom</a:t>
            </a:r>
          </a:p>
        </p:txBody>
      </p:sp>
      <p:sp>
        <p:nvSpPr>
          <p:cNvPr id="18" name="record-evidence-21-4">
            <a:extLst xmlns:a="http://schemas.openxmlformats.org/drawingml/2006/main">
              <a:ext uri="{FF2B5EF4-FFF2-40B4-BE49-F238E27FC236}">
                <a16:creationId xmlns:a16="http://schemas.microsoft.com/office/drawing/2014/main" id="{49298BF3-E918-496F-881C-631DC589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1984-09-24</a:t>
            </a:r>
          </a:p>
        </p:txBody>
      </p:sp>
      <p:sp>
        <p:nvSpPr>
          <p:cNvPr id="19" name="record-panel-21-5">
            <a:extLst xmlns:a="http://schemas.openxmlformats.org/drawingml/2006/main">
              <a:ext uri="{FF2B5EF4-FFF2-40B4-BE49-F238E27FC236}">
                <a16:creationId xmlns:a16="http://schemas.microsoft.com/office/drawing/2014/main" id="{EAC09675-4586-46A4-9E0D-7CD340B4F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1-5">
            <a:extLst xmlns:a="http://schemas.openxmlformats.org/drawingml/2006/main">
              <a:ext uri="{FF2B5EF4-FFF2-40B4-BE49-F238E27FC236}">
                <a16:creationId xmlns:a16="http://schemas.microsoft.com/office/drawing/2014/main" id="{1C3F9230-C9E9-4903-8F07-06C7F271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TEST-105  |  National Health Service (NHS) Number: 943 476 6044</a:t>
            </a:r>
          </a:p>
        </p:txBody>
      </p:sp>
      <p:sp>
        <p:nvSpPr>
          <p:cNvPr id="21" name="record-person-21-5">
            <a:extLst xmlns:a="http://schemas.openxmlformats.org/drawingml/2006/main">
              <a:ext uri="{FF2B5EF4-FFF2-40B4-BE49-F238E27FC236}">
                <a16:creationId xmlns:a16="http://schemas.microsoft.com/office/drawing/2014/main" id="{54F99CAF-17C2-48A3-AC8F-ACADABD2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James Harris  |  Physical Address: Flat 63, 3073 Cedar Gate Way, Leicester, LE1 5YP, United Kingdom</a:t>
            </a:r>
          </a:p>
        </p:txBody>
      </p:sp>
      <p:sp>
        <p:nvSpPr>
          <p:cNvPr id="22" name="record-evidence-21-5">
            <a:extLst xmlns:a="http://schemas.openxmlformats.org/drawingml/2006/main">
              <a:ext uri="{FF2B5EF4-FFF2-40B4-BE49-F238E27FC236}">
                <a16:creationId xmlns:a16="http://schemas.microsoft.com/office/drawing/2014/main" id="{C14574E4-0414-4934-AD12-6D4F8409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1985-10-25</a:t>
            </a:r>
          </a:p>
        </p:txBody>
      </p:sp>
      <p:sp>
        <p:nvSpPr>
          <p:cNvPr id="23" name="footer-21">
            <a:extLst xmlns:a="http://schemas.openxmlformats.org/drawingml/2006/main">
              <a:ext uri="{FF2B5EF4-FFF2-40B4-BE49-F238E27FC236}">
                <a16:creationId xmlns:a16="http://schemas.microsoft.com/office/drawing/2014/main" id="{95385BA6-E567-4535-A3BE-3A9A282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734827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2">
            <a:extLst xmlns:a="http://schemas.openxmlformats.org/drawingml/2006/main">
              <a:ext uri="{FF2B5EF4-FFF2-40B4-BE49-F238E27FC236}">
                <a16:creationId xmlns:a16="http://schemas.microsoft.com/office/drawing/2014/main" id="{AE0826E2-9A52-45D7-8063-8E1F3A28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2">
            <a:extLst xmlns:a="http://schemas.openxmlformats.org/drawingml/2006/main">
              <a:ext uri="{FF2B5EF4-FFF2-40B4-BE49-F238E27FC236}">
                <a16:creationId xmlns:a16="http://schemas.microsoft.com/office/drawing/2014/main" id="{41E9E901-EA32-4FC6-B1AE-6AFB2EA1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106-110 of 150</a:t>
            </a:r>
          </a:p>
        </p:txBody>
      </p:sp>
      <p:sp>
        <p:nvSpPr>
          <p:cNvPr id="3" name="record-panel-22-1">
            <a:extLst xmlns:a="http://schemas.openxmlformats.org/drawingml/2006/main">
              <a:ext uri="{FF2B5EF4-FFF2-40B4-BE49-F238E27FC236}">
                <a16:creationId xmlns:a16="http://schemas.microsoft.com/office/drawing/2014/main" id="{95C32DBA-BA64-443E-85DB-78FF2405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2-1">
            <a:extLst xmlns:a="http://schemas.openxmlformats.org/drawingml/2006/main">
              <a:ext uri="{FF2B5EF4-FFF2-40B4-BE49-F238E27FC236}">
                <a16:creationId xmlns:a16="http://schemas.microsoft.com/office/drawing/2014/main" id="{8799D878-8D52-41B4-8C2F-986BC030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TEST-106  |  National Health Service (NHS) Number: 943 476 6052</a:t>
            </a:r>
          </a:p>
        </p:txBody>
      </p:sp>
      <p:sp>
        <p:nvSpPr>
          <p:cNvPr id="5" name="record-person-22-1">
            <a:extLst xmlns:a="http://schemas.openxmlformats.org/drawingml/2006/main">
              <a:ext uri="{FF2B5EF4-FFF2-40B4-BE49-F238E27FC236}">
                <a16:creationId xmlns:a16="http://schemas.microsoft.com/office/drawing/2014/main" id="{EFC3CBAA-1970-4CC9-BA9C-C3A2199D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Thomas Evans  |  Physical Address: Flat 64, 3110 Church Gate Way, Birmingham, B1 1BB, United Kingdom</a:t>
            </a:r>
          </a:p>
        </p:txBody>
      </p:sp>
      <p:sp>
        <p:nvSpPr>
          <p:cNvPr id="6" name="record-evidence-22-1">
            <a:extLst xmlns:a="http://schemas.openxmlformats.org/drawingml/2006/main">
              <a:ext uri="{FF2B5EF4-FFF2-40B4-BE49-F238E27FC236}">
                <a16:creationId xmlns:a16="http://schemas.microsoft.com/office/drawing/2014/main" id="{AC60182A-34DF-4202-9457-633FD64D9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1986-11-26</a:t>
            </a:r>
          </a:p>
        </p:txBody>
      </p:sp>
      <p:sp>
        <p:nvSpPr>
          <p:cNvPr id="7" name="record-panel-22-2">
            <a:extLst xmlns:a="http://schemas.openxmlformats.org/drawingml/2006/main">
              <a:ext uri="{FF2B5EF4-FFF2-40B4-BE49-F238E27FC236}">
                <a16:creationId xmlns:a16="http://schemas.microsoft.com/office/drawing/2014/main" id="{764F0A2C-E8A4-4CD7-B785-C3CFBABB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2-2">
            <a:extLst xmlns:a="http://schemas.openxmlformats.org/drawingml/2006/main">
              <a:ext uri="{FF2B5EF4-FFF2-40B4-BE49-F238E27FC236}">
                <a16:creationId xmlns:a16="http://schemas.microsoft.com/office/drawing/2014/main" id="{37089283-11AD-489E-9282-2B08539A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TEST-107  |  National Health Service (NHS) Number: 943 476 6060</a:t>
            </a:r>
          </a:p>
        </p:txBody>
      </p:sp>
      <p:sp>
        <p:nvSpPr>
          <p:cNvPr id="9" name="record-person-22-2">
            <a:extLst xmlns:a="http://schemas.openxmlformats.org/drawingml/2006/main">
              <a:ext uri="{FF2B5EF4-FFF2-40B4-BE49-F238E27FC236}">
                <a16:creationId xmlns:a16="http://schemas.microsoft.com/office/drawing/2014/main" id="{EBB8619A-B414-444B-AB2A-8D70EC8F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James Jack Taylor  |  Physical Address: Flat 65, 3147 Crown Gate Way, Liverpool, L1 8JQ, United Kingdom</a:t>
            </a:r>
          </a:p>
        </p:txBody>
      </p:sp>
      <p:sp>
        <p:nvSpPr>
          <p:cNvPr id="10" name="record-evidence-22-2">
            <a:extLst xmlns:a="http://schemas.openxmlformats.org/drawingml/2006/main">
              <a:ext uri="{FF2B5EF4-FFF2-40B4-BE49-F238E27FC236}">
                <a16:creationId xmlns:a16="http://schemas.microsoft.com/office/drawing/2014/main" id="{DB19517C-4AF8-4B5C-B3D6-30020B13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1987-12-27</a:t>
            </a:r>
          </a:p>
        </p:txBody>
      </p:sp>
      <p:sp>
        <p:nvSpPr>
          <p:cNvPr id="11" name="record-panel-22-3">
            <a:extLst xmlns:a="http://schemas.openxmlformats.org/drawingml/2006/main">
              <a:ext uri="{FF2B5EF4-FFF2-40B4-BE49-F238E27FC236}">
                <a16:creationId xmlns:a16="http://schemas.microsoft.com/office/drawing/2014/main" id="{2E5B9FE1-C320-4209-855B-43DE02C4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2-3">
            <a:extLst xmlns:a="http://schemas.openxmlformats.org/drawingml/2006/main">
              <a:ext uri="{FF2B5EF4-FFF2-40B4-BE49-F238E27FC236}">
                <a16:creationId xmlns:a16="http://schemas.microsoft.com/office/drawing/2014/main" id="{E67622E4-4885-4E22-B6F4-0BA0AF83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TEST-108  |  National Health Service (NHS) Number: 943 476 6079</a:t>
            </a:r>
          </a:p>
        </p:txBody>
      </p:sp>
      <p:sp>
        <p:nvSpPr>
          <p:cNvPr id="13" name="record-person-22-3">
            <a:extLst xmlns:a="http://schemas.openxmlformats.org/drawingml/2006/main">
              <a:ext uri="{FF2B5EF4-FFF2-40B4-BE49-F238E27FC236}">
                <a16:creationId xmlns:a16="http://schemas.microsoft.com/office/drawing/2014/main" id="{FB1FC637-C561-4745-9A28-387F15AB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Oliver Green  |  Physical Address: Flat 66, 3184 Elm Gate Way, Aberdeen, AB10 1AN, United Kingdom</a:t>
            </a:r>
          </a:p>
        </p:txBody>
      </p:sp>
      <p:sp>
        <p:nvSpPr>
          <p:cNvPr id="14" name="record-evidence-22-3">
            <a:extLst xmlns:a="http://schemas.openxmlformats.org/drawingml/2006/main">
              <a:ext uri="{FF2B5EF4-FFF2-40B4-BE49-F238E27FC236}">
                <a16:creationId xmlns:a16="http://schemas.microsoft.com/office/drawing/2014/main" id="{CC44D931-6833-4EE9-976C-3A6DB5AC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1988-01-01</a:t>
            </a:r>
          </a:p>
        </p:txBody>
      </p:sp>
      <p:sp>
        <p:nvSpPr>
          <p:cNvPr id="15" name="record-panel-22-4">
            <a:extLst xmlns:a="http://schemas.openxmlformats.org/drawingml/2006/main">
              <a:ext uri="{FF2B5EF4-FFF2-40B4-BE49-F238E27FC236}">
                <a16:creationId xmlns:a16="http://schemas.microsoft.com/office/drawing/2014/main" id="{4E5F09B9-A62A-4A8B-B7D4-FA236C0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2-4">
            <a:extLst xmlns:a="http://schemas.openxmlformats.org/drawingml/2006/main">
              <a:ext uri="{FF2B5EF4-FFF2-40B4-BE49-F238E27FC236}">
                <a16:creationId xmlns:a16="http://schemas.microsoft.com/office/drawing/2014/main" id="{018D5995-AB6D-43B3-851C-394F7ED1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TEST-109  |  National Health Service (NHS) Number: 943 476 6087</a:t>
            </a:r>
          </a:p>
        </p:txBody>
      </p:sp>
      <p:sp>
        <p:nvSpPr>
          <p:cNvPr id="17" name="record-person-22-4">
            <a:extLst xmlns:a="http://schemas.openxmlformats.org/drawingml/2006/main">
              <a:ext uri="{FF2B5EF4-FFF2-40B4-BE49-F238E27FC236}">
                <a16:creationId xmlns:a16="http://schemas.microsoft.com/office/drawing/2014/main" id="{2E7563AB-C618-44BC-9FCB-C29B9165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James Wilson  |  Physical Address: Flat 67, 3221 Hawthorn Gate Way, Bristol, BS1 4ST, United Kingdom</a:t>
            </a:r>
          </a:p>
        </p:txBody>
      </p:sp>
      <p:sp>
        <p:nvSpPr>
          <p:cNvPr id="18" name="record-evidence-22-4">
            <a:extLst xmlns:a="http://schemas.openxmlformats.org/drawingml/2006/main">
              <a:ext uri="{FF2B5EF4-FFF2-40B4-BE49-F238E27FC236}">
                <a16:creationId xmlns:a16="http://schemas.microsoft.com/office/drawing/2014/main" id="{6E827F56-606A-4B81-A5D7-1976EF09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1989-02-02</a:t>
            </a:r>
          </a:p>
        </p:txBody>
      </p:sp>
      <p:sp>
        <p:nvSpPr>
          <p:cNvPr id="19" name="record-panel-22-5">
            <a:extLst xmlns:a="http://schemas.openxmlformats.org/drawingml/2006/main">
              <a:ext uri="{FF2B5EF4-FFF2-40B4-BE49-F238E27FC236}">
                <a16:creationId xmlns:a16="http://schemas.microsoft.com/office/drawing/2014/main" id="{E5C8354E-4B72-48E3-AF8B-9EF3F3FE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2-5">
            <a:extLst xmlns:a="http://schemas.openxmlformats.org/drawingml/2006/main">
              <a:ext uri="{FF2B5EF4-FFF2-40B4-BE49-F238E27FC236}">
                <a16:creationId xmlns:a16="http://schemas.microsoft.com/office/drawing/2014/main" id="{B18B895B-33EB-4614-9B89-0072E703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TEST-110  |  National Health Service (NHS) Number: 943 476 6095</a:t>
            </a:r>
          </a:p>
        </p:txBody>
      </p:sp>
      <p:sp>
        <p:nvSpPr>
          <p:cNvPr id="21" name="record-person-22-5">
            <a:extLst xmlns:a="http://schemas.openxmlformats.org/drawingml/2006/main">
              <a:ext uri="{FF2B5EF4-FFF2-40B4-BE49-F238E27FC236}">
                <a16:creationId xmlns:a16="http://schemas.microsoft.com/office/drawing/2014/main" id="{F1AD64A2-4A10-47E5-AFB1-C0F300EB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Thomas Clarke  |  Physical Address: Flat 68, 3258 Kingfisher Gate Way, Oxford, OX1 1AA, United Kingdom</a:t>
            </a:r>
          </a:p>
        </p:txBody>
      </p:sp>
      <p:sp>
        <p:nvSpPr>
          <p:cNvPr id="22" name="record-evidence-22-5">
            <a:extLst xmlns:a="http://schemas.openxmlformats.org/drawingml/2006/main">
              <a:ext uri="{FF2B5EF4-FFF2-40B4-BE49-F238E27FC236}">
                <a16:creationId xmlns:a16="http://schemas.microsoft.com/office/drawing/2014/main" id="{6C87BF30-C8BB-46BA-AA18-93809760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1990-03-03</a:t>
            </a:r>
          </a:p>
        </p:txBody>
      </p:sp>
      <p:sp>
        <p:nvSpPr>
          <p:cNvPr id="23" name="footer-22">
            <a:extLst xmlns:a="http://schemas.openxmlformats.org/drawingml/2006/main">
              <a:ext uri="{FF2B5EF4-FFF2-40B4-BE49-F238E27FC236}">
                <a16:creationId xmlns:a16="http://schemas.microsoft.com/office/drawing/2014/main" id="{DB37283E-5618-4094-BC3E-4AFB178C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8056275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3">
            <a:extLst xmlns:a="http://schemas.openxmlformats.org/drawingml/2006/main">
              <a:ext uri="{FF2B5EF4-FFF2-40B4-BE49-F238E27FC236}">
                <a16:creationId xmlns:a16="http://schemas.microsoft.com/office/drawing/2014/main" id="{EBB3E1A0-64BC-427E-8710-F723E426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3">
            <a:extLst xmlns:a="http://schemas.openxmlformats.org/drawingml/2006/main">
              <a:ext uri="{FF2B5EF4-FFF2-40B4-BE49-F238E27FC236}">
                <a16:creationId xmlns:a16="http://schemas.microsoft.com/office/drawing/2014/main" id="{BD103958-96EC-4253-88D9-993B7B13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111-115 of 150</a:t>
            </a:r>
          </a:p>
        </p:txBody>
      </p:sp>
      <p:sp>
        <p:nvSpPr>
          <p:cNvPr id="3" name="record-panel-23-1">
            <a:extLst xmlns:a="http://schemas.openxmlformats.org/drawingml/2006/main">
              <a:ext uri="{FF2B5EF4-FFF2-40B4-BE49-F238E27FC236}">
                <a16:creationId xmlns:a16="http://schemas.microsoft.com/office/drawing/2014/main" id="{05110E43-8730-4A73-AF1C-CA6182AB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3-1">
            <a:extLst xmlns:a="http://schemas.openxmlformats.org/drawingml/2006/main">
              <a:ext uri="{FF2B5EF4-FFF2-40B4-BE49-F238E27FC236}">
                <a16:creationId xmlns:a16="http://schemas.microsoft.com/office/drawing/2014/main" id="{90436A05-2B3D-4244-B05A-6556EF05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TEST-111  |  National Health Service (NHS) Number: 943 476 6109</a:t>
            </a:r>
          </a:p>
        </p:txBody>
      </p:sp>
      <p:sp>
        <p:nvSpPr>
          <p:cNvPr id="5" name="record-person-23-1">
            <a:extLst xmlns:a="http://schemas.openxmlformats.org/drawingml/2006/main">
              <a:ext uri="{FF2B5EF4-FFF2-40B4-BE49-F238E27FC236}">
                <a16:creationId xmlns:a16="http://schemas.microsoft.com/office/drawing/2014/main" id="{A3624DCF-878F-481C-8ABB-FC4E6745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Jack Robinson  |  Physical Address: Flat 69, 3295 Mill Gate Way, Glasgow, G1 2FF, United Kingdom</a:t>
            </a:r>
          </a:p>
        </p:txBody>
      </p:sp>
      <p:sp>
        <p:nvSpPr>
          <p:cNvPr id="6" name="record-evidence-23-1">
            <a:extLst xmlns:a="http://schemas.openxmlformats.org/drawingml/2006/main">
              <a:ext uri="{FF2B5EF4-FFF2-40B4-BE49-F238E27FC236}">
                <a16:creationId xmlns:a16="http://schemas.microsoft.com/office/drawing/2014/main" id="{BB7F003D-B0B7-447B-A28C-5A17F558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1991-04-04</a:t>
            </a:r>
          </a:p>
        </p:txBody>
      </p:sp>
      <p:sp>
        <p:nvSpPr>
          <p:cNvPr id="7" name="record-panel-23-2">
            <a:extLst xmlns:a="http://schemas.openxmlformats.org/drawingml/2006/main">
              <a:ext uri="{FF2B5EF4-FFF2-40B4-BE49-F238E27FC236}">
                <a16:creationId xmlns:a16="http://schemas.microsoft.com/office/drawing/2014/main" id="{1244B21A-7B45-4890-ACB0-CAF12078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3-2">
            <a:extLst xmlns:a="http://schemas.openxmlformats.org/drawingml/2006/main">
              <a:ext uri="{FF2B5EF4-FFF2-40B4-BE49-F238E27FC236}">
                <a16:creationId xmlns:a16="http://schemas.microsoft.com/office/drawing/2014/main" id="{3365184E-CD99-4CE5-93FB-FA372994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TEST-112  |  National Health Service (NHS) Number: 943 476 6117</a:t>
            </a:r>
          </a:p>
        </p:txBody>
      </p:sp>
      <p:sp>
        <p:nvSpPr>
          <p:cNvPr id="9" name="record-person-23-2">
            <a:extLst xmlns:a="http://schemas.openxmlformats.org/drawingml/2006/main">
              <a:ext uri="{FF2B5EF4-FFF2-40B4-BE49-F238E27FC236}">
                <a16:creationId xmlns:a16="http://schemas.microsoft.com/office/drawing/2014/main" id="{DB37A343-ACED-4AF4-9024-CBE4613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Oliver Edwards  |  Physical Address: Flat 70, 3332 Orchard Gate Way, Newcastle, NE1 4LP, United Kingdom</a:t>
            </a:r>
          </a:p>
        </p:txBody>
      </p:sp>
      <p:sp>
        <p:nvSpPr>
          <p:cNvPr id="10" name="record-evidence-23-2">
            <a:extLst xmlns:a="http://schemas.openxmlformats.org/drawingml/2006/main">
              <a:ext uri="{FF2B5EF4-FFF2-40B4-BE49-F238E27FC236}">
                <a16:creationId xmlns:a16="http://schemas.microsoft.com/office/drawing/2014/main" id="{698B0B32-DE12-4BBD-AB79-4F8DD117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1992-05-05</a:t>
            </a:r>
          </a:p>
        </p:txBody>
      </p:sp>
      <p:sp>
        <p:nvSpPr>
          <p:cNvPr id="11" name="record-panel-23-3">
            <a:extLst xmlns:a="http://schemas.openxmlformats.org/drawingml/2006/main">
              <a:ext uri="{FF2B5EF4-FFF2-40B4-BE49-F238E27FC236}">
                <a16:creationId xmlns:a16="http://schemas.microsoft.com/office/drawing/2014/main" id="{3D31B040-F4AA-4252-B96D-16F11C6F4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3-3">
            <a:extLst xmlns:a="http://schemas.openxmlformats.org/drawingml/2006/main">
              <a:ext uri="{FF2B5EF4-FFF2-40B4-BE49-F238E27FC236}">
                <a16:creationId xmlns:a16="http://schemas.microsoft.com/office/drawing/2014/main" id="{44669C7C-9288-40C0-9A2D-A2F9BFD5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TEST-113  |  National Health Service (NHS) Number: 943 476 6125</a:t>
            </a:r>
          </a:p>
        </p:txBody>
      </p:sp>
      <p:sp>
        <p:nvSpPr>
          <p:cNvPr id="13" name="record-person-23-3">
            <a:extLst xmlns:a="http://schemas.openxmlformats.org/drawingml/2006/main">
              <a:ext uri="{FF2B5EF4-FFF2-40B4-BE49-F238E27FC236}">
                <a16:creationId xmlns:a16="http://schemas.microsoft.com/office/drawing/2014/main" id="{744EEAD4-E88F-46A2-9420-8123D413B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James Evans  |  Physical Address: Flat 71, 3369 Station Gate Way, Manchester, M1 2WD, United Kingdom</a:t>
            </a:r>
          </a:p>
        </p:txBody>
      </p:sp>
      <p:sp>
        <p:nvSpPr>
          <p:cNvPr id="14" name="record-evidence-23-3">
            <a:extLst xmlns:a="http://schemas.openxmlformats.org/drawingml/2006/main">
              <a:ext uri="{FF2B5EF4-FFF2-40B4-BE49-F238E27FC236}">
                <a16:creationId xmlns:a16="http://schemas.microsoft.com/office/drawing/2014/main" id="{A16D3A19-5A52-4F8A-8397-9C032F63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1993-06-06</a:t>
            </a:r>
          </a:p>
        </p:txBody>
      </p:sp>
      <p:sp>
        <p:nvSpPr>
          <p:cNvPr id="15" name="record-panel-23-4">
            <a:extLst xmlns:a="http://schemas.openxmlformats.org/drawingml/2006/main">
              <a:ext uri="{FF2B5EF4-FFF2-40B4-BE49-F238E27FC236}">
                <a16:creationId xmlns:a16="http://schemas.microsoft.com/office/drawing/2014/main" id="{03D17F11-3AE4-4A79-B6D8-69FA5875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3-4">
            <a:extLst xmlns:a="http://schemas.openxmlformats.org/drawingml/2006/main">
              <a:ext uri="{FF2B5EF4-FFF2-40B4-BE49-F238E27FC236}">
                <a16:creationId xmlns:a16="http://schemas.microsoft.com/office/drawing/2014/main" id="{5BC3CD5A-2F7E-40F7-AAB2-497F3320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TEST-114  |  National Health Service (NHS) Number: 943 476 6133</a:t>
            </a:r>
          </a:p>
        </p:txBody>
      </p:sp>
      <p:sp>
        <p:nvSpPr>
          <p:cNvPr id="17" name="record-person-23-4">
            <a:extLst xmlns:a="http://schemas.openxmlformats.org/drawingml/2006/main">
              <a:ext uri="{FF2B5EF4-FFF2-40B4-BE49-F238E27FC236}">
                <a16:creationId xmlns:a16="http://schemas.microsoft.com/office/drawing/2014/main" id="{2E3942EE-C688-4C14-B97F-8934A90A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Thomas Taylor  |  Physical Address: Flat 72, 3406 Victoria Gate Way, Nottingham, NG1 2AS, United Kingdom</a:t>
            </a:r>
          </a:p>
        </p:txBody>
      </p:sp>
      <p:sp>
        <p:nvSpPr>
          <p:cNvPr id="18" name="record-evidence-23-4">
            <a:extLst xmlns:a="http://schemas.openxmlformats.org/drawingml/2006/main">
              <a:ext uri="{FF2B5EF4-FFF2-40B4-BE49-F238E27FC236}">
                <a16:creationId xmlns:a16="http://schemas.microsoft.com/office/drawing/2014/main" id="{2E064CD9-5815-4C5D-B316-7E9CEFB5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1994-07-07</a:t>
            </a:r>
          </a:p>
        </p:txBody>
      </p:sp>
      <p:sp>
        <p:nvSpPr>
          <p:cNvPr id="19" name="record-panel-23-5">
            <a:extLst xmlns:a="http://schemas.openxmlformats.org/drawingml/2006/main">
              <a:ext uri="{FF2B5EF4-FFF2-40B4-BE49-F238E27FC236}">
                <a16:creationId xmlns:a16="http://schemas.microsoft.com/office/drawing/2014/main" id="{5AF89E15-7AB5-4199-B220-EB063BCEE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3-5">
            <a:extLst xmlns:a="http://schemas.openxmlformats.org/drawingml/2006/main">
              <a:ext uri="{FF2B5EF4-FFF2-40B4-BE49-F238E27FC236}">
                <a16:creationId xmlns:a16="http://schemas.microsoft.com/office/drawing/2014/main" id="{DA77DCE1-1636-4FCF-8E53-CA7592F7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TEST-115  |  National Health Service (NHS) Number: 943 476 6141</a:t>
            </a:r>
          </a:p>
        </p:txBody>
      </p:sp>
      <p:sp>
        <p:nvSpPr>
          <p:cNvPr id="21" name="record-person-23-5">
            <a:extLst xmlns:a="http://schemas.openxmlformats.org/drawingml/2006/main">
              <a:ext uri="{FF2B5EF4-FFF2-40B4-BE49-F238E27FC236}">
                <a16:creationId xmlns:a16="http://schemas.microsoft.com/office/drawing/2014/main" id="{4DE90C3D-F085-4576-9F75-06818AB3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Jack Green  |  Physical Address: Flat 1, 3443 Abbey Close Crescent, London, SW1A 2AA, United Kingdom</a:t>
            </a:r>
          </a:p>
        </p:txBody>
      </p:sp>
      <p:sp>
        <p:nvSpPr>
          <p:cNvPr id="22" name="record-evidence-23-5">
            <a:extLst xmlns:a="http://schemas.openxmlformats.org/drawingml/2006/main">
              <a:ext uri="{FF2B5EF4-FFF2-40B4-BE49-F238E27FC236}">
                <a16:creationId xmlns:a16="http://schemas.microsoft.com/office/drawing/2014/main" id="{C6FBEAD0-26F9-4C61-B9C4-C4DCED59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1995-08-08</a:t>
            </a:r>
          </a:p>
        </p:txBody>
      </p:sp>
      <p:sp>
        <p:nvSpPr>
          <p:cNvPr id="23" name="footer-23">
            <a:extLst xmlns:a="http://schemas.openxmlformats.org/drawingml/2006/main">
              <a:ext uri="{FF2B5EF4-FFF2-40B4-BE49-F238E27FC236}">
                <a16:creationId xmlns:a16="http://schemas.microsoft.com/office/drawing/2014/main" id="{0D31A5B2-9C5C-41A9-8410-F7DA8B9D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0996244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4">
            <a:extLst xmlns:a="http://schemas.openxmlformats.org/drawingml/2006/main">
              <a:ext uri="{FF2B5EF4-FFF2-40B4-BE49-F238E27FC236}">
                <a16:creationId xmlns:a16="http://schemas.microsoft.com/office/drawing/2014/main" id="{620E5DD2-A1EF-48D1-A3B2-1523638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4">
            <a:extLst xmlns:a="http://schemas.openxmlformats.org/drawingml/2006/main">
              <a:ext uri="{FF2B5EF4-FFF2-40B4-BE49-F238E27FC236}">
                <a16:creationId xmlns:a16="http://schemas.microsoft.com/office/drawing/2014/main" id="{6F29ECAF-4D79-4CFC-A0C3-D71C35CE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116-120 of 150</a:t>
            </a:r>
          </a:p>
        </p:txBody>
      </p:sp>
      <p:sp>
        <p:nvSpPr>
          <p:cNvPr id="3" name="record-panel-24-1">
            <a:extLst xmlns:a="http://schemas.openxmlformats.org/drawingml/2006/main">
              <a:ext uri="{FF2B5EF4-FFF2-40B4-BE49-F238E27FC236}">
                <a16:creationId xmlns:a16="http://schemas.microsoft.com/office/drawing/2014/main" id="{04BFD4E6-D0A9-4452-8D33-64ED55EA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4-1">
            <a:extLst xmlns:a="http://schemas.openxmlformats.org/drawingml/2006/main">
              <a:ext uri="{FF2B5EF4-FFF2-40B4-BE49-F238E27FC236}">
                <a16:creationId xmlns:a16="http://schemas.microsoft.com/office/drawing/2014/main" id="{4BF604D8-C96C-4FA1-8B2A-F006E1C4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TEST-116  |  National Health Service (NHS) Number: 943 476 7652</a:t>
            </a:r>
          </a:p>
        </p:txBody>
      </p:sp>
      <p:sp>
        <p:nvSpPr>
          <p:cNvPr id="5" name="record-person-24-1">
            <a:extLst xmlns:a="http://schemas.openxmlformats.org/drawingml/2006/main">
              <a:ext uri="{FF2B5EF4-FFF2-40B4-BE49-F238E27FC236}">
                <a16:creationId xmlns:a16="http://schemas.microsoft.com/office/drawing/2014/main" id="{8957DC59-A12C-48DA-BE63-4390971A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Oliver Johnson  |  Physical Address: Flat 2, 3480 Bramble Close Crescent, Edinburgh, EH1 1YZ, United Kingdom</a:t>
            </a:r>
          </a:p>
        </p:txBody>
      </p:sp>
      <p:sp>
        <p:nvSpPr>
          <p:cNvPr id="6" name="record-evidence-24-1">
            <a:extLst xmlns:a="http://schemas.openxmlformats.org/drawingml/2006/main">
              <a:ext uri="{FF2B5EF4-FFF2-40B4-BE49-F238E27FC236}">
                <a16:creationId xmlns:a16="http://schemas.microsoft.com/office/drawing/2014/main" id="{53EC5913-6FD5-491B-924B-EE1D04E6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1996-09-09</a:t>
            </a:r>
          </a:p>
        </p:txBody>
      </p:sp>
      <p:sp>
        <p:nvSpPr>
          <p:cNvPr id="7" name="record-panel-24-2">
            <a:extLst xmlns:a="http://schemas.openxmlformats.org/drawingml/2006/main">
              <a:ext uri="{FF2B5EF4-FFF2-40B4-BE49-F238E27FC236}">
                <a16:creationId xmlns:a16="http://schemas.microsoft.com/office/drawing/2014/main" id="{304285BB-C258-4C4C-9490-C96C046E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4-2">
            <a:extLst xmlns:a="http://schemas.openxmlformats.org/drawingml/2006/main">
              <a:ext uri="{FF2B5EF4-FFF2-40B4-BE49-F238E27FC236}">
                <a16:creationId xmlns:a16="http://schemas.microsoft.com/office/drawing/2014/main" id="{BB85D934-30F2-4C59-B67F-FACFFF6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TEST-117  |  National Health Service (NHS) Number: 943 476 6168</a:t>
            </a:r>
          </a:p>
        </p:txBody>
      </p:sp>
      <p:sp>
        <p:nvSpPr>
          <p:cNvPr id="9" name="record-person-24-2">
            <a:extLst xmlns:a="http://schemas.openxmlformats.org/drawingml/2006/main">
              <a:ext uri="{FF2B5EF4-FFF2-40B4-BE49-F238E27FC236}">
                <a16:creationId xmlns:a16="http://schemas.microsoft.com/office/drawing/2014/main" id="{2B8C112F-E69B-40E1-BE40-B4DA8589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James Clarke  |  Physical Address: Flat 3, 3517 Cedar Close Crescent, Cambridge, CB1 1BH, United Kingdom</a:t>
            </a:r>
          </a:p>
        </p:txBody>
      </p:sp>
      <p:sp>
        <p:nvSpPr>
          <p:cNvPr id="10" name="record-evidence-24-2">
            <a:extLst xmlns:a="http://schemas.openxmlformats.org/drawingml/2006/main">
              <a:ext uri="{FF2B5EF4-FFF2-40B4-BE49-F238E27FC236}">
                <a16:creationId xmlns:a16="http://schemas.microsoft.com/office/drawing/2014/main" id="{560C997D-9238-490E-949B-74592C9B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1997-10-10</a:t>
            </a:r>
          </a:p>
        </p:txBody>
      </p:sp>
      <p:sp>
        <p:nvSpPr>
          <p:cNvPr id="11" name="record-panel-24-3">
            <a:extLst xmlns:a="http://schemas.openxmlformats.org/drawingml/2006/main">
              <a:ext uri="{FF2B5EF4-FFF2-40B4-BE49-F238E27FC236}">
                <a16:creationId xmlns:a16="http://schemas.microsoft.com/office/drawing/2014/main" id="{2A3E8F7C-1F4F-4DE0-BB1E-F2EEC9EAF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4-3">
            <a:extLst xmlns:a="http://schemas.openxmlformats.org/drawingml/2006/main">
              <a:ext uri="{FF2B5EF4-FFF2-40B4-BE49-F238E27FC236}">
                <a16:creationId xmlns:a16="http://schemas.microsoft.com/office/drawing/2014/main" id="{C0B5F8B1-5845-40D8-A433-C5F09972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TEST-118  |  National Health Service (NHS) Number: 943 476 6176</a:t>
            </a:r>
          </a:p>
        </p:txBody>
      </p:sp>
      <p:sp>
        <p:nvSpPr>
          <p:cNvPr id="13" name="record-person-24-3">
            <a:extLst xmlns:a="http://schemas.openxmlformats.org/drawingml/2006/main">
              <a:ext uri="{FF2B5EF4-FFF2-40B4-BE49-F238E27FC236}">
                <a16:creationId xmlns:a16="http://schemas.microsoft.com/office/drawing/2014/main" id="{2C5533DF-8B1E-4497-965B-5DE8DBCE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Thomas Robinson  |  Physical Address: Flat 4, 3554 Church Close Crescent, Cardiff, CF10 2HE, United Kingdom</a:t>
            </a:r>
          </a:p>
        </p:txBody>
      </p:sp>
      <p:sp>
        <p:nvSpPr>
          <p:cNvPr id="14" name="record-evidence-24-3">
            <a:extLst xmlns:a="http://schemas.openxmlformats.org/drawingml/2006/main">
              <a:ext uri="{FF2B5EF4-FFF2-40B4-BE49-F238E27FC236}">
                <a16:creationId xmlns:a16="http://schemas.microsoft.com/office/drawing/2014/main" id="{015DC43F-AADD-4183-88F9-A69768C7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1998-11-11</a:t>
            </a:r>
          </a:p>
        </p:txBody>
      </p:sp>
      <p:sp>
        <p:nvSpPr>
          <p:cNvPr id="15" name="record-panel-24-4">
            <a:extLst xmlns:a="http://schemas.openxmlformats.org/drawingml/2006/main">
              <a:ext uri="{FF2B5EF4-FFF2-40B4-BE49-F238E27FC236}">
                <a16:creationId xmlns:a16="http://schemas.microsoft.com/office/drawing/2014/main" id="{49BC21ED-13EB-4C82-AAB7-5933C791B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4-4">
            <a:extLst xmlns:a="http://schemas.openxmlformats.org/drawingml/2006/main">
              <a:ext uri="{FF2B5EF4-FFF2-40B4-BE49-F238E27FC236}">
                <a16:creationId xmlns:a16="http://schemas.microsoft.com/office/drawing/2014/main" id="{B106DB5B-8D89-4A34-9B9A-F2112D10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TEST-119  |  National Health Service (NHS) Number: 943 476 6184</a:t>
            </a:r>
          </a:p>
        </p:txBody>
      </p:sp>
      <p:sp>
        <p:nvSpPr>
          <p:cNvPr id="17" name="record-person-24-4">
            <a:extLst xmlns:a="http://schemas.openxmlformats.org/drawingml/2006/main">
              <a:ext uri="{FF2B5EF4-FFF2-40B4-BE49-F238E27FC236}">
                <a16:creationId xmlns:a16="http://schemas.microsoft.com/office/drawing/2014/main" id="{4CE96E99-ED2C-4FD4-A489-1F0D548E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Freya Edwards  |  Physical Address: Flat 5, 3591 Crown Close Crescent, Sheffield, S1 2BJ, United Kingdom</a:t>
            </a:r>
          </a:p>
        </p:txBody>
      </p:sp>
      <p:sp>
        <p:nvSpPr>
          <p:cNvPr id="18" name="record-evidence-24-4">
            <a:extLst xmlns:a="http://schemas.openxmlformats.org/drawingml/2006/main">
              <a:ext uri="{FF2B5EF4-FFF2-40B4-BE49-F238E27FC236}">
                <a16:creationId xmlns:a16="http://schemas.microsoft.com/office/drawing/2014/main" id="{7B35DF09-B9F2-48A9-ADC7-6A49C22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1999-12-12</a:t>
            </a:r>
          </a:p>
        </p:txBody>
      </p:sp>
      <p:sp>
        <p:nvSpPr>
          <p:cNvPr id="19" name="record-panel-24-5">
            <a:extLst xmlns:a="http://schemas.openxmlformats.org/drawingml/2006/main">
              <a:ext uri="{FF2B5EF4-FFF2-40B4-BE49-F238E27FC236}">
                <a16:creationId xmlns:a16="http://schemas.microsoft.com/office/drawing/2014/main" id="{DA54563E-5D13-42AD-A9FE-7E2E4562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4-5">
            <a:extLst xmlns:a="http://schemas.openxmlformats.org/drawingml/2006/main">
              <a:ext uri="{FF2B5EF4-FFF2-40B4-BE49-F238E27FC236}">
                <a16:creationId xmlns:a16="http://schemas.microsoft.com/office/drawing/2014/main" id="{E7644C70-11E5-4981-9755-58676958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TEST-120  |  National Health Service (NHS) Number: 943 476 6192</a:t>
            </a:r>
          </a:p>
        </p:txBody>
      </p:sp>
      <p:sp>
        <p:nvSpPr>
          <p:cNvPr id="21" name="record-person-24-5">
            <a:extLst xmlns:a="http://schemas.openxmlformats.org/drawingml/2006/main">
              <a:ext uri="{FF2B5EF4-FFF2-40B4-BE49-F238E27FC236}">
                <a16:creationId xmlns:a16="http://schemas.microsoft.com/office/drawing/2014/main" id="{875FAB95-23D0-4B42-97E5-45A1F095C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Oliver Walker  |  Physical Address: Flat 6, 3628 Elm Close Crescent, Leeds, LS1 4AP, United Kingdom</a:t>
            </a:r>
          </a:p>
        </p:txBody>
      </p:sp>
      <p:sp>
        <p:nvSpPr>
          <p:cNvPr id="22" name="record-evidence-24-5">
            <a:extLst xmlns:a="http://schemas.openxmlformats.org/drawingml/2006/main">
              <a:ext uri="{FF2B5EF4-FFF2-40B4-BE49-F238E27FC236}">
                <a16:creationId xmlns:a16="http://schemas.microsoft.com/office/drawing/2014/main" id="{4B20E883-383F-400E-9C17-26953582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2000-01-13</a:t>
            </a:r>
          </a:p>
        </p:txBody>
      </p:sp>
      <p:sp>
        <p:nvSpPr>
          <p:cNvPr id="23" name="footer-24">
            <a:extLst xmlns:a="http://schemas.openxmlformats.org/drawingml/2006/main">
              <a:ext uri="{FF2B5EF4-FFF2-40B4-BE49-F238E27FC236}">
                <a16:creationId xmlns:a16="http://schemas.microsoft.com/office/drawing/2014/main" id="{FF28DA69-A9D4-4C8A-8570-8B4463B0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385966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5">
            <a:extLst xmlns:a="http://schemas.openxmlformats.org/drawingml/2006/main">
              <a:ext uri="{FF2B5EF4-FFF2-40B4-BE49-F238E27FC236}">
                <a16:creationId xmlns:a16="http://schemas.microsoft.com/office/drawing/2014/main" id="{AACD7A0C-7D44-4A43-ADE6-9813997CD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5">
            <a:extLst xmlns:a="http://schemas.openxmlformats.org/drawingml/2006/main">
              <a:ext uri="{FF2B5EF4-FFF2-40B4-BE49-F238E27FC236}">
                <a16:creationId xmlns:a16="http://schemas.microsoft.com/office/drawing/2014/main" id="{7E000650-5A7B-4620-8A13-42AA86FF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121-125 of 150</a:t>
            </a:r>
          </a:p>
        </p:txBody>
      </p:sp>
      <p:sp>
        <p:nvSpPr>
          <p:cNvPr id="3" name="record-panel-25-1">
            <a:extLst xmlns:a="http://schemas.openxmlformats.org/drawingml/2006/main">
              <a:ext uri="{FF2B5EF4-FFF2-40B4-BE49-F238E27FC236}">
                <a16:creationId xmlns:a16="http://schemas.microsoft.com/office/drawing/2014/main" id="{F50FDF60-550D-48E1-84F4-3F8BEBA7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5-1">
            <a:extLst xmlns:a="http://schemas.openxmlformats.org/drawingml/2006/main">
              <a:ext uri="{FF2B5EF4-FFF2-40B4-BE49-F238E27FC236}">
                <a16:creationId xmlns:a16="http://schemas.microsoft.com/office/drawing/2014/main" id="{C65E166C-A71D-4A1D-B211-3584B31C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TEST-121  |  National Health Service (NHS) Number: 943 476 6206</a:t>
            </a:r>
          </a:p>
        </p:txBody>
      </p:sp>
      <p:sp>
        <p:nvSpPr>
          <p:cNvPr id="5" name="record-person-25-1">
            <a:extLst xmlns:a="http://schemas.openxmlformats.org/drawingml/2006/main">
              <a:ext uri="{FF2B5EF4-FFF2-40B4-BE49-F238E27FC236}">
                <a16:creationId xmlns:a16="http://schemas.microsoft.com/office/drawing/2014/main" id="{01966EB8-BCA1-4488-8A94-78D6FDA2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James Taylor  |  Physical Address: Flat 7, 3665 Hawthorn Close Crescent, Leicester, LE1 5YP, United Kingdom</a:t>
            </a:r>
          </a:p>
        </p:txBody>
      </p:sp>
      <p:sp>
        <p:nvSpPr>
          <p:cNvPr id="6" name="record-evidence-25-1">
            <a:extLst xmlns:a="http://schemas.openxmlformats.org/drawingml/2006/main">
              <a:ext uri="{FF2B5EF4-FFF2-40B4-BE49-F238E27FC236}">
                <a16:creationId xmlns:a16="http://schemas.microsoft.com/office/drawing/2014/main" id="{CC91C6F2-45B2-424F-A78E-13F8EF98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2001-02-14</a:t>
            </a:r>
          </a:p>
        </p:txBody>
      </p:sp>
      <p:sp>
        <p:nvSpPr>
          <p:cNvPr id="7" name="record-panel-25-2">
            <a:extLst xmlns:a="http://schemas.openxmlformats.org/drawingml/2006/main">
              <a:ext uri="{FF2B5EF4-FFF2-40B4-BE49-F238E27FC236}">
                <a16:creationId xmlns:a16="http://schemas.microsoft.com/office/drawing/2014/main" id="{A8255BCB-0E6F-4400-9F14-BCDA77F4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5-2">
            <a:extLst xmlns:a="http://schemas.openxmlformats.org/drawingml/2006/main">
              <a:ext uri="{FF2B5EF4-FFF2-40B4-BE49-F238E27FC236}">
                <a16:creationId xmlns:a16="http://schemas.microsoft.com/office/drawing/2014/main" id="{FD240734-A4E5-43C6-8FD7-4E035DBD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TEST-122  |  National Health Service (NHS) Number: 943 476 6214</a:t>
            </a:r>
          </a:p>
        </p:txBody>
      </p:sp>
      <p:sp>
        <p:nvSpPr>
          <p:cNvPr id="9" name="record-person-25-2">
            <a:extLst xmlns:a="http://schemas.openxmlformats.org/drawingml/2006/main">
              <a:ext uri="{FF2B5EF4-FFF2-40B4-BE49-F238E27FC236}">
                <a16:creationId xmlns:a16="http://schemas.microsoft.com/office/drawing/2014/main" id="{7E750EE0-BDC8-454C-A3AE-F5A44EB5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Thomas Green  |  Physical Address: Flat 8, 3702 Kingfisher Close Crescent, Birmingham, B1 1BB, United Kingdom</a:t>
            </a:r>
          </a:p>
        </p:txBody>
      </p:sp>
      <p:sp>
        <p:nvSpPr>
          <p:cNvPr id="10" name="record-evidence-25-2">
            <a:extLst xmlns:a="http://schemas.openxmlformats.org/drawingml/2006/main">
              <a:ext uri="{FF2B5EF4-FFF2-40B4-BE49-F238E27FC236}">
                <a16:creationId xmlns:a16="http://schemas.microsoft.com/office/drawing/2014/main" id="{18F006C8-9A1A-47EA-8148-3AB22402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2002-03-15</a:t>
            </a:r>
          </a:p>
        </p:txBody>
      </p:sp>
      <p:sp>
        <p:nvSpPr>
          <p:cNvPr id="11" name="record-panel-25-3">
            <a:extLst xmlns:a="http://schemas.openxmlformats.org/drawingml/2006/main">
              <a:ext uri="{FF2B5EF4-FFF2-40B4-BE49-F238E27FC236}">
                <a16:creationId xmlns:a16="http://schemas.microsoft.com/office/drawing/2014/main" id="{3F63FB23-53D9-458C-9210-97D1A4DD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5-3">
            <a:extLst xmlns:a="http://schemas.openxmlformats.org/drawingml/2006/main">
              <a:ext uri="{FF2B5EF4-FFF2-40B4-BE49-F238E27FC236}">
                <a16:creationId xmlns:a16="http://schemas.microsoft.com/office/drawing/2014/main" id="{AA63F1EC-AA84-4526-AA3F-83D11873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TEST-123  |  National Health Service (NHS) Number: 943 476 6222</a:t>
            </a:r>
          </a:p>
        </p:txBody>
      </p:sp>
      <p:sp>
        <p:nvSpPr>
          <p:cNvPr id="13" name="record-person-25-3">
            <a:extLst xmlns:a="http://schemas.openxmlformats.org/drawingml/2006/main">
              <a:ext uri="{FF2B5EF4-FFF2-40B4-BE49-F238E27FC236}">
                <a16:creationId xmlns:a16="http://schemas.microsoft.com/office/drawing/2014/main" id="{383FF80C-1B89-49E1-942E-ECA60BAA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Jack Johnson  |  Physical Address: Flat 9, 3739 Mill Close Crescent, Liverpool, L1 8JQ, United Kingdom</a:t>
            </a:r>
          </a:p>
        </p:txBody>
      </p:sp>
      <p:sp>
        <p:nvSpPr>
          <p:cNvPr id="14" name="record-evidence-25-3">
            <a:extLst xmlns:a="http://schemas.openxmlformats.org/drawingml/2006/main">
              <a:ext uri="{FF2B5EF4-FFF2-40B4-BE49-F238E27FC236}">
                <a16:creationId xmlns:a16="http://schemas.microsoft.com/office/drawing/2014/main" id="{160413C2-1AD9-41FC-A685-32329E31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2003-04-16</a:t>
            </a:r>
          </a:p>
        </p:txBody>
      </p:sp>
      <p:sp>
        <p:nvSpPr>
          <p:cNvPr id="15" name="record-panel-25-4">
            <a:extLst xmlns:a="http://schemas.openxmlformats.org/drawingml/2006/main">
              <a:ext uri="{FF2B5EF4-FFF2-40B4-BE49-F238E27FC236}">
                <a16:creationId xmlns:a16="http://schemas.microsoft.com/office/drawing/2014/main" id="{178FE509-6D1D-4368-A8E0-740E5D1E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5-4">
            <a:extLst xmlns:a="http://schemas.openxmlformats.org/drawingml/2006/main">
              <a:ext uri="{FF2B5EF4-FFF2-40B4-BE49-F238E27FC236}">
                <a16:creationId xmlns:a16="http://schemas.microsoft.com/office/drawing/2014/main" id="{CDEB2CF5-2A1E-4839-AD5E-982AA67B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TEST-124  |  National Health Service (NHS) Number: 943 476 6230</a:t>
            </a:r>
          </a:p>
        </p:txBody>
      </p:sp>
      <p:sp>
        <p:nvSpPr>
          <p:cNvPr id="17" name="record-person-25-4">
            <a:extLst xmlns:a="http://schemas.openxmlformats.org/drawingml/2006/main">
              <a:ext uri="{FF2B5EF4-FFF2-40B4-BE49-F238E27FC236}">
                <a16:creationId xmlns:a16="http://schemas.microsoft.com/office/drawing/2014/main" id="{CCFCD633-6F2C-4E90-B221-38569992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Oliver Jackson  |  Physical Address: Flat 10, 3776 Orchard Close Crescent, Aberdeen, AB10 1AN, United Kingdom</a:t>
            </a:r>
          </a:p>
        </p:txBody>
      </p:sp>
      <p:sp>
        <p:nvSpPr>
          <p:cNvPr id="18" name="record-evidence-25-4">
            <a:extLst xmlns:a="http://schemas.openxmlformats.org/drawingml/2006/main">
              <a:ext uri="{FF2B5EF4-FFF2-40B4-BE49-F238E27FC236}">
                <a16:creationId xmlns:a16="http://schemas.microsoft.com/office/drawing/2014/main" id="{6F764151-3471-40A6-8AD8-72C873E4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2004-05-17</a:t>
            </a:r>
          </a:p>
        </p:txBody>
      </p:sp>
      <p:sp>
        <p:nvSpPr>
          <p:cNvPr id="19" name="record-panel-25-5">
            <a:extLst xmlns:a="http://schemas.openxmlformats.org/drawingml/2006/main">
              <a:ext uri="{FF2B5EF4-FFF2-40B4-BE49-F238E27FC236}">
                <a16:creationId xmlns:a16="http://schemas.microsoft.com/office/drawing/2014/main" id="{D6E99A45-6AB5-48E6-B96F-0E839D23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5-5">
            <a:extLst xmlns:a="http://schemas.openxmlformats.org/drawingml/2006/main">
              <a:ext uri="{FF2B5EF4-FFF2-40B4-BE49-F238E27FC236}">
                <a16:creationId xmlns:a16="http://schemas.microsoft.com/office/drawing/2014/main" id="{4C6B1C6E-1506-4E77-9387-DC571B6D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TEST-125  |  National Health Service (NHS) Number: 943 476 6249</a:t>
            </a:r>
          </a:p>
        </p:txBody>
      </p:sp>
      <p:sp>
        <p:nvSpPr>
          <p:cNvPr id="21" name="record-person-25-5">
            <a:extLst xmlns:a="http://schemas.openxmlformats.org/drawingml/2006/main">
              <a:ext uri="{FF2B5EF4-FFF2-40B4-BE49-F238E27FC236}">
                <a16:creationId xmlns:a16="http://schemas.microsoft.com/office/drawing/2014/main" id="{C30B8872-4057-4C79-9672-367848C1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James Robinson  |  Physical Address: Flat 11, 3813 Station Close Crescent, Bristol, BS1 4ST, United Kingdom</a:t>
            </a:r>
          </a:p>
        </p:txBody>
      </p:sp>
      <p:sp>
        <p:nvSpPr>
          <p:cNvPr id="22" name="record-evidence-25-5">
            <a:extLst xmlns:a="http://schemas.openxmlformats.org/drawingml/2006/main">
              <a:ext uri="{FF2B5EF4-FFF2-40B4-BE49-F238E27FC236}">
                <a16:creationId xmlns:a16="http://schemas.microsoft.com/office/drawing/2014/main" id="{CCFC1BD1-F4F3-45EB-AD54-82C14573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1980-06-18</a:t>
            </a:r>
          </a:p>
        </p:txBody>
      </p:sp>
      <p:sp>
        <p:nvSpPr>
          <p:cNvPr id="23" name="footer-25">
            <a:extLst xmlns:a="http://schemas.openxmlformats.org/drawingml/2006/main">
              <a:ext uri="{FF2B5EF4-FFF2-40B4-BE49-F238E27FC236}">
                <a16:creationId xmlns:a16="http://schemas.microsoft.com/office/drawing/2014/main" id="{FD078ECB-6F01-4AB9-919A-518E5922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232097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6">
            <a:extLst xmlns:a="http://schemas.openxmlformats.org/drawingml/2006/main">
              <a:ext uri="{FF2B5EF4-FFF2-40B4-BE49-F238E27FC236}">
                <a16:creationId xmlns:a16="http://schemas.microsoft.com/office/drawing/2014/main" id="{82FAA163-0874-4CA2-BA67-7E61B1BB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6">
            <a:extLst xmlns:a="http://schemas.openxmlformats.org/drawingml/2006/main">
              <a:ext uri="{FF2B5EF4-FFF2-40B4-BE49-F238E27FC236}">
                <a16:creationId xmlns:a16="http://schemas.microsoft.com/office/drawing/2014/main" id="{AEA02A30-5F8C-4A99-80E6-52ECD9D6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126-130 of 150</a:t>
            </a:r>
          </a:p>
        </p:txBody>
      </p:sp>
      <p:sp>
        <p:nvSpPr>
          <p:cNvPr id="3" name="record-panel-26-1">
            <a:extLst xmlns:a="http://schemas.openxmlformats.org/drawingml/2006/main">
              <a:ext uri="{FF2B5EF4-FFF2-40B4-BE49-F238E27FC236}">
                <a16:creationId xmlns:a16="http://schemas.microsoft.com/office/drawing/2014/main" id="{C357E840-6A7B-470E-87A3-109A40ED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6-1">
            <a:extLst xmlns:a="http://schemas.openxmlformats.org/drawingml/2006/main">
              <a:ext uri="{FF2B5EF4-FFF2-40B4-BE49-F238E27FC236}">
                <a16:creationId xmlns:a16="http://schemas.microsoft.com/office/drawing/2014/main" id="{A4B1EB3B-5682-42E3-847F-DB6066A3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TEST-126  |  National Health Service (NHS) Number: 943 476 6257</a:t>
            </a:r>
          </a:p>
        </p:txBody>
      </p:sp>
      <p:sp>
        <p:nvSpPr>
          <p:cNvPr id="5" name="record-person-26-1">
            <a:extLst xmlns:a="http://schemas.openxmlformats.org/drawingml/2006/main">
              <a:ext uri="{FF2B5EF4-FFF2-40B4-BE49-F238E27FC236}">
                <a16:creationId xmlns:a16="http://schemas.microsoft.com/office/drawing/2014/main" id="{10DE92EF-A259-4E57-96A7-30D68FED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Thomas Edwards  |  Physical Address: Flat 12, 3850 Victoria Close Crescent, Oxford, OX1 1AA, United Kingdom</a:t>
            </a:r>
          </a:p>
        </p:txBody>
      </p:sp>
      <p:sp>
        <p:nvSpPr>
          <p:cNvPr id="6" name="record-evidence-26-1">
            <a:extLst xmlns:a="http://schemas.openxmlformats.org/drawingml/2006/main">
              <a:ext uri="{FF2B5EF4-FFF2-40B4-BE49-F238E27FC236}">
                <a16:creationId xmlns:a16="http://schemas.microsoft.com/office/drawing/2014/main" id="{855EBFE8-4732-49D0-86CC-2F3522E6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1981-07-19</a:t>
            </a:r>
          </a:p>
        </p:txBody>
      </p:sp>
      <p:sp>
        <p:nvSpPr>
          <p:cNvPr id="7" name="record-panel-26-2">
            <a:extLst xmlns:a="http://schemas.openxmlformats.org/drawingml/2006/main">
              <a:ext uri="{FF2B5EF4-FFF2-40B4-BE49-F238E27FC236}">
                <a16:creationId xmlns:a16="http://schemas.microsoft.com/office/drawing/2014/main" id="{3CC1D32F-68EF-4E70-AF60-27938963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6-2">
            <a:extLst xmlns:a="http://schemas.openxmlformats.org/drawingml/2006/main">
              <a:ext uri="{FF2B5EF4-FFF2-40B4-BE49-F238E27FC236}">
                <a16:creationId xmlns:a16="http://schemas.microsoft.com/office/drawing/2014/main" id="{59585010-E01D-4C18-BFFB-8420D572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TEST-127  |  National Health Service (NHS) Number: 943 476 6265</a:t>
            </a:r>
          </a:p>
        </p:txBody>
      </p:sp>
      <p:sp>
        <p:nvSpPr>
          <p:cNvPr id="9" name="record-person-26-2">
            <a:extLst xmlns:a="http://schemas.openxmlformats.org/drawingml/2006/main">
              <a:ext uri="{FF2B5EF4-FFF2-40B4-BE49-F238E27FC236}">
                <a16:creationId xmlns:a16="http://schemas.microsoft.com/office/drawing/2014/main" id="{9CCFC8A9-952B-4433-AB03-21D4CE73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Mia Walker  |  Physical Address: Flat 13, 3887 Abbey Grove Crescent, Glasgow, G1 2FF, United Kingdom</a:t>
            </a:r>
          </a:p>
        </p:txBody>
      </p:sp>
      <p:sp>
        <p:nvSpPr>
          <p:cNvPr id="10" name="record-evidence-26-2">
            <a:extLst xmlns:a="http://schemas.openxmlformats.org/drawingml/2006/main">
              <a:ext uri="{FF2B5EF4-FFF2-40B4-BE49-F238E27FC236}">
                <a16:creationId xmlns:a16="http://schemas.microsoft.com/office/drawing/2014/main" id="{195A4177-9805-4FF8-AB88-121C8BB4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1982-08-20</a:t>
            </a:r>
          </a:p>
        </p:txBody>
      </p:sp>
      <p:sp>
        <p:nvSpPr>
          <p:cNvPr id="11" name="record-panel-26-3">
            <a:extLst xmlns:a="http://schemas.openxmlformats.org/drawingml/2006/main">
              <a:ext uri="{FF2B5EF4-FFF2-40B4-BE49-F238E27FC236}">
                <a16:creationId xmlns:a16="http://schemas.microsoft.com/office/drawing/2014/main" id="{B6182E34-8A42-4A6E-A426-D3BCFEDD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6-3">
            <a:extLst xmlns:a="http://schemas.openxmlformats.org/drawingml/2006/main">
              <a:ext uri="{FF2B5EF4-FFF2-40B4-BE49-F238E27FC236}">
                <a16:creationId xmlns:a16="http://schemas.microsoft.com/office/drawing/2014/main" id="{AB37BD20-1530-46AC-8E7C-4EB6CF0C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TEST-128  |  National Health Service (NHS) Number: 943 476 6273</a:t>
            </a:r>
          </a:p>
        </p:txBody>
      </p:sp>
      <p:sp>
        <p:nvSpPr>
          <p:cNvPr id="13" name="record-person-26-3">
            <a:extLst xmlns:a="http://schemas.openxmlformats.org/drawingml/2006/main">
              <a:ext uri="{FF2B5EF4-FFF2-40B4-BE49-F238E27FC236}">
                <a16:creationId xmlns:a16="http://schemas.microsoft.com/office/drawing/2014/main" id="{2D64D779-3712-4602-B93B-D6A56D69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Lucy Amelia Brown  |  Physical Address: Flat 14, 3924 Bramble Grove Crescent, Newcastle, NE1 4LP, United Kingdom</a:t>
            </a:r>
          </a:p>
        </p:txBody>
      </p:sp>
      <p:sp>
        <p:nvSpPr>
          <p:cNvPr id="14" name="record-evidence-26-3">
            <a:extLst xmlns:a="http://schemas.openxmlformats.org/drawingml/2006/main">
              <a:ext uri="{FF2B5EF4-FFF2-40B4-BE49-F238E27FC236}">
                <a16:creationId xmlns:a16="http://schemas.microsoft.com/office/drawing/2014/main" id="{7A9CBC12-E217-425E-9B88-DE71668C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1983-09-21</a:t>
            </a:r>
          </a:p>
        </p:txBody>
      </p:sp>
      <p:sp>
        <p:nvSpPr>
          <p:cNvPr id="15" name="record-panel-26-4">
            <a:extLst xmlns:a="http://schemas.openxmlformats.org/drawingml/2006/main">
              <a:ext uri="{FF2B5EF4-FFF2-40B4-BE49-F238E27FC236}">
                <a16:creationId xmlns:a16="http://schemas.microsoft.com/office/drawing/2014/main" id="{7E7DEB8E-D5A5-401F-B36F-576A35CC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6-4">
            <a:extLst xmlns:a="http://schemas.openxmlformats.org/drawingml/2006/main">
              <a:ext uri="{FF2B5EF4-FFF2-40B4-BE49-F238E27FC236}">
                <a16:creationId xmlns:a16="http://schemas.microsoft.com/office/drawing/2014/main" id="{512DEB71-7DCD-4FC1-9755-F69E7C7F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TEST-129  |  National Health Service (NHS) Number: 943 476 6281</a:t>
            </a:r>
          </a:p>
        </p:txBody>
      </p:sp>
      <p:sp>
        <p:nvSpPr>
          <p:cNvPr id="17" name="record-person-26-4">
            <a:extLst xmlns:a="http://schemas.openxmlformats.org/drawingml/2006/main">
              <a:ext uri="{FF2B5EF4-FFF2-40B4-BE49-F238E27FC236}">
                <a16:creationId xmlns:a16="http://schemas.microsoft.com/office/drawing/2014/main" id="{48509AF6-1F3B-464C-93F1-FC290F6E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Henry Sophie Green  |  Physical Address: Flat 15, 3961 Cedar Grove Crescent, Manchester, M1 2WD, United Kingdom</a:t>
            </a:r>
          </a:p>
        </p:txBody>
      </p:sp>
      <p:sp>
        <p:nvSpPr>
          <p:cNvPr id="18" name="record-evidence-26-4">
            <a:extLst xmlns:a="http://schemas.openxmlformats.org/drawingml/2006/main">
              <a:ext uri="{FF2B5EF4-FFF2-40B4-BE49-F238E27FC236}">
                <a16:creationId xmlns:a16="http://schemas.microsoft.com/office/drawing/2014/main" id="{E571DA4B-EB0C-481D-AAC3-CE177867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1984-10-22</a:t>
            </a:r>
          </a:p>
        </p:txBody>
      </p:sp>
      <p:sp>
        <p:nvSpPr>
          <p:cNvPr id="19" name="record-panel-26-5">
            <a:extLst xmlns:a="http://schemas.openxmlformats.org/drawingml/2006/main">
              <a:ext uri="{FF2B5EF4-FFF2-40B4-BE49-F238E27FC236}">
                <a16:creationId xmlns:a16="http://schemas.microsoft.com/office/drawing/2014/main" id="{71F10DC2-A34C-483F-B535-2134A6A5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6-5">
            <a:extLst xmlns:a="http://schemas.openxmlformats.org/drawingml/2006/main">
              <a:ext uri="{FF2B5EF4-FFF2-40B4-BE49-F238E27FC236}">
                <a16:creationId xmlns:a16="http://schemas.microsoft.com/office/drawing/2014/main" id="{7C607CDE-6C6B-4693-AE3A-6DE84370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TEST-130  |  National Health Service (NHS) Number: 943 476 7792</a:t>
            </a:r>
          </a:p>
        </p:txBody>
      </p:sp>
      <p:sp>
        <p:nvSpPr>
          <p:cNvPr id="21" name="record-person-26-5">
            <a:extLst xmlns:a="http://schemas.openxmlformats.org/drawingml/2006/main">
              <a:ext uri="{FF2B5EF4-FFF2-40B4-BE49-F238E27FC236}">
                <a16:creationId xmlns:a16="http://schemas.microsoft.com/office/drawing/2014/main" id="{03D7812C-88FA-48A8-831C-1C2AC668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Evie Lily Johnson  |  Physical Address: Flat 16, 3998 Church Grove Crescent, Nottingham, NG1 2AS, United Kingdom</a:t>
            </a:r>
          </a:p>
        </p:txBody>
      </p:sp>
      <p:sp>
        <p:nvSpPr>
          <p:cNvPr id="22" name="record-evidence-26-5">
            <a:extLst xmlns:a="http://schemas.openxmlformats.org/drawingml/2006/main">
              <a:ext uri="{FF2B5EF4-FFF2-40B4-BE49-F238E27FC236}">
                <a16:creationId xmlns:a16="http://schemas.microsoft.com/office/drawing/2014/main" id="{C3CBEC93-B572-485D-8D35-06D160FA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1985-11-23</a:t>
            </a:r>
          </a:p>
        </p:txBody>
      </p:sp>
      <p:sp>
        <p:nvSpPr>
          <p:cNvPr id="23" name="footer-26">
            <a:extLst xmlns:a="http://schemas.openxmlformats.org/drawingml/2006/main">
              <a:ext uri="{FF2B5EF4-FFF2-40B4-BE49-F238E27FC236}">
                <a16:creationId xmlns:a16="http://schemas.microsoft.com/office/drawing/2014/main" id="{9605A7FE-EEC1-428D-8F82-41B60828E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15491363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7">
            <a:extLst xmlns:a="http://schemas.openxmlformats.org/drawingml/2006/main">
              <a:ext uri="{FF2B5EF4-FFF2-40B4-BE49-F238E27FC236}">
                <a16:creationId xmlns:a16="http://schemas.microsoft.com/office/drawing/2014/main" id="{7ADC2B0F-863A-4E32-A160-3E2CFAC1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7">
            <a:extLst xmlns:a="http://schemas.openxmlformats.org/drawingml/2006/main">
              <a:ext uri="{FF2B5EF4-FFF2-40B4-BE49-F238E27FC236}">
                <a16:creationId xmlns:a16="http://schemas.microsoft.com/office/drawing/2014/main" id="{3729EA04-E192-4B58-9F7C-A2A839C3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131-135 of 150</a:t>
            </a:r>
          </a:p>
        </p:txBody>
      </p:sp>
      <p:sp>
        <p:nvSpPr>
          <p:cNvPr id="3" name="record-panel-27-1">
            <a:extLst xmlns:a="http://schemas.openxmlformats.org/drawingml/2006/main">
              <a:ext uri="{FF2B5EF4-FFF2-40B4-BE49-F238E27FC236}">
                <a16:creationId xmlns:a16="http://schemas.microsoft.com/office/drawing/2014/main" id="{9A644BA8-83AA-471B-A020-D451677F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7-1">
            <a:extLst xmlns:a="http://schemas.openxmlformats.org/drawingml/2006/main">
              <a:ext uri="{FF2B5EF4-FFF2-40B4-BE49-F238E27FC236}">
                <a16:creationId xmlns:a16="http://schemas.microsoft.com/office/drawing/2014/main" id="{568104BE-4769-4D80-96CB-6BBFF408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TEST-131  |  National Health Service (NHS) Number: 943 476 6303</a:t>
            </a:r>
          </a:p>
        </p:txBody>
      </p:sp>
      <p:sp>
        <p:nvSpPr>
          <p:cNvPr id="5" name="record-person-27-1">
            <a:extLst xmlns:a="http://schemas.openxmlformats.org/drawingml/2006/main">
              <a:ext uri="{FF2B5EF4-FFF2-40B4-BE49-F238E27FC236}">
                <a16:creationId xmlns:a16="http://schemas.microsoft.com/office/drawing/2014/main" id="{DB98038A-C317-440F-A8B1-CF67090F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Sophie Amelia Wright  |  Physical Address: Flat 17, 4035 Crown Grove Crescent, London, SW1A 2AA, United Kingdom</a:t>
            </a:r>
          </a:p>
        </p:txBody>
      </p:sp>
      <p:sp>
        <p:nvSpPr>
          <p:cNvPr id="6" name="record-evidence-27-1">
            <a:extLst xmlns:a="http://schemas.openxmlformats.org/drawingml/2006/main">
              <a:ext uri="{FF2B5EF4-FFF2-40B4-BE49-F238E27FC236}">
                <a16:creationId xmlns:a16="http://schemas.microsoft.com/office/drawing/2014/main" id="{2C4CCE14-4A22-4AA1-9CF8-9316D5C2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1986-12-24</a:t>
            </a:r>
          </a:p>
        </p:txBody>
      </p:sp>
      <p:sp>
        <p:nvSpPr>
          <p:cNvPr id="7" name="record-panel-27-2">
            <a:extLst xmlns:a="http://schemas.openxmlformats.org/drawingml/2006/main">
              <a:ext uri="{FF2B5EF4-FFF2-40B4-BE49-F238E27FC236}">
                <a16:creationId xmlns:a16="http://schemas.microsoft.com/office/drawing/2014/main" id="{4F8FA021-5C1F-46E5-AD03-83EFB424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7-2">
            <a:extLst xmlns:a="http://schemas.openxmlformats.org/drawingml/2006/main">
              <a:ext uri="{FF2B5EF4-FFF2-40B4-BE49-F238E27FC236}">
                <a16:creationId xmlns:a16="http://schemas.microsoft.com/office/drawing/2014/main" id="{C7AC6875-22C8-40FD-B7BB-1564D481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TEST-132  |  National Health Service (NHS) Number: 943 476 6311</a:t>
            </a:r>
          </a:p>
        </p:txBody>
      </p:sp>
      <p:sp>
        <p:nvSpPr>
          <p:cNvPr id="9" name="record-person-27-2">
            <a:extLst xmlns:a="http://schemas.openxmlformats.org/drawingml/2006/main">
              <a:ext uri="{FF2B5EF4-FFF2-40B4-BE49-F238E27FC236}">
                <a16:creationId xmlns:a16="http://schemas.microsoft.com/office/drawing/2014/main" id="{451DEF7B-6641-4534-AEBE-405F55FD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William Sophie Edwards  |  Physical Address: Flat 18, 4072 Elm Grove Crescent, Edinburgh, EH1 1YZ, United Kingdom</a:t>
            </a:r>
          </a:p>
        </p:txBody>
      </p:sp>
      <p:sp>
        <p:nvSpPr>
          <p:cNvPr id="10" name="record-evidence-27-2">
            <a:extLst xmlns:a="http://schemas.openxmlformats.org/drawingml/2006/main">
              <a:ext uri="{FF2B5EF4-FFF2-40B4-BE49-F238E27FC236}">
                <a16:creationId xmlns:a16="http://schemas.microsoft.com/office/drawing/2014/main" id="{1B632CE0-DBBA-4301-A56C-BA75CEC9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1987-01-25</a:t>
            </a:r>
          </a:p>
        </p:txBody>
      </p:sp>
      <p:sp>
        <p:nvSpPr>
          <p:cNvPr id="11" name="record-panel-27-3">
            <a:extLst xmlns:a="http://schemas.openxmlformats.org/drawingml/2006/main">
              <a:ext uri="{FF2B5EF4-FFF2-40B4-BE49-F238E27FC236}">
                <a16:creationId xmlns:a16="http://schemas.microsoft.com/office/drawing/2014/main" id="{8A86AC50-B808-4705-B71A-7760786F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7-3">
            <a:extLst xmlns:a="http://schemas.openxmlformats.org/drawingml/2006/main">
              <a:ext uri="{FF2B5EF4-FFF2-40B4-BE49-F238E27FC236}">
                <a16:creationId xmlns:a16="http://schemas.microsoft.com/office/drawing/2014/main" id="{D9214886-E032-40EA-9C14-BBDD541E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TEST-133  |  National Health Service (NHS) Number: 943 476 7822</a:t>
            </a:r>
          </a:p>
        </p:txBody>
      </p:sp>
      <p:sp>
        <p:nvSpPr>
          <p:cNvPr id="13" name="record-person-27-3">
            <a:extLst xmlns:a="http://schemas.openxmlformats.org/drawingml/2006/main">
              <a:ext uri="{FF2B5EF4-FFF2-40B4-BE49-F238E27FC236}">
                <a16:creationId xmlns:a16="http://schemas.microsoft.com/office/drawing/2014/main" id="{7DB0ECC4-FB0C-4719-A3FE-5B62EB1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Emily Lily Walker  |  Physical Address: Flat 19, 4109 Hawthorn Grove Crescent, Cambridge, CB1 1BH, United Kingdom</a:t>
            </a:r>
          </a:p>
        </p:txBody>
      </p:sp>
      <p:sp>
        <p:nvSpPr>
          <p:cNvPr id="14" name="record-evidence-27-3">
            <a:extLst xmlns:a="http://schemas.openxmlformats.org/drawingml/2006/main">
              <a:ext uri="{FF2B5EF4-FFF2-40B4-BE49-F238E27FC236}">
                <a16:creationId xmlns:a16="http://schemas.microsoft.com/office/drawing/2014/main" id="{4854A857-8680-4B53-92B8-CEEE1D39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1988-02-26</a:t>
            </a:r>
          </a:p>
        </p:txBody>
      </p:sp>
      <p:sp>
        <p:nvSpPr>
          <p:cNvPr id="15" name="record-panel-27-4">
            <a:extLst xmlns:a="http://schemas.openxmlformats.org/drawingml/2006/main">
              <a:ext uri="{FF2B5EF4-FFF2-40B4-BE49-F238E27FC236}">
                <a16:creationId xmlns:a16="http://schemas.microsoft.com/office/drawing/2014/main" id="{9F27C11B-5D83-44FB-A430-990E1322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7-4">
            <a:extLst xmlns:a="http://schemas.openxmlformats.org/drawingml/2006/main">
              <a:ext uri="{FF2B5EF4-FFF2-40B4-BE49-F238E27FC236}">
                <a16:creationId xmlns:a16="http://schemas.microsoft.com/office/drawing/2014/main" id="{9D05AC65-B880-470F-882F-CFC55E46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TEST-134  |  National Health Service (NHS) Number: 943 476 6338</a:t>
            </a:r>
          </a:p>
        </p:txBody>
      </p:sp>
      <p:sp>
        <p:nvSpPr>
          <p:cNvPr id="17" name="record-person-27-4">
            <a:extLst xmlns:a="http://schemas.openxmlformats.org/drawingml/2006/main">
              <a:ext uri="{FF2B5EF4-FFF2-40B4-BE49-F238E27FC236}">
                <a16:creationId xmlns:a16="http://schemas.microsoft.com/office/drawing/2014/main" id="{51EE1149-74FE-41ED-AEFA-EE2C2516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Oscar Mia Brown  |  Physical Address: Flat 20, 4146 Kingfisher Grove Crescent, Cardiff, CF10 2HE, United Kingdom</a:t>
            </a:r>
          </a:p>
        </p:txBody>
      </p:sp>
      <p:sp>
        <p:nvSpPr>
          <p:cNvPr id="18" name="record-evidence-27-4">
            <a:extLst xmlns:a="http://schemas.openxmlformats.org/drawingml/2006/main">
              <a:ext uri="{FF2B5EF4-FFF2-40B4-BE49-F238E27FC236}">
                <a16:creationId xmlns:a16="http://schemas.microsoft.com/office/drawing/2014/main" id="{60402433-A125-4074-9F32-46045FFB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1989-03-27</a:t>
            </a:r>
          </a:p>
        </p:txBody>
      </p:sp>
      <p:sp>
        <p:nvSpPr>
          <p:cNvPr id="19" name="record-panel-27-5">
            <a:extLst xmlns:a="http://schemas.openxmlformats.org/drawingml/2006/main">
              <a:ext uri="{FF2B5EF4-FFF2-40B4-BE49-F238E27FC236}">
                <a16:creationId xmlns:a16="http://schemas.microsoft.com/office/drawing/2014/main" id="{C05B2985-2B37-40A4-9B47-2B3A78F0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7-5">
            <a:extLst xmlns:a="http://schemas.openxmlformats.org/drawingml/2006/main">
              <a:ext uri="{FF2B5EF4-FFF2-40B4-BE49-F238E27FC236}">
                <a16:creationId xmlns:a16="http://schemas.microsoft.com/office/drawing/2014/main" id="{82F31395-8C93-41DB-B36E-7BD0DF2F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TEST-135  |  National Health Service (NHS) Number: 943 476 6346</a:t>
            </a:r>
          </a:p>
        </p:txBody>
      </p:sp>
      <p:sp>
        <p:nvSpPr>
          <p:cNvPr id="21" name="record-person-27-5">
            <a:extLst xmlns:a="http://schemas.openxmlformats.org/drawingml/2006/main">
              <a:ext uri="{FF2B5EF4-FFF2-40B4-BE49-F238E27FC236}">
                <a16:creationId xmlns:a16="http://schemas.microsoft.com/office/drawing/2014/main" id="{43F3CD5E-3A3B-43C0-BC55-50587589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Freya Amelia Hall  |  Physical Address: Flat 21, 4183 Mill Grove Crescent, Sheffield, S1 2BJ, United Kingdom</a:t>
            </a:r>
          </a:p>
        </p:txBody>
      </p:sp>
      <p:sp>
        <p:nvSpPr>
          <p:cNvPr id="22" name="record-evidence-27-5">
            <a:extLst xmlns:a="http://schemas.openxmlformats.org/drawingml/2006/main">
              <a:ext uri="{FF2B5EF4-FFF2-40B4-BE49-F238E27FC236}">
                <a16:creationId xmlns:a16="http://schemas.microsoft.com/office/drawing/2014/main" id="{4E8A35FF-1AD8-4768-8E30-E5B14FCB6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1990-04-01</a:t>
            </a:r>
          </a:p>
        </p:txBody>
      </p:sp>
      <p:sp>
        <p:nvSpPr>
          <p:cNvPr id="23" name="footer-27">
            <a:extLst xmlns:a="http://schemas.openxmlformats.org/drawingml/2006/main">
              <a:ext uri="{FF2B5EF4-FFF2-40B4-BE49-F238E27FC236}">
                <a16:creationId xmlns:a16="http://schemas.microsoft.com/office/drawing/2014/main" id="{2239A1F7-9165-4A5D-BC8B-96DBB06B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20337580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8">
            <a:extLst xmlns:a="http://schemas.openxmlformats.org/drawingml/2006/main">
              <a:ext uri="{FF2B5EF4-FFF2-40B4-BE49-F238E27FC236}">
                <a16:creationId xmlns:a16="http://schemas.microsoft.com/office/drawing/2014/main" id="{D73623FA-E89C-4142-876B-F537535E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8">
            <a:extLst xmlns:a="http://schemas.openxmlformats.org/drawingml/2006/main">
              <a:ext uri="{FF2B5EF4-FFF2-40B4-BE49-F238E27FC236}">
                <a16:creationId xmlns:a16="http://schemas.microsoft.com/office/drawing/2014/main" id="{BED52C21-AFE9-407D-B713-01D32B35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136-140 of 150</a:t>
            </a:r>
          </a:p>
        </p:txBody>
      </p:sp>
      <p:sp>
        <p:nvSpPr>
          <p:cNvPr id="3" name="record-panel-28-1">
            <a:extLst xmlns:a="http://schemas.openxmlformats.org/drawingml/2006/main">
              <a:ext uri="{FF2B5EF4-FFF2-40B4-BE49-F238E27FC236}">
                <a16:creationId xmlns:a16="http://schemas.microsoft.com/office/drawing/2014/main" id="{DE100258-D9BE-401E-8C6C-47FE593F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8-1">
            <a:extLst xmlns:a="http://schemas.openxmlformats.org/drawingml/2006/main">
              <a:ext uri="{FF2B5EF4-FFF2-40B4-BE49-F238E27FC236}">
                <a16:creationId xmlns:a16="http://schemas.microsoft.com/office/drawing/2014/main" id="{4D9EEA82-528C-411E-938D-C6AD46A4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TEST-136  |  National Health Service (NHS) Number: 943 476 6354</a:t>
            </a:r>
          </a:p>
        </p:txBody>
      </p:sp>
      <p:sp>
        <p:nvSpPr>
          <p:cNvPr id="5" name="record-person-28-1">
            <a:extLst xmlns:a="http://schemas.openxmlformats.org/drawingml/2006/main">
              <a:ext uri="{FF2B5EF4-FFF2-40B4-BE49-F238E27FC236}">
                <a16:creationId xmlns:a16="http://schemas.microsoft.com/office/drawing/2014/main" id="{B757555C-EB23-4C18-BFE0-E9DF3696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Thomas Sophie Johnson  |  Physical Address: Flat 22, 4220 Orchard Grove Crescent, Leeds, LS1 4AP, United Kingdom</a:t>
            </a:r>
          </a:p>
        </p:txBody>
      </p:sp>
      <p:sp>
        <p:nvSpPr>
          <p:cNvPr id="6" name="record-evidence-28-1">
            <a:extLst xmlns:a="http://schemas.openxmlformats.org/drawingml/2006/main">
              <a:ext uri="{FF2B5EF4-FFF2-40B4-BE49-F238E27FC236}">
                <a16:creationId xmlns:a16="http://schemas.microsoft.com/office/drawing/2014/main" id="{868320FC-A349-4E4B-A78D-FF153273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1991-05-02</a:t>
            </a:r>
          </a:p>
        </p:txBody>
      </p:sp>
      <p:sp>
        <p:nvSpPr>
          <p:cNvPr id="7" name="record-panel-28-2">
            <a:extLst xmlns:a="http://schemas.openxmlformats.org/drawingml/2006/main">
              <a:ext uri="{FF2B5EF4-FFF2-40B4-BE49-F238E27FC236}">
                <a16:creationId xmlns:a16="http://schemas.microsoft.com/office/drawing/2014/main" id="{7E520671-1440-431B-9D3A-D7B7BB2D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8-2">
            <a:extLst xmlns:a="http://schemas.openxmlformats.org/drawingml/2006/main">
              <a:ext uri="{FF2B5EF4-FFF2-40B4-BE49-F238E27FC236}">
                <a16:creationId xmlns:a16="http://schemas.microsoft.com/office/drawing/2014/main" id="{90860E31-ADED-491F-8CCB-8FAA235F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TEST-137  |  National Health Service (NHS) Number: 943 476 6362</a:t>
            </a:r>
          </a:p>
        </p:txBody>
      </p:sp>
      <p:sp>
        <p:nvSpPr>
          <p:cNvPr id="9" name="record-person-28-2">
            <a:extLst xmlns:a="http://schemas.openxmlformats.org/drawingml/2006/main">
              <a:ext uri="{FF2B5EF4-FFF2-40B4-BE49-F238E27FC236}">
                <a16:creationId xmlns:a16="http://schemas.microsoft.com/office/drawing/2014/main" id="{347C1DB2-80F7-4E9A-B4D0-77785590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Lily James Jackson  |  Physical Address: Flat 23, 4257 Station Grove Crescent, Leicester, LE1 5YP, United Kingdom</a:t>
            </a:r>
          </a:p>
        </p:txBody>
      </p:sp>
      <p:sp>
        <p:nvSpPr>
          <p:cNvPr id="10" name="record-evidence-28-2">
            <a:extLst xmlns:a="http://schemas.openxmlformats.org/drawingml/2006/main">
              <a:ext uri="{FF2B5EF4-FFF2-40B4-BE49-F238E27FC236}">
                <a16:creationId xmlns:a16="http://schemas.microsoft.com/office/drawing/2014/main" id="{11B21C3E-C774-49E1-B1A8-3854396D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1992-06-03</a:t>
            </a:r>
          </a:p>
        </p:txBody>
      </p:sp>
      <p:sp>
        <p:nvSpPr>
          <p:cNvPr id="11" name="record-panel-28-3">
            <a:extLst xmlns:a="http://schemas.openxmlformats.org/drawingml/2006/main">
              <a:ext uri="{FF2B5EF4-FFF2-40B4-BE49-F238E27FC236}">
                <a16:creationId xmlns:a16="http://schemas.microsoft.com/office/drawing/2014/main" id="{E30E7324-3AC3-4F31-BB23-E2799A55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8-3">
            <a:extLst xmlns:a="http://schemas.openxmlformats.org/drawingml/2006/main">
              <a:ext uri="{FF2B5EF4-FFF2-40B4-BE49-F238E27FC236}">
                <a16:creationId xmlns:a16="http://schemas.microsoft.com/office/drawing/2014/main" id="{42FE2826-B011-4CC7-8A31-0DDF6D37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TEST-138  |  National Health Service (NHS) Number: 943 476 6370</a:t>
            </a:r>
          </a:p>
        </p:txBody>
      </p:sp>
      <p:sp>
        <p:nvSpPr>
          <p:cNvPr id="13" name="record-person-28-3">
            <a:extLst xmlns:a="http://schemas.openxmlformats.org/drawingml/2006/main">
              <a:ext uri="{FF2B5EF4-FFF2-40B4-BE49-F238E27FC236}">
                <a16:creationId xmlns:a16="http://schemas.microsoft.com/office/drawing/2014/main" id="{11352ED8-B22A-4133-A969-0E96906B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Charlie Mia Wright  |  Physical Address: Flat 24, 4294 Victoria Grove Crescent, Birmingham, B1 1BB, United Kingdom</a:t>
            </a:r>
          </a:p>
        </p:txBody>
      </p:sp>
      <p:sp>
        <p:nvSpPr>
          <p:cNvPr id="14" name="record-evidence-28-3">
            <a:extLst xmlns:a="http://schemas.openxmlformats.org/drawingml/2006/main">
              <a:ext uri="{FF2B5EF4-FFF2-40B4-BE49-F238E27FC236}">
                <a16:creationId xmlns:a16="http://schemas.microsoft.com/office/drawing/2014/main" id="{EA0A4BDF-7418-4356-9223-85897861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1993-07-04</a:t>
            </a:r>
          </a:p>
        </p:txBody>
      </p:sp>
      <p:sp>
        <p:nvSpPr>
          <p:cNvPr id="15" name="record-panel-28-4">
            <a:extLst xmlns:a="http://schemas.openxmlformats.org/drawingml/2006/main">
              <a:ext uri="{FF2B5EF4-FFF2-40B4-BE49-F238E27FC236}">
                <a16:creationId xmlns:a16="http://schemas.microsoft.com/office/drawing/2014/main" id="{2C884F27-A80F-4EA9-8651-573DE0B8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8-4">
            <a:extLst xmlns:a="http://schemas.openxmlformats.org/drawingml/2006/main">
              <a:ext uri="{FF2B5EF4-FFF2-40B4-BE49-F238E27FC236}">
                <a16:creationId xmlns:a16="http://schemas.microsoft.com/office/drawing/2014/main" id="{2518BACC-CE21-4FBD-9500-EBCC6C07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TEST-139  |  National Health Service (NHS) Number: 943 476 6389</a:t>
            </a:r>
          </a:p>
        </p:txBody>
      </p:sp>
      <p:sp>
        <p:nvSpPr>
          <p:cNvPr id="17" name="record-person-28-4">
            <a:extLst xmlns:a="http://schemas.openxmlformats.org/drawingml/2006/main">
              <a:ext uri="{FF2B5EF4-FFF2-40B4-BE49-F238E27FC236}">
                <a16:creationId xmlns:a16="http://schemas.microsoft.com/office/drawing/2014/main" id="{4FEBF97B-075B-4ADC-A9A5-14FF9BB50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Grace Amelia Smith  |  Physical Address: Flat 25, 4331 Abbey Mead Crescent, Liverpool, L1 8JQ, United Kingdom</a:t>
            </a:r>
          </a:p>
        </p:txBody>
      </p:sp>
      <p:sp>
        <p:nvSpPr>
          <p:cNvPr id="18" name="record-evidence-28-4">
            <a:extLst xmlns:a="http://schemas.openxmlformats.org/drawingml/2006/main">
              <a:ext uri="{FF2B5EF4-FFF2-40B4-BE49-F238E27FC236}">
                <a16:creationId xmlns:a16="http://schemas.microsoft.com/office/drawing/2014/main" id="{C912A4BA-4308-48E4-8CB7-B728F35F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1994-08-05</a:t>
            </a:r>
          </a:p>
        </p:txBody>
      </p:sp>
      <p:sp>
        <p:nvSpPr>
          <p:cNvPr id="19" name="record-panel-28-5">
            <a:extLst xmlns:a="http://schemas.openxmlformats.org/drawingml/2006/main">
              <a:ext uri="{FF2B5EF4-FFF2-40B4-BE49-F238E27FC236}">
                <a16:creationId xmlns:a16="http://schemas.microsoft.com/office/drawing/2014/main" id="{F03CECD6-D38F-47F6-A891-88FC555D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8-5">
            <a:extLst xmlns:a="http://schemas.openxmlformats.org/drawingml/2006/main">
              <a:ext uri="{FF2B5EF4-FFF2-40B4-BE49-F238E27FC236}">
                <a16:creationId xmlns:a16="http://schemas.microsoft.com/office/drawing/2014/main" id="{9EE903FB-035E-45AE-A9AF-28CE704D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TEST-140  |  National Health Service (NHS) Number: 943 476 6397</a:t>
            </a:r>
          </a:p>
        </p:txBody>
      </p:sp>
      <p:sp>
        <p:nvSpPr>
          <p:cNvPr id="21" name="record-person-28-5">
            <a:extLst xmlns:a="http://schemas.openxmlformats.org/drawingml/2006/main">
              <a:ext uri="{FF2B5EF4-FFF2-40B4-BE49-F238E27FC236}">
                <a16:creationId xmlns:a16="http://schemas.microsoft.com/office/drawing/2014/main" id="{8819D7B6-F24A-48E2-961E-249DC391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Harry Sophie Walker  |  Physical Address: Flat 26, 4368 Bramble Mead Crescent, Aberdeen, AB10 1AN, United Kingdom</a:t>
            </a:r>
          </a:p>
        </p:txBody>
      </p:sp>
      <p:sp>
        <p:nvSpPr>
          <p:cNvPr id="22" name="record-evidence-28-5">
            <a:extLst xmlns:a="http://schemas.openxmlformats.org/drawingml/2006/main">
              <a:ext uri="{FF2B5EF4-FFF2-40B4-BE49-F238E27FC236}">
                <a16:creationId xmlns:a16="http://schemas.microsoft.com/office/drawing/2014/main" id="{1FA46226-20D3-4863-AB9D-12CCAE97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1995-09-06</a:t>
            </a:r>
          </a:p>
        </p:txBody>
      </p:sp>
      <p:sp>
        <p:nvSpPr>
          <p:cNvPr id="23" name="footer-28">
            <a:extLst xmlns:a="http://schemas.openxmlformats.org/drawingml/2006/main">
              <a:ext uri="{FF2B5EF4-FFF2-40B4-BE49-F238E27FC236}">
                <a16:creationId xmlns:a16="http://schemas.microsoft.com/office/drawing/2014/main" id="{A52D2005-BCEF-4473-92C1-AE74900D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5538345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9">
            <a:extLst xmlns:a="http://schemas.openxmlformats.org/drawingml/2006/main">
              <a:ext uri="{FF2B5EF4-FFF2-40B4-BE49-F238E27FC236}">
                <a16:creationId xmlns:a16="http://schemas.microsoft.com/office/drawing/2014/main" id="{87022A51-1B35-49E5-958E-205EC911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29">
            <a:extLst xmlns:a="http://schemas.openxmlformats.org/drawingml/2006/main">
              <a:ext uri="{FF2B5EF4-FFF2-40B4-BE49-F238E27FC236}">
                <a16:creationId xmlns:a16="http://schemas.microsoft.com/office/drawing/2014/main" id="{6C67504B-AC6B-4315-9D4B-532AF58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141-145 of 150</a:t>
            </a:r>
          </a:p>
        </p:txBody>
      </p:sp>
      <p:sp>
        <p:nvSpPr>
          <p:cNvPr id="3" name="record-panel-29-1">
            <a:extLst xmlns:a="http://schemas.openxmlformats.org/drawingml/2006/main">
              <a:ext uri="{FF2B5EF4-FFF2-40B4-BE49-F238E27FC236}">
                <a16:creationId xmlns:a16="http://schemas.microsoft.com/office/drawing/2014/main" id="{248757E3-417A-4AEE-86DF-7D1CDEE20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29-1">
            <a:extLst xmlns:a="http://schemas.openxmlformats.org/drawingml/2006/main">
              <a:ext uri="{FF2B5EF4-FFF2-40B4-BE49-F238E27FC236}">
                <a16:creationId xmlns:a16="http://schemas.microsoft.com/office/drawing/2014/main" id="{6D031546-2916-4DAC-B18D-AB1A9A08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TEST-141  |  National Health Service (NHS) Number: 943 476 6400</a:t>
            </a:r>
          </a:p>
        </p:txBody>
      </p:sp>
      <p:sp>
        <p:nvSpPr>
          <p:cNvPr id="5" name="record-person-29-1">
            <a:extLst xmlns:a="http://schemas.openxmlformats.org/drawingml/2006/main">
              <a:ext uri="{FF2B5EF4-FFF2-40B4-BE49-F238E27FC236}">
                <a16:creationId xmlns:a16="http://schemas.microsoft.com/office/drawing/2014/main" id="{FAED7DF3-1A0A-4ECE-B952-FB748DFA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Sophia Lily Brown  |  Physical Address: Flat 27, 4405 Cedar Mead Crescent, Bristol, BS1 4ST, United Kingdom</a:t>
            </a:r>
          </a:p>
        </p:txBody>
      </p:sp>
      <p:sp>
        <p:nvSpPr>
          <p:cNvPr id="6" name="record-evidence-29-1">
            <a:extLst xmlns:a="http://schemas.openxmlformats.org/drawingml/2006/main">
              <a:ext uri="{FF2B5EF4-FFF2-40B4-BE49-F238E27FC236}">
                <a16:creationId xmlns:a16="http://schemas.microsoft.com/office/drawing/2014/main" id="{02F00EFD-AEC1-405D-8CDD-F20B6B8B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1996-10-07</a:t>
            </a:r>
          </a:p>
        </p:txBody>
      </p:sp>
      <p:sp>
        <p:nvSpPr>
          <p:cNvPr id="7" name="record-panel-29-2">
            <a:extLst xmlns:a="http://schemas.openxmlformats.org/drawingml/2006/main">
              <a:ext uri="{FF2B5EF4-FFF2-40B4-BE49-F238E27FC236}">
                <a16:creationId xmlns:a16="http://schemas.microsoft.com/office/drawing/2014/main" id="{2C78801A-FE2A-452D-8BA9-A40C7B811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29-2">
            <a:extLst xmlns:a="http://schemas.openxmlformats.org/drawingml/2006/main">
              <a:ext uri="{FF2B5EF4-FFF2-40B4-BE49-F238E27FC236}">
                <a16:creationId xmlns:a16="http://schemas.microsoft.com/office/drawing/2014/main" id="{BA46478A-FC49-43D7-B3BF-7A153694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TEST-142  |  National Health Service (NHS) Number: 943 476 6419</a:t>
            </a:r>
          </a:p>
        </p:txBody>
      </p:sp>
      <p:sp>
        <p:nvSpPr>
          <p:cNvPr id="9" name="record-person-29-2">
            <a:extLst xmlns:a="http://schemas.openxmlformats.org/drawingml/2006/main">
              <a:ext uri="{FF2B5EF4-FFF2-40B4-BE49-F238E27FC236}">
                <a16:creationId xmlns:a16="http://schemas.microsoft.com/office/drawing/2014/main" id="{D72BEE7C-7D93-47D1-84FD-CFC9555F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Jack Mia Hall  |  Physical Address: Flat 28, 4442 Church Mead Crescent, Oxford, OX1 1AA, United Kingdom</a:t>
            </a:r>
          </a:p>
        </p:txBody>
      </p:sp>
      <p:sp>
        <p:nvSpPr>
          <p:cNvPr id="10" name="record-evidence-29-2">
            <a:extLst xmlns:a="http://schemas.openxmlformats.org/drawingml/2006/main">
              <a:ext uri="{FF2B5EF4-FFF2-40B4-BE49-F238E27FC236}">
                <a16:creationId xmlns:a16="http://schemas.microsoft.com/office/drawing/2014/main" id="{B43FE3E3-3D5B-432E-9AA5-05C4726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1997-11-08</a:t>
            </a:r>
          </a:p>
        </p:txBody>
      </p:sp>
      <p:sp>
        <p:nvSpPr>
          <p:cNvPr id="11" name="record-panel-29-3">
            <a:extLst xmlns:a="http://schemas.openxmlformats.org/drawingml/2006/main">
              <a:ext uri="{FF2B5EF4-FFF2-40B4-BE49-F238E27FC236}">
                <a16:creationId xmlns:a16="http://schemas.microsoft.com/office/drawing/2014/main" id="{8452EC91-BB42-436A-89E1-7C44D311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29-3">
            <a:extLst xmlns:a="http://schemas.openxmlformats.org/drawingml/2006/main">
              <a:ext uri="{FF2B5EF4-FFF2-40B4-BE49-F238E27FC236}">
                <a16:creationId xmlns:a16="http://schemas.microsoft.com/office/drawing/2014/main" id="{DB65050D-9F35-4E51-9144-642953DF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TEST-143  |  National Health Service (NHS) Number: 943 476 6427</a:t>
            </a:r>
          </a:p>
        </p:txBody>
      </p:sp>
      <p:sp>
        <p:nvSpPr>
          <p:cNvPr id="13" name="record-person-29-3">
            <a:extLst xmlns:a="http://schemas.openxmlformats.org/drawingml/2006/main">
              <a:ext uri="{FF2B5EF4-FFF2-40B4-BE49-F238E27FC236}">
                <a16:creationId xmlns:a16="http://schemas.microsoft.com/office/drawing/2014/main" id="{017F9DEC-1981-4724-90BD-1ADE3A57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Mia Amelia Davies  |  Physical Address: Flat 29, 4479 Crown Mead Crescent, Glasgow, G1 2FF, United Kingdom</a:t>
            </a:r>
          </a:p>
        </p:txBody>
      </p:sp>
      <p:sp>
        <p:nvSpPr>
          <p:cNvPr id="14" name="record-evidence-29-3">
            <a:extLst xmlns:a="http://schemas.openxmlformats.org/drawingml/2006/main">
              <a:ext uri="{FF2B5EF4-FFF2-40B4-BE49-F238E27FC236}">
                <a16:creationId xmlns:a16="http://schemas.microsoft.com/office/drawing/2014/main" id="{13DB5118-E6F3-49D1-A9CB-B0016612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1998-12-09</a:t>
            </a:r>
          </a:p>
        </p:txBody>
      </p:sp>
      <p:sp>
        <p:nvSpPr>
          <p:cNvPr id="15" name="record-panel-29-4">
            <a:extLst xmlns:a="http://schemas.openxmlformats.org/drawingml/2006/main">
              <a:ext uri="{FF2B5EF4-FFF2-40B4-BE49-F238E27FC236}">
                <a16:creationId xmlns:a16="http://schemas.microsoft.com/office/drawing/2014/main" id="{EEF0C940-B1A0-4A96-BF4D-5BD9645F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29-4">
            <a:extLst xmlns:a="http://schemas.openxmlformats.org/drawingml/2006/main">
              <a:ext uri="{FF2B5EF4-FFF2-40B4-BE49-F238E27FC236}">
                <a16:creationId xmlns:a16="http://schemas.microsoft.com/office/drawing/2014/main" id="{4B3EDD2A-5B2D-4398-813A-63BB4FF6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TEST-144  |  National Health Service (NHS) Number: 943 476 6435</a:t>
            </a:r>
          </a:p>
        </p:txBody>
      </p:sp>
      <p:sp>
        <p:nvSpPr>
          <p:cNvPr id="17" name="record-person-29-4">
            <a:extLst xmlns:a="http://schemas.openxmlformats.org/drawingml/2006/main">
              <a:ext uri="{FF2B5EF4-FFF2-40B4-BE49-F238E27FC236}">
                <a16:creationId xmlns:a16="http://schemas.microsoft.com/office/drawing/2014/main" id="{BCFA1A5B-527C-4C50-BFA1-9CC409B9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Arthur Sophie Jackson  |  Physical Address: Flat 30, 4516 Elm Mead Crescent, Newcastle, NE1 4LP, United Kingdom</a:t>
            </a:r>
          </a:p>
        </p:txBody>
      </p:sp>
      <p:sp>
        <p:nvSpPr>
          <p:cNvPr id="18" name="record-evidence-29-4">
            <a:extLst xmlns:a="http://schemas.openxmlformats.org/drawingml/2006/main">
              <a:ext uri="{FF2B5EF4-FFF2-40B4-BE49-F238E27FC236}">
                <a16:creationId xmlns:a16="http://schemas.microsoft.com/office/drawing/2014/main" id="{AEC85761-3114-4D9B-9CAE-6CD58844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1999-01-10</a:t>
            </a:r>
          </a:p>
        </p:txBody>
      </p:sp>
      <p:sp>
        <p:nvSpPr>
          <p:cNvPr id="19" name="record-panel-29-5">
            <a:extLst xmlns:a="http://schemas.openxmlformats.org/drawingml/2006/main">
              <a:ext uri="{FF2B5EF4-FFF2-40B4-BE49-F238E27FC236}">
                <a16:creationId xmlns:a16="http://schemas.microsoft.com/office/drawing/2014/main" id="{4884D1FD-67E9-4E6A-9A24-CB81384E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29-5">
            <a:extLst xmlns:a="http://schemas.openxmlformats.org/drawingml/2006/main">
              <a:ext uri="{FF2B5EF4-FFF2-40B4-BE49-F238E27FC236}">
                <a16:creationId xmlns:a16="http://schemas.microsoft.com/office/drawing/2014/main" id="{8883E3B7-43B9-43A1-A706-24E6EC2A0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TEST-145  |  National Health Service (NHS) Number: 943 476 6443</a:t>
            </a:r>
          </a:p>
        </p:txBody>
      </p:sp>
      <p:sp>
        <p:nvSpPr>
          <p:cNvPr id="21" name="record-person-29-5">
            <a:extLst xmlns:a="http://schemas.openxmlformats.org/drawingml/2006/main">
              <a:ext uri="{FF2B5EF4-FFF2-40B4-BE49-F238E27FC236}">
                <a16:creationId xmlns:a16="http://schemas.microsoft.com/office/drawing/2014/main" id="{97A9A0A6-F881-4474-B7BC-91D5AAB2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Ava Lily Wright  |  Physical Address: Flat 31, 4553 Hawthorn Mead Crescent, Manchester, M1 2WD, United Kingdom</a:t>
            </a:r>
          </a:p>
        </p:txBody>
      </p:sp>
      <p:sp>
        <p:nvSpPr>
          <p:cNvPr id="22" name="record-evidence-29-5">
            <a:extLst xmlns:a="http://schemas.openxmlformats.org/drawingml/2006/main">
              <a:ext uri="{FF2B5EF4-FFF2-40B4-BE49-F238E27FC236}">
                <a16:creationId xmlns:a16="http://schemas.microsoft.com/office/drawing/2014/main" id="{F73E3E07-0B7D-4DD5-9313-5AAA596D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2000-02-11</a:t>
            </a:r>
          </a:p>
        </p:txBody>
      </p:sp>
      <p:sp>
        <p:nvSpPr>
          <p:cNvPr id="23" name="footer-29">
            <a:extLst xmlns:a="http://schemas.openxmlformats.org/drawingml/2006/main">
              <a:ext uri="{FF2B5EF4-FFF2-40B4-BE49-F238E27FC236}">
                <a16:creationId xmlns:a16="http://schemas.microsoft.com/office/drawing/2014/main" id="{2E0F0747-30CF-49AC-BBA5-E038936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9294711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E6B4597C-8294-4808-AA9A-BABCE066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UK NHS Numbers</a:t>
            </a:r>
          </a:p>
        </p:txBody>
      </p:sp>
      <p:sp>
        <p:nvSpPr>
          <p:cNvPr id="2" name="counter-30">
            <a:extLst xmlns:a="http://schemas.openxmlformats.org/drawingml/2006/main">
              <a:ext uri="{FF2B5EF4-FFF2-40B4-BE49-F238E27FC236}">
                <a16:creationId xmlns:a16="http://schemas.microsoft.com/office/drawing/2014/main" id="{C38A3111-7979-4F3D-96C5-204BB02E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116"/>
          </a:bodyPr>
          <a:lstStyle xmlns:a="http://schemas.openxmlformats.org/drawingml/2006/main"/>
          <a:p xmlns:a="http://schemas.openxmlformats.org/drawingml/2006/main">
            <a:pPr algn="r"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64748B"/>
                </a:solidFill>
                <a:latin typeface="Arial"/>
                <a:ea typeface="Arial"/>
                <a:cs typeface="Arial"/>
              </a:rPr>
              <a:t>Records 146-150 of 150</a:t>
            </a:r>
          </a:p>
        </p:txBody>
      </p:sp>
      <p:sp>
        <p:nvSpPr>
          <p:cNvPr id="3" name="record-panel-30-1">
            <a:extLst xmlns:a="http://schemas.openxmlformats.org/drawingml/2006/main">
              <a:ext uri="{FF2B5EF4-FFF2-40B4-BE49-F238E27FC236}">
                <a16:creationId xmlns:a16="http://schemas.microsoft.com/office/drawing/2014/main" id="{A4954203-3D42-4318-A90A-2E6533F8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record-main-30-1">
            <a:extLst xmlns:a="http://schemas.openxmlformats.org/drawingml/2006/main">
              <a:ext uri="{FF2B5EF4-FFF2-40B4-BE49-F238E27FC236}">
                <a16:creationId xmlns:a16="http://schemas.microsoft.com/office/drawing/2014/main" id="{8A4E0D6B-72FA-41F6-B953-72815ADA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TEST-146  |  National Health Service (NHS) Number: 943 476 6451</a:t>
            </a:r>
          </a:p>
        </p:txBody>
      </p:sp>
      <p:sp>
        <p:nvSpPr>
          <p:cNvPr id="5" name="record-person-30-1">
            <a:extLst xmlns:a="http://schemas.openxmlformats.org/drawingml/2006/main">
              <a:ext uri="{FF2B5EF4-FFF2-40B4-BE49-F238E27FC236}">
                <a16:creationId xmlns:a16="http://schemas.microsoft.com/office/drawing/2014/main" id="{86A248DD-63F5-41AB-B00D-95ECD1E9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George Mia Smith  |  Physical Address: Flat 32, 4590 Kingfisher Mead Crescent, Nottingham, NG1 2AS, United Kingdom</a:t>
            </a:r>
          </a:p>
        </p:txBody>
      </p:sp>
      <p:sp>
        <p:nvSpPr>
          <p:cNvPr id="6" name="record-evidence-30-1">
            <a:extLst xmlns:a="http://schemas.openxmlformats.org/drawingml/2006/main">
              <a:ext uri="{FF2B5EF4-FFF2-40B4-BE49-F238E27FC236}">
                <a16:creationId xmlns:a16="http://schemas.microsoft.com/office/drawing/2014/main" id="{D8DA06F6-CF76-40F0-B9FE-D1A0B804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2001-03-12</a:t>
            </a:r>
          </a:p>
        </p:txBody>
      </p:sp>
      <p:sp>
        <p:nvSpPr>
          <p:cNvPr id="7" name="record-panel-30-2">
            <a:extLst xmlns:a="http://schemas.openxmlformats.org/drawingml/2006/main">
              <a:ext uri="{FF2B5EF4-FFF2-40B4-BE49-F238E27FC236}">
                <a16:creationId xmlns:a16="http://schemas.microsoft.com/office/drawing/2014/main" id="{A338346C-B0A6-4189-B812-D192D72A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8" name="record-main-30-2">
            <a:extLst xmlns:a="http://schemas.openxmlformats.org/drawingml/2006/main">
              <a:ext uri="{FF2B5EF4-FFF2-40B4-BE49-F238E27FC236}">
                <a16:creationId xmlns:a16="http://schemas.microsoft.com/office/drawing/2014/main" id="{15F4B592-A5E9-49CA-88C9-E7B10990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TEST-147  |  National Health Service (NHS) Number: 943 476 7962</a:t>
            </a:r>
          </a:p>
        </p:txBody>
      </p:sp>
      <p:sp>
        <p:nvSpPr>
          <p:cNvPr id="9" name="record-person-30-2">
            <a:extLst xmlns:a="http://schemas.openxmlformats.org/drawingml/2006/main">
              <a:ext uri="{FF2B5EF4-FFF2-40B4-BE49-F238E27FC236}">
                <a16:creationId xmlns:a16="http://schemas.microsoft.com/office/drawing/2014/main" id="{D7667026-7BC1-4206-8D21-64194608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Isla Amelia White  |  Physical Address: Flat 33, 4627 Mill Mead Crescent, London, SW1A 2AA, United Kingdom</a:t>
            </a:r>
          </a:p>
        </p:txBody>
      </p:sp>
      <p:sp>
        <p:nvSpPr>
          <p:cNvPr id="10" name="record-evidence-30-2">
            <a:extLst xmlns:a="http://schemas.openxmlformats.org/drawingml/2006/main">
              <a:ext uri="{FF2B5EF4-FFF2-40B4-BE49-F238E27FC236}">
                <a16:creationId xmlns:a16="http://schemas.microsoft.com/office/drawing/2014/main" id="{855F5465-C0D4-4387-A289-3D78009D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2002-04-13</a:t>
            </a:r>
          </a:p>
        </p:txBody>
      </p:sp>
      <p:sp>
        <p:nvSpPr>
          <p:cNvPr id="11" name="record-panel-30-3">
            <a:extLst xmlns:a="http://schemas.openxmlformats.org/drawingml/2006/main">
              <a:ext uri="{FF2B5EF4-FFF2-40B4-BE49-F238E27FC236}">
                <a16:creationId xmlns:a16="http://schemas.microsoft.com/office/drawing/2014/main" id="{DA192969-5F5D-489F-AB31-D00E1B39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record-main-30-3">
            <a:extLst xmlns:a="http://schemas.openxmlformats.org/drawingml/2006/main">
              <a:ext uri="{FF2B5EF4-FFF2-40B4-BE49-F238E27FC236}">
                <a16:creationId xmlns:a16="http://schemas.microsoft.com/office/drawing/2014/main" id="{6ABCF914-0027-4339-B395-41334B3C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TEST-148  |  National Health Service (NHS) Number: 943 476 6478</a:t>
            </a:r>
          </a:p>
        </p:txBody>
      </p:sp>
      <p:sp>
        <p:nvSpPr>
          <p:cNvPr id="13" name="record-person-30-3">
            <a:extLst xmlns:a="http://schemas.openxmlformats.org/drawingml/2006/main">
              <a:ext uri="{FF2B5EF4-FFF2-40B4-BE49-F238E27FC236}">
                <a16:creationId xmlns:a16="http://schemas.microsoft.com/office/drawing/2014/main" id="{62C055D4-B7A9-4570-8819-457FE6A1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Oliver Sophie Brown  |  Physical Address: Flat 34, 4664 Orchard Mead Crescent, Edinburgh, EH1 1YZ, United Kingdom</a:t>
            </a:r>
          </a:p>
        </p:txBody>
      </p:sp>
      <p:sp>
        <p:nvSpPr>
          <p:cNvPr id="14" name="record-evidence-30-3">
            <a:extLst xmlns:a="http://schemas.openxmlformats.org/drawingml/2006/main">
              <a:ext uri="{FF2B5EF4-FFF2-40B4-BE49-F238E27FC236}">
                <a16:creationId xmlns:a16="http://schemas.microsoft.com/office/drawing/2014/main" id="{F6ECA213-9A23-4A28-82EE-F3C55BCF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2003-05-14</a:t>
            </a:r>
          </a:p>
        </p:txBody>
      </p:sp>
      <p:sp>
        <p:nvSpPr>
          <p:cNvPr id="15" name="record-panel-30-4">
            <a:extLst xmlns:a="http://schemas.openxmlformats.org/drawingml/2006/main">
              <a:ext uri="{FF2B5EF4-FFF2-40B4-BE49-F238E27FC236}">
                <a16:creationId xmlns:a16="http://schemas.microsoft.com/office/drawing/2014/main" id="{C3905C09-0F44-4D05-9335-43A9043C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record-main-30-4">
            <a:extLst xmlns:a="http://schemas.openxmlformats.org/drawingml/2006/main">
              <a:ext uri="{FF2B5EF4-FFF2-40B4-BE49-F238E27FC236}">
                <a16:creationId xmlns:a16="http://schemas.microsoft.com/office/drawing/2014/main" id="{E57C848A-9A9E-456A-962A-30D7BDF5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TEST-149  |  National Health Service (NHS) Number: 943 476 6486</a:t>
            </a:r>
          </a:p>
        </p:txBody>
      </p:sp>
      <p:sp>
        <p:nvSpPr>
          <p:cNvPr id="17" name="record-person-30-4">
            <a:extLst xmlns:a="http://schemas.openxmlformats.org/drawingml/2006/main">
              <a:ext uri="{FF2B5EF4-FFF2-40B4-BE49-F238E27FC236}">
                <a16:creationId xmlns:a16="http://schemas.microsoft.com/office/drawing/2014/main" id="{2BDE6AD0-DCB5-44DA-9C98-A56B81FB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Amelia Lily Hall  |  Physical Address: Flat 35, 4701 Station Mead Crescent, Cambridge, CB1 1BH, United Kingdom</a:t>
            </a:r>
          </a:p>
        </p:txBody>
      </p:sp>
      <p:sp>
        <p:nvSpPr>
          <p:cNvPr id="18" name="record-evidence-30-4">
            <a:extLst xmlns:a="http://schemas.openxmlformats.org/drawingml/2006/main">
              <a:ext uri="{FF2B5EF4-FFF2-40B4-BE49-F238E27FC236}">
                <a16:creationId xmlns:a16="http://schemas.microsoft.com/office/drawing/2014/main" id="{EF6DD336-1649-4995-A69E-F2C9C018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2004-06-15</a:t>
            </a:r>
          </a:p>
        </p:txBody>
      </p:sp>
      <p:sp>
        <p:nvSpPr>
          <p:cNvPr id="19" name="record-panel-30-5">
            <a:extLst xmlns:a="http://schemas.openxmlformats.org/drawingml/2006/main">
              <a:ext uri="{FF2B5EF4-FFF2-40B4-BE49-F238E27FC236}">
                <a16:creationId xmlns:a16="http://schemas.microsoft.com/office/drawing/2014/main" id="{175C790F-3EDF-4067-B181-0EFEF591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12776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record-main-30-5">
            <a:extLst xmlns:a="http://schemas.openxmlformats.org/drawingml/2006/main">
              <a:ext uri="{FF2B5EF4-FFF2-40B4-BE49-F238E27FC236}">
                <a16:creationId xmlns:a16="http://schemas.microsoft.com/office/drawing/2014/main" id="{79FCDB4A-AF3C-43F3-A5C9-1D120D55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972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4C81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F4C81"/>
                </a:solidFill>
                <a:latin typeface="Arial"/>
                <a:ea typeface="Arial"/>
                <a:cs typeface="Arial"/>
              </a:rPr>
              <a:t>TEST-150  |  National Health Service (NHS) Number: 943 476 6494</a:t>
            </a:r>
          </a:p>
        </p:txBody>
      </p:sp>
      <p:sp>
        <p:nvSpPr>
          <p:cNvPr id="21" name="record-person-30-5">
            <a:extLst xmlns:a="http://schemas.openxmlformats.org/drawingml/2006/main">
              <a:ext uri="{FF2B5EF4-FFF2-40B4-BE49-F238E27FC236}">
                <a16:creationId xmlns:a16="http://schemas.microsoft.com/office/drawing/2014/main" id="{0E3E5E84-8BC1-41B4-BFC7-020699CD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11827"/>
                </a:solidFill>
                <a:latin typeface="Arial"/>
                <a:ea typeface="Arial"/>
                <a:cs typeface="Arial"/>
              </a:rPr>
              <a:t>Full Name: Edward Arthur Davies  |  Physical Address: Flat 36, 4738 Victoria Mead Crescent, Cardiff, CF10 2HE, United Kingdom</a:t>
            </a:r>
          </a:p>
        </p:txBody>
      </p:sp>
      <p:sp>
        <p:nvSpPr>
          <p:cNvPr id="22" name="record-evidence-30-5">
            <a:extLst xmlns:a="http://schemas.openxmlformats.org/drawingml/2006/main">
              <a:ext uri="{FF2B5EF4-FFF2-40B4-BE49-F238E27FC236}">
                <a16:creationId xmlns:a16="http://schemas.microsoft.com/office/drawing/2014/main" id="{5011162E-F760-461A-8E3C-BBD91040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972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34155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334155"/>
                </a:solidFill>
                <a:latin typeface="Arial"/>
                <a:ea typeface="Arial"/>
                <a:cs typeface="Arial"/>
              </a:rPr>
              <a:t>Supporting Evidence: NHS patient number; National Health Service medical record; date of birth: 1980-07-16</a:t>
            </a:r>
          </a:p>
        </p:txBody>
      </p:sp>
      <p:sp>
        <p:nvSpPr>
          <p:cNvPr id="23" name="footer-30">
            <a:extLst xmlns:a="http://schemas.openxmlformats.org/drawingml/2006/main">
              <a:ext uri="{FF2B5EF4-FFF2-40B4-BE49-F238E27FC236}">
                <a16:creationId xmlns:a16="http://schemas.microsoft.com/office/drawing/2014/main" id="{03A4105F-118F-428D-B199-50E0118B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64748B"/>
                </a:solidFill>
                <a:latin typeface="Arial"/>
                <a:ea typeface="Arial"/>
                <a:cs typeface="Arial"/>
              </a:rPr>
              <a:t>FICTIONAL SYNTHETIC DLP TEST DATA - NOT FOR REAL-WORLD USE  |  U.K. national health service number  |  Target confidence: 85 (high)</a:t>
            </a:r>
          </a:p>
        </p:txBody>
      </p:sp>
    </p:spTree>
    <p:extLst>
      <p:ext uri="{BB962C8B-B14F-4D97-AF65-F5344CB8AC3E}">
        <p14:creationId xmlns:p14="http://schemas.microsoft.com/office/powerpoint/2010/main" val="6842668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2026-07-31T08:58:25.5050000Z</dcterms:created>
  <dcterms:modified xsi:type="dcterms:W3CDTF">2026-07-31T08:58:25.5050000Z</dcterms:modified>
</coreProperties>
</file>
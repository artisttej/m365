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c551e05ff64fcd" /><Relationship Type="http://schemas.openxmlformats.org/officeDocument/2006/relationships/extended-properties" Target="/docProps/app.xml" Id="R988023f133a14937" /><Relationship Type="http://schemas.openxmlformats.org/officeDocument/2006/relationships/officeDocument" Target="/ppt/presentation.xml" Id="R2bd14a34f00645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aa02d1ea944b2a"/>
  </p:sldMasterIdLst>
  <p:notesMasterIdLst>
    <p:notesMasterId xmlns:r="http://schemas.openxmlformats.org/officeDocument/2006/relationships" r:id="Rfab4be1d64164b0c"/>
  </p:notesMasterIdLst>
  <p:sldIdLst>
    <p:sldId xmlns:r="http://schemas.openxmlformats.org/officeDocument/2006/relationships" id="256" r:id="Rde5be11bd53342a6"/>
    <p:sldId xmlns:r="http://schemas.openxmlformats.org/officeDocument/2006/relationships" id="257" r:id="Rbc0f0f2651fb419c"/>
    <p:sldId xmlns:r="http://schemas.openxmlformats.org/officeDocument/2006/relationships" id="258" r:id="R80063011dad14458"/>
    <p:sldId xmlns:r="http://schemas.openxmlformats.org/officeDocument/2006/relationships" id="259" r:id="R1d32c8517bcb43e7"/>
    <p:sldId xmlns:r="http://schemas.openxmlformats.org/officeDocument/2006/relationships" id="260" r:id="Rfdd44cf435a64b4d"/>
    <p:sldId xmlns:r="http://schemas.openxmlformats.org/officeDocument/2006/relationships" id="261" r:id="Rb5f50ad849e5481c"/>
    <p:sldId xmlns:r="http://schemas.openxmlformats.org/officeDocument/2006/relationships" id="262" r:id="Rf4d0adca906043cc"/>
    <p:sldId xmlns:r="http://schemas.openxmlformats.org/officeDocument/2006/relationships" id="263" r:id="R535d2d3006b34154"/>
    <p:sldId xmlns:r="http://schemas.openxmlformats.org/officeDocument/2006/relationships" id="264" r:id="Rbd9df0060dac4f5d"/>
    <p:sldId xmlns:r="http://schemas.openxmlformats.org/officeDocument/2006/relationships" id="265" r:id="Ra1def6f0ba304748"/>
    <p:sldId xmlns:r="http://schemas.openxmlformats.org/officeDocument/2006/relationships" id="266" r:id="Rbde7ec1446dd4d10"/>
    <p:sldId xmlns:r="http://schemas.openxmlformats.org/officeDocument/2006/relationships" id="267" r:id="R1c03ab76c07543c9"/>
    <p:sldId xmlns:r="http://schemas.openxmlformats.org/officeDocument/2006/relationships" id="268" r:id="Rb92bb1194659459f"/>
    <p:sldId xmlns:r="http://schemas.openxmlformats.org/officeDocument/2006/relationships" id="269" r:id="R89b8bbcccbe444b4"/>
    <p:sldId xmlns:r="http://schemas.openxmlformats.org/officeDocument/2006/relationships" id="270" r:id="Rb0ce2059869f4a2e"/>
    <p:sldId xmlns:r="http://schemas.openxmlformats.org/officeDocument/2006/relationships" id="271" r:id="R7e1790757a544176"/>
    <p:sldId xmlns:r="http://schemas.openxmlformats.org/officeDocument/2006/relationships" id="272" r:id="R19eb0befe538447e"/>
    <p:sldId xmlns:r="http://schemas.openxmlformats.org/officeDocument/2006/relationships" id="273" r:id="Rd572ec22a5ce4545"/>
    <p:sldId xmlns:r="http://schemas.openxmlformats.org/officeDocument/2006/relationships" id="274" r:id="R8fcf743481db4bca"/>
    <p:sldId xmlns:r="http://schemas.openxmlformats.org/officeDocument/2006/relationships" id="275" r:id="R8528a0054824459a"/>
    <p:sldId xmlns:r="http://schemas.openxmlformats.org/officeDocument/2006/relationships" id="276" r:id="Rb5cd7fdfe6914f5b"/>
    <p:sldId xmlns:r="http://schemas.openxmlformats.org/officeDocument/2006/relationships" id="277" r:id="R28c10a44e05a451d"/>
    <p:sldId xmlns:r="http://schemas.openxmlformats.org/officeDocument/2006/relationships" id="278" r:id="R68390a9f25f844d3"/>
    <p:sldId xmlns:r="http://schemas.openxmlformats.org/officeDocument/2006/relationships" id="279" r:id="R3a6e15dc9cd347a1"/>
    <p:sldId xmlns:r="http://schemas.openxmlformats.org/officeDocument/2006/relationships" id="280" r:id="R8b2428c45f8e440b"/>
    <p:sldId xmlns:r="http://schemas.openxmlformats.org/officeDocument/2006/relationships" id="281" r:id="R39907f847f224bd8"/>
    <p:sldId xmlns:r="http://schemas.openxmlformats.org/officeDocument/2006/relationships" id="282" r:id="Rfe21fe91dbc5437c"/>
    <p:sldId xmlns:r="http://schemas.openxmlformats.org/officeDocument/2006/relationships" id="283" r:id="R97ab52411b6c4ce9"/>
    <p:sldId xmlns:r="http://schemas.openxmlformats.org/officeDocument/2006/relationships" id="284" r:id="Rebca63b81bf2421b"/>
    <p:sldId xmlns:r="http://schemas.openxmlformats.org/officeDocument/2006/relationships" id="285" r:id="R3111455a320d4d2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6bf8d2cb51432a" /><Relationship Type="http://schemas.openxmlformats.org/officeDocument/2006/relationships/slideMaster" Target="/ppt/slideMasters/slideMaster1.xml" Id="R8baa02d1ea944b2a" /><Relationship Type="http://schemas.openxmlformats.org/officeDocument/2006/relationships/notesMaster" Target="/ppt/notesMasters/notesMaster1.xml" Id="Rfab4be1d64164b0c" /><Relationship Type="http://schemas.openxmlformats.org/officeDocument/2006/relationships/presProps" Target="/ppt/presProps.xml" Id="R4a56f70fee794d32" /><Relationship Type="http://schemas.openxmlformats.org/officeDocument/2006/relationships/tableStyles" Target="/ppt/tableStyles.xml" Id="Rd643626418f24a62" /><Relationship Type="http://schemas.openxmlformats.org/officeDocument/2006/relationships/slide" Target="/ppt/slides/slide1.xml" Id="Rde5be11bd53342a6" /><Relationship Type="http://schemas.openxmlformats.org/officeDocument/2006/relationships/slide" Target="/ppt/slides/slide2.xml" Id="Rbc0f0f2651fb419c" /><Relationship Type="http://schemas.openxmlformats.org/officeDocument/2006/relationships/slide" Target="/ppt/slides/slide3.xml" Id="R80063011dad14458" /><Relationship Type="http://schemas.openxmlformats.org/officeDocument/2006/relationships/slide" Target="/ppt/slides/slide4.xml" Id="R1d32c8517bcb43e7" /><Relationship Type="http://schemas.openxmlformats.org/officeDocument/2006/relationships/slide" Target="/ppt/slides/slide5.xml" Id="Rfdd44cf435a64b4d" /><Relationship Type="http://schemas.openxmlformats.org/officeDocument/2006/relationships/slide" Target="/ppt/slides/slide6.xml" Id="Rb5f50ad849e5481c" /><Relationship Type="http://schemas.openxmlformats.org/officeDocument/2006/relationships/slide" Target="/ppt/slides/slide7.xml" Id="Rf4d0adca906043cc" /><Relationship Type="http://schemas.openxmlformats.org/officeDocument/2006/relationships/slide" Target="/ppt/slides/slide8.xml" Id="R535d2d3006b34154" /><Relationship Type="http://schemas.openxmlformats.org/officeDocument/2006/relationships/slide" Target="/ppt/slides/slide9.xml" Id="Rbd9df0060dac4f5d" /><Relationship Type="http://schemas.openxmlformats.org/officeDocument/2006/relationships/slide" Target="/ppt/slides/slide10.xml" Id="Ra1def6f0ba304748" /><Relationship Type="http://schemas.openxmlformats.org/officeDocument/2006/relationships/slide" Target="/ppt/slides/slide11.xml" Id="Rbde7ec1446dd4d10" /><Relationship Type="http://schemas.openxmlformats.org/officeDocument/2006/relationships/slide" Target="/ppt/slides/slide12.xml" Id="R1c03ab76c07543c9" /><Relationship Type="http://schemas.openxmlformats.org/officeDocument/2006/relationships/slide" Target="/ppt/slides/slide13.xml" Id="Rb92bb1194659459f" /><Relationship Type="http://schemas.openxmlformats.org/officeDocument/2006/relationships/slide" Target="/ppt/slides/slide14.xml" Id="R89b8bbcccbe444b4" /><Relationship Type="http://schemas.openxmlformats.org/officeDocument/2006/relationships/slide" Target="/ppt/slides/slide15.xml" Id="Rb0ce2059869f4a2e" /><Relationship Type="http://schemas.openxmlformats.org/officeDocument/2006/relationships/slide" Target="/ppt/slides/slide16.xml" Id="R7e1790757a544176" /><Relationship Type="http://schemas.openxmlformats.org/officeDocument/2006/relationships/slide" Target="/ppt/slides/slide17.xml" Id="R19eb0befe538447e" /><Relationship Type="http://schemas.openxmlformats.org/officeDocument/2006/relationships/slide" Target="/ppt/slides/slide18.xml" Id="Rd572ec22a5ce4545" /><Relationship Type="http://schemas.openxmlformats.org/officeDocument/2006/relationships/slide" Target="/ppt/slides/slide19.xml" Id="R8fcf743481db4bca" /><Relationship Type="http://schemas.openxmlformats.org/officeDocument/2006/relationships/slide" Target="/ppt/slides/slide20.xml" Id="R8528a0054824459a" /><Relationship Type="http://schemas.openxmlformats.org/officeDocument/2006/relationships/slide" Target="/ppt/slides/slide21.xml" Id="Rb5cd7fdfe6914f5b" /><Relationship Type="http://schemas.openxmlformats.org/officeDocument/2006/relationships/slide" Target="/ppt/slides/slide22.xml" Id="R28c10a44e05a451d" /><Relationship Type="http://schemas.openxmlformats.org/officeDocument/2006/relationships/slide" Target="/ppt/slides/slide23.xml" Id="R68390a9f25f844d3" /><Relationship Type="http://schemas.openxmlformats.org/officeDocument/2006/relationships/slide" Target="/ppt/slides/slide24.xml" Id="R3a6e15dc9cd347a1" /><Relationship Type="http://schemas.openxmlformats.org/officeDocument/2006/relationships/slide" Target="/ppt/slides/slide25.xml" Id="R8b2428c45f8e440b" /><Relationship Type="http://schemas.openxmlformats.org/officeDocument/2006/relationships/slide" Target="/ppt/slides/slide26.xml" Id="R39907f847f224bd8" /><Relationship Type="http://schemas.openxmlformats.org/officeDocument/2006/relationships/slide" Target="/ppt/slides/slide27.xml" Id="Rfe21fe91dbc5437c" /><Relationship Type="http://schemas.openxmlformats.org/officeDocument/2006/relationships/slide" Target="/ppt/slides/slide28.xml" Id="R97ab52411b6c4ce9" /><Relationship Type="http://schemas.openxmlformats.org/officeDocument/2006/relationships/slide" Target="/ppt/slides/slide29.xml" Id="Rebca63b81bf2421b" /><Relationship Type="http://schemas.openxmlformats.org/officeDocument/2006/relationships/slide" Target="/ppt/slides/slide30.xml" Id="R3111455a320d4d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2cfab349eb42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c2b1d62b704643" /><Relationship Type="http://schemas.openxmlformats.org/officeDocument/2006/relationships/notesMaster" Target="/ppt/notesMasters/notesMaster1.xml" Id="Ref34ba7006ed4f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593648a20244da" /><Relationship Type="http://schemas.openxmlformats.org/officeDocument/2006/relationships/notesMaster" Target="/ppt/notesMasters/notesMaster1.xml" Id="R0190a2324e1c4d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5f6989a8f5458f" /><Relationship Type="http://schemas.openxmlformats.org/officeDocument/2006/relationships/notesMaster" Target="/ppt/notesMasters/notesMaster1.xml" Id="R1a40c81e6dd749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09a4ae6dbe4b12" /><Relationship Type="http://schemas.openxmlformats.org/officeDocument/2006/relationships/notesMaster" Target="/ppt/notesMasters/notesMaster1.xml" Id="R5f79ee0355904b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55a75c95c64f12" /><Relationship Type="http://schemas.openxmlformats.org/officeDocument/2006/relationships/notesMaster" Target="/ppt/notesMasters/notesMaster1.xml" Id="R7d08667e712343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77d770636c48b7" /><Relationship Type="http://schemas.openxmlformats.org/officeDocument/2006/relationships/notesMaster" Target="/ppt/notesMasters/notesMaster1.xml" Id="R05e100f9eb3d48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a3f68da6dc4eb6" /><Relationship Type="http://schemas.openxmlformats.org/officeDocument/2006/relationships/notesMaster" Target="/ppt/notesMasters/notesMaster1.xml" Id="Rb676867e37ce42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cd7ef739c640c2" /><Relationship Type="http://schemas.openxmlformats.org/officeDocument/2006/relationships/notesMaster" Target="/ppt/notesMasters/notesMaster1.xml" Id="Re7e6d461913f44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c4d1479e474c1b" /><Relationship Type="http://schemas.openxmlformats.org/officeDocument/2006/relationships/notesMaster" Target="/ppt/notesMasters/notesMaster1.xml" Id="R3ac4b72b41e340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b3270cc0f84758" /><Relationship Type="http://schemas.openxmlformats.org/officeDocument/2006/relationships/notesMaster" Target="/ppt/notesMasters/notesMaster1.xml" Id="Ra65f3e4de15a4b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1fe003c2f5433b" /><Relationship Type="http://schemas.openxmlformats.org/officeDocument/2006/relationships/notesMaster" Target="/ppt/notesMasters/notesMaster1.xml" Id="Rf4ac10b2bb084e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1abdfcfd984a27" /><Relationship Type="http://schemas.openxmlformats.org/officeDocument/2006/relationships/notesMaster" Target="/ppt/notesMasters/notesMaster1.xml" Id="R252b2d073b7d46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0f8d74831204bbf" /><Relationship Type="http://schemas.openxmlformats.org/officeDocument/2006/relationships/notesMaster" Target="/ppt/notesMasters/notesMaster1.xml" Id="R222b529ca8da42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af680b3235d48e9" /><Relationship Type="http://schemas.openxmlformats.org/officeDocument/2006/relationships/notesMaster" Target="/ppt/notesMasters/notesMaster1.xml" Id="R94698766fea248c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2125b96b8204a1b" /><Relationship Type="http://schemas.openxmlformats.org/officeDocument/2006/relationships/notesMaster" Target="/ppt/notesMasters/notesMaster1.xml" Id="R73e2aabf14fe4bf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b8e204926354f6b" /><Relationship Type="http://schemas.openxmlformats.org/officeDocument/2006/relationships/notesMaster" Target="/ppt/notesMasters/notesMaster1.xml" Id="R2ddc325739e14f6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3c952bef017420c" /><Relationship Type="http://schemas.openxmlformats.org/officeDocument/2006/relationships/notesMaster" Target="/ppt/notesMasters/notesMaster1.xml" Id="R3666994324ae4cf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ca5a80827ad4cba" /><Relationship Type="http://schemas.openxmlformats.org/officeDocument/2006/relationships/notesMaster" Target="/ppt/notesMasters/notesMaster1.xml" Id="Rd82c06babd05495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b290ae1df4944d8" /><Relationship Type="http://schemas.openxmlformats.org/officeDocument/2006/relationships/notesMaster" Target="/ppt/notesMasters/notesMaster1.xml" Id="Rb7b45d512aad4b9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6856b69681c4c8c" /><Relationship Type="http://schemas.openxmlformats.org/officeDocument/2006/relationships/notesMaster" Target="/ppt/notesMasters/notesMaster1.xml" Id="R959a7aa8969f487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51cf9a490404b5d" /><Relationship Type="http://schemas.openxmlformats.org/officeDocument/2006/relationships/notesMaster" Target="/ppt/notesMasters/notesMaster1.xml" Id="R5cd9f302641544f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9b38d438f8c466a" /><Relationship Type="http://schemas.openxmlformats.org/officeDocument/2006/relationships/notesMaster" Target="/ppt/notesMasters/notesMaster1.xml" Id="R72197e1e6313496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05b0de1341448d9" /><Relationship Type="http://schemas.openxmlformats.org/officeDocument/2006/relationships/notesMaster" Target="/ppt/notesMasters/notesMaster1.xml" Id="Rb753c8c5ff1448c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12d7359aca24410" /><Relationship Type="http://schemas.openxmlformats.org/officeDocument/2006/relationships/notesMaster" Target="/ppt/notesMasters/notesMaster1.xml" Id="R62d9b36a040f44f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cea322067e54095" /><Relationship Type="http://schemas.openxmlformats.org/officeDocument/2006/relationships/notesMaster" Target="/ppt/notesMasters/notesMaster1.xml" Id="Rd773b8a580644e8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b5cba19a4954ef3" /><Relationship Type="http://schemas.openxmlformats.org/officeDocument/2006/relationships/notesMaster" Target="/ppt/notesMasters/notesMaster1.xml" Id="Rc8976667f9de431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2de8a3cbd66434c" /><Relationship Type="http://schemas.openxmlformats.org/officeDocument/2006/relationships/notesMaster" Target="/ppt/notesMasters/notesMaster1.xml" Id="Rf628507f855a43c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c87ee9f9c1c4862" /><Relationship Type="http://schemas.openxmlformats.org/officeDocument/2006/relationships/notesMaster" Target="/ppt/notesMasters/notesMaster1.xml" Id="R93197bc6f20c425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98ef2443ea54bd6" /><Relationship Type="http://schemas.openxmlformats.org/officeDocument/2006/relationships/notesMaster" Target="/ppt/notesMasters/notesMaster1.xml" Id="Ra3cc417716dd4f8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0975da15c244711" /><Relationship Type="http://schemas.openxmlformats.org/officeDocument/2006/relationships/notesMaster" Target="/ppt/notesMasters/notesMaster1.xml" Id="R487b89457af044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0b8729393a44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565b031a98412e" /><Relationship Type="http://schemas.openxmlformats.org/officeDocument/2006/relationships/slideLayout" Target="/ppt/slideLayouts/slideLayout1.xml" Id="Rb460d9936aeb4d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60d9936aeb4d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56aa9cc904991" /><Relationship Type="http://schemas.openxmlformats.org/officeDocument/2006/relationships/notesSlide" Target="/ppt/notesSlides/notesSlide1.xml" Id="R760dd510328142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8e649e9624c49" /><Relationship Type="http://schemas.openxmlformats.org/officeDocument/2006/relationships/notesSlide" Target="/ppt/notesSlides/notesSlide2.xml" Id="R06fb35b72a0247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f3505cee84ddb" /><Relationship Type="http://schemas.openxmlformats.org/officeDocument/2006/relationships/notesSlide" Target="/ppt/notesSlides/notesSlide3.xml" Id="Red50ae1f525f41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9181fe89d4e7a" /><Relationship Type="http://schemas.openxmlformats.org/officeDocument/2006/relationships/notesSlide" Target="/ppt/notesSlides/notesSlide4.xml" Id="R744749c509e443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c1cdbd1ad401b" /><Relationship Type="http://schemas.openxmlformats.org/officeDocument/2006/relationships/notesSlide" Target="/ppt/notesSlides/notesSlide5.xml" Id="Rc02fdff1ed9c41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ef174030d47a3" /><Relationship Type="http://schemas.openxmlformats.org/officeDocument/2006/relationships/notesSlide" Target="/ppt/notesSlides/notesSlide6.xml" Id="R3fad6ffd09354f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ee20a5eab461a" /><Relationship Type="http://schemas.openxmlformats.org/officeDocument/2006/relationships/notesSlide" Target="/ppt/notesSlides/notesSlide7.xml" Id="R62eecd9b8f5d46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0dbb778d9436d" /><Relationship Type="http://schemas.openxmlformats.org/officeDocument/2006/relationships/notesSlide" Target="/ppt/notesSlides/notesSlide8.xml" Id="Rb6f086ab9aa248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fcbe818e24f61" /><Relationship Type="http://schemas.openxmlformats.org/officeDocument/2006/relationships/notesSlide" Target="/ppt/notesSlides/notesSlide9.xml" Id="R2a578fad9c9a40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283e9c86e46d6" /><Relationship Type="http://schemas.openxmlformats.org/officeDocument/2006/relationships/notesSlide" Target="/ppt/notesSlides/notesSlide10.xml" Id="R4b731eb941b146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7cdc4db624f53" /><Relationship Type="http://schemas.openxmlformats.org/officeDocument/2006/relationships/notesSlide" Target="/ppt/notesSlides/notesSlide11.xml" Id="Rc1b47ef029ed40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93f2acc344039" /><Relationship Type="http://schemas.openxmlformats.org/officeDocument/2006/relationships/notesSlide" Target="/ppt/notesSlides/notesSlide12.xml" Id="Rd290f7e151a9418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4861c3d254c34" /><Relationship Type="http://schemas.openxmlformats.org/officeDocument/2006/relationships/notesSlide" Target="/ppt/notesSlides/notesSlide13.xml" Id="R233a27543e484d0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c897f0f974733" /><Relationship Type="http://schemas.openxmlformats.org/officeDocument/2006/relationships/notesSlide" Target="/ppt/notesSlides/notesSlide14.xml" Id="R0740192133fb4d2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56afc51184f84" /><Relationship Type="http://schemas.openxmlformats.org/officeDocument/2006/relationships/notesSlide" Target="/ppt/notesSlides/notesSlide15.xml" Id="R50c4b9fe029b439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df629758a4cf0" /><Relationship Type="http://schemas.openxmlformats.org/officeDocument/2006/relationships/notesSlide" Target="/ppt/notesSlides/notesSlide16.xml" Id="R12017d3a14b7409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81144ce824701" /><Relationship Type="http://schemas.openxmlformats.org/officeDocument/2006/relationships/notesSlide" Target="/ppt/notesSlides/notesSlide17.xml" Id="R547c3e7fd54a4a9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5aa8d21a24bd2" /><Relationship Type="http://schemas.openxmlformats.org/officeDocument/2006/relationships/notesSlide" Target="/ppt/notesSlides/notesSlide18.xml" Id="R9370ea4bc8d64a6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af329b86f45be" /><Relationship Type="http://schemas.openxmlformats.org/officeDocument/2006/relationships/notesSlide" Target="/ppt/notesSlides/notesSlide19.xml" Id="R0a06b37d6fed48d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1e7b45c914fbc" /><Relationship Type="http://schemas.openxmlformats.org/officeDocument/2006/relationships/notesSlide" Target="/ppt/notesSlides/notesSlide20.xml" Id="R1ea81015d045457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b1e35375f4cf7" /><Relationship Type="http://schemas.openxmlformats.org/officeDocument/2006/relationships/notesSlide" Target="/ppt/notesSlides/notesSlide21.xml" Id="R5434ddc9b29d49f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bc00e34f7411c" /><Relationship Type="http://schemas.openxmlformats.org/officeDocument/2006/relationships/notesSlide" Target="/ppt/notesSlides/notesSlide22.xml" Id="R29e71556c08e492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1138a574f435e" /><Relationship Type="http://schemas.openxmlformats.org/officeDocument/2006/relationships/notesSlide" Target="/ppt/notesSlides/notesSlide23.xml" Id="R6aa77978d4f24b3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d84aba2494e9a" /><Relationship Type="http://schemas.openxmlformats.org/officeDocument/2006/relationships/notesSlide" Target="/ppt/notesSlides/notesSlide24.xml" Id="R09402fcc124344f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ab3550c404574" /><Relationship Type="http://schemas.openxmlformats.org/officeDocument/2006/relationships/notesSlide" Target="/ppt/notesSlides/notesSlide25.xml" Id="Ra60c488f62db4d7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12dd2a9574b8c" /><Relationship Type="http://schemas.openxmlformats.org/officeDocument/2006/relationships/notesSlide" Target="/ppt/notesSlides/notesSlide26.xml" Id="Rddcfb2509b6b4bd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72aba3ac04b3c" /><Relationship Type="http://schemas.openxmlformats.org/officeDocument/2006/relationships/notesSlide" Target="/ppt/notesSlides/notesSlide27.xml" Id="R8c6ffb68f09e464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84c37257c4886" /><Relationship Type="http://schemas.openxmlformats.org/officeDocument/2006/relationships/notesSlide" Target="/ppt/notesSlides/notesSlide28.xml" Id="R84991df0a2444b5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4b0bde58c4648" /><Relationship Type="http://schemas.openxmlformats.org/officeDocument/2006/relationships/notesSlide" Target="/ppt/notesSlides/notesSlide29.xml" Id="R5c0e10e859624c0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6a71e3cd345f4" /><Relationship Type="http://schemas.openxmlformats.org/officeDocument/2006/relationships/notesSlide" Target="/ppt/notesSlides/notesSlide30.xml" Id="R7ac9994521a948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DF01C70E-041E-4C09-85FC-4AF8A2EE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1">
            <a:extLst xmlns:a="http://schemas.openxmlformats.org/drawingml/2006/main">
              <a:ext uri="{FF2B5EF4-FFF2-40B4-BE49-F238E27FC236}">
                <a16:creationId xmlns:a16="http://schemas.microsoft.com/office/drawing/2014/main" id="{B954718D-90FF-4450-8602-4C8C6E39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1-5 of 150</a:t>
            </a:r>
          </a:p>
        </p:txBody>
      </p:sp>
      <p:sp>
        <p:nvSpPr>
          <p:cNvPr id="3" name="record-panel-1-1">
            <a:extLst xmlns:a="http://schemas.openxmlformats.org/drawingml/2006/main">
              <a:ext uri="{FF2B5EF4-FFF2-40B4-BE49-F238E27FC236}">
                <a16:creationId xmlns:a16="http://schemas.microsoft.com/office/drawing/2014/main" id="{D6631884-DAF4-4C92-8474-2E031686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-1">
            <a:extLst xmlns:a="http://schemas.openxmlformats.org/drawingml/2006/main">
              <a:ext uri="{FF2B5EF4-FFF2-40B4-BE49-F238E27FC236}">
                <a16:creationId xmlns:a16="http://schemas.microsoft.com/office/drawing/2014/main" id="{9DC5E2FD-5F21-4180-B4A5-3930F92D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TEST-001  |  UAE International Bank Account Number (IBAN): AE92 0330 0010 0000 0000 001</a:t>
            </a:r>
          </a:p>
        </p:txBody>
      </p:sp>
      <p:sp>
        <p:nvSpPr>
          <p:cNvPr id="5" name="record-person-1-1">
            <a:extLst xmlns:a="http://schemas.openxmlformats.org/drawingml/2006/main">
              <a:ext uri="{FF2B5EF4-FFF2-40B4-BE49-F238E27FC236}">
                <a16:creationId xmlns:a16="http://schemas.microsoft.com/office/drawing/2014/main" id="{FAD80B2D-BA36-4AF1-980A-1696581D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Nasser Dana Al Kaabi  |  Physical Address: Apartment 1, Building 855, Al Barsha Gardens Street, Dubai, UAE</a:t>
            </a:r>
          </a:p>
        </p:txBody>
      </p:sp>
      <p:sp>
        <p:nvSpPr>
          <p:cNvPr id="6" name="record-evidence-1-1">
            <a:extLst xmlns:a="http://schemas.openxmlformats.org/drawingml/2006/main">
              <a:ext uri="{FF2B5EF4-FFF2-40B4-BE49-F238E27FC236}">
                <a16:creationId xmlns:a16="http://schemas.microsoft.com/office/drawing/2014/main" id="{25C05DCC-904B-4E28-8C70-77CA5A9A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1-2">
            <a:extLst xmlns:a="http://schemas.openxmlformats.org/drawingml/2006/main">
              <a:ext uri="{FF2B5EF4-FFF2-40B4-BE49-F238E27FC236}">
                <a16:creationId xmlns:a16="http://schemas.microsoft.com/office/drawing/2014/main" id="{53E17D60-08E3-472D-A049-F31ED8D4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-2">
            <a:extLst xmlns:a="http://schemas.openxmlformats.org/drawingml/2006/main">
              <a:ext uri="{FF2B5EF4-FFF2-40B4-BE49-F238E27FC236}">
                <a16:creationId xmlns:a16="http://schemas.microsoft.com/office/drawing/2014/main" id="{58CDA01D-54D9-4DF1-8A61-FB282E76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TEST-002  |  UAE International Bank Account Number (IBAN): AE65 0330 0010 0000 0000 002</a:t>
            </a:r>
          </a:p>
        </p:txBody>
      </p:sp>
      <p:sp>
        <p:nvSpPr>
          <p:cNvPr id="9" name="record-person-1-2">
            <a:extLst xmlns:a="http://schemas.openxmlformats.org/drawingml/2006/main">
              <a:ext uri="{FF2B5EF4-FFF2-40B4-BE49-F238E27FC236}">
                <a16:creationId xmlns:a16="http://schemas.microsoft.com/office/drawing/2014/main" id="{F23FBAB1-F50C-47F2-9109-723E5353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Reem Yousef Al Mansoori  |  Physical Address: Apartment 2, Building 892, Al Dana Gardens Street, Umm Al Quwain, UAE</a:t>
            </a:r>
          </a:p>
        </p:txBody>
      </p:sp>
      <p:sp>
        <p:nvSpPr>
          <p:cNvPr id="10" name="record-evidence-1-2">
            <a:extLst xmlns:a="http://schemas.openxmlformats.org/drawingml/2006/main">
              <a:ext uri="{FF2B5EF4-FFF2-40B4-BE49-F238E27FC236}">
                <a16:creationId xmlns:a16="http://schemas.microsoft.com/office/drawing/2014/main" id="{C4872D56-154D-404E-8DD9-A22C0688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1-3">
            <a:extLst xmlns:a="http://schemas.openxmlformats.org/drawingml/2006/main">
              <a:ext uri="{FF2B5EF4-FFF2-40B4-BE49-F238E27FC236}">
                <a16:creationId xmlns:a16="http://schemas.microsoft.com/office/drawing/2014/main" id="{E4ADE382-8E2F-469C-AEC3-5CFEB405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-3">
            <a:extLst xmlns:a="http://schemas.openxmlformats.org/drawingml/2006/main">
              <a:ext uri="{FF2B5EF4-FFF2-40B4-BE49-F238E27FC236}">
                <a16:creationId xmlns:a16="http://schemas.microsoft.com/office/drawing/2014/main" id="{143E1A3F-BBAC-4A92-9F6D-24B175CC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TEST-003  |  UAE International Bank Account Number (IBAN): AE38 0330 0010 0000 0000 003</a:t>
            </a:r>
          </a:p>
        </p:txBody>
      </p:sp>
      <p:sp>
        <p:nvSpPr>
          <p:cNvPr id="13" name="record-person-1-3">
            <a:extLst xmlns:a="http://schemas.openxmlformats.org/drawingml/2006/main">
              <a:ext uri="{FF2B5EF4-FFF2-40B4-BE49-F238E27FC236}">
                <a16:creationId xmlns:a16="http://schemas.microsoft.com/office/drawing/2014/main" id="{98C60649-1AFE-41C0-9897-5E0D0EA2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Zayed Hessa Al Tunaiji  |  Physical Address: Apartment 3, Building 929, Al Falah Gardens Street, Sharjah, UAE</a:t>
            </a:r>
          </a:p>
        </p:txBody>
      </p:sp>
      <p:sp>
        <p:nvSpPr>
          <p:cNvPr id="14" name="record-evidence-1-3">
            <a:extLst xmlns:a="http://schemas.openxmlformats.org/drawingml/2006/main">
              <a:ext uri="{FF2B5EF4-FFF2-40B4-BE49-F238E27FC236}">
                <a16:creationId xmlns:a16="http://schemas.microsoft.com/office/drawing/2014/main" id="{C258325F-7918-4123-BB0C-3333037A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1-4">
            <a:extLst xmlns:a="http://schemas.openxmlformats.org/drawingml/2006/main">
              <a:ext uri="{FF2B5EF4-FFF2-40B4-BE49-F238E27FC236}">
                <a16:creationId xmlns:a16="http://schemas.microsoft.com/office/drawing/2014/main" id="{233DFE3D-6947-4E0B-8280-62EF807C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-4">
            <a:extLst xmlns:a="http://schemas.openxmlformats.org/drawingml/2006/main">
              <a:ext uri="{FF2B5EF4-FFF2-40B4-BE49-F238E27FC236}">
                <a16:creationId xmlns:a16="http://schemas.microsoft.com/office/drawing/2014/main" id="{B3AD2ED1-8A22-43B4-B904-F60B9D5D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TEST-004  |  UAE International Bank Account Number (IBAN): AE11 0330 0010 0000 0000 004</a:t>
            </a:r>
          </a:p>
        </p:txBody>
      </p:sp>
      <p:sp>
        <p:nvSpPr>
          <p:cNvPr id="17" name="record-person-1-4">
            <a:extLst xmlns:a="http://schemas.openxmlformats.org/drawingml/2006/main">
              <a:ext uri="{FF2B5EF4-FFF2-40B4-BE49-F238E27FC236}">
                <a16:creationId xmlns:a16="http://schemas.microsoft.com/office/drawing/2014/main" id="{1352298C-9DBD-4C3F-B5EE-3109EEC0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Salama Aisha Al Dhaheri  |  Physical Address: Apartment 4, Building 966, Al Jaddaf Gardens Street, Abu Dhabi, UAE</a:t>
            </a:r>
          </a:p>
        </p:txBody>
      </p:sp>
      <p:sp>
        <p:nvSpPr>
          <p:cNvPr id="18" name="record-evidence-1-4">
            <a:extLst xmlns:a="http://schemas.openxmlformats.org/drawingml/2006/main">
              <a:ext uri="{FF2B5EF4-FFF2-40B4-BE49-F238E27FC236}">
                <a16:creationId xmlns:a16="http://schemas.microsoft.com/office/drawing/2014/main" id="{B54A830E-94BC-4602-9BB3-77A879CC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1-5">
            <a:extLst xmlns:a="http://schemas.openxmlformats.org/drawingml/2006/main">
              <a:ext uri="{FF2B5EF4-FFF2-40B4-BE49-F238E27FC236}">
                <a16:creationId xmlns:a16="http://schemas.microsoft.com/office/drawing/2014/main" id="{F94D68C8-C4A4-4CB0-B594-AFA91E8D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-5">
            <a:extLst xmlns:a="http://schemas.openxmlformats.org/drawingml/2006/main">
              <a:ext uri="{FF2B5EF4-FFF2-40B4-BE49-F238E27FC236}">
                <a16:creationId xmlns:a16="http://schemas.microsoft.com/office/drawing/2014/main" id="{D42D928D-0790-4C64-9121-EA2E437F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TEST-005  |  UAE International Bank Account Number (IBAN): AE81 0330 0010 0000 0000 005</a:t>
            </a:r>
          </a:p>
        </p:txBody>
      </p:sp>
      <p:sp>
        <p:nvSpPr>
          <p:cNvPr id="21" name="record-person-1-5">
            <a:extLst xmlns:a="http://schemas.openxmlformats.org/drawingml/2006/main">
              <a:ext uri="{FF2B5EF4-FFF2-40B4-BE49-F238E27FC236}">
                <a16:creationId xmlns:a16="http://schemas.microsoft.com/office/drawing/2014/main" id="{70171FE4-D41F-4621-9924-E4E89125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Tariq Dana Al Balooshi  |  Physical Address: Apartment 5, Building 1003, Al Khalid Gardens Street, Al Ain, UAE</a:t>
            </a:r>
          </a:p>
        </p:txBody>
      </p:sp>
      <p:sp>
        <p:nvSpPr>
          <p:cNvPr id="22" name="record-evidence-1-5">
            <a:extLst xmlns:a="http://schemas.openxmlformats.org/drawingml/2006/main">
              <a:ext uri="{FF2B5EF4-FFF2-40B4-BE49-F238E27FC236}">
                <a16:creationId xmlns:a16="http://schemas.microsoft.com/office/drawing/2014/main" id="{5FC272DD-7016-4957-B2FB-9DA114CA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1">
            <a:extLst xmlns:a="http://schemas.openxmlformats.org/drawingml/2006/main">
              <a:ext uri="{FF2B5EF4-FFF2-40B4-BE49-F238E27FC236}">
                <a16:creationId xmlns:a16="http://schemas.microsoft.com/office/drawing/2014/main" id="{0503841E-9573-4B71-8829-3BD0CF2B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206038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EAEC5AE1-0BE5-4C59-81C0-45CBE14E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2">
            <a:extLst xmlns:a="http://schemas.openxmlformats.org/drawingml/2006/main">
              <a:ext uri="{FF2B5EF4-FFF2-40B4-BE49-F238E27FC236}">
                <a16:creationId xmlns:a16="http://schemas.microsoft.com/office/drawing/2014/main" id="{A88DF5E9-C0DB-462C-BDD9-90FFD1CC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6-10 of 150</a:t>
            </a:r>
          </a:p>
        </p:txBody>
      </p:sp>
      <p:sp>
        <p:nvSpPr>
          <p:cNvPr id="3" name="record-panel-2-1">
            <a:extLst xmlns:a="http://schemas.openxmlformats.org/drawingml/2006/main">
              <a:ext uri="{FF2B5EF4-FFF2-40B4-BE49-F238E27FC236}">
                <a16:creationId xmlns:a16="http://schemas.microsoft.com/office/drawing/2014/main" id="{451DF9BF-3798-41EC-BA95-5E6E07D2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-1">
            <a:extLst xmlns:a="http://schemas.openxmlformats.org/drawingml/2006/main">
              <a:ext uri="{FF2B5EF4-FFF2-40B4-BE49-F238E27FC236}">
                <a16:creationId xmlns:a16="http://schemas.microsoft.com/office/drawing/2014/main" id="{90D938FE-026E-45D2-82EC-42057537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TEST-006  |  UAE International Bank Account Number (IBAN): AE54 0330 0010 0000 0000 006</a:t>
            </a:r>
          </a:p>
        </p:txBody>
      </p:sp>
      <p:sp>
        <p:nvSpPr>
          <p:cNvPr id="5" name="record-person-2-1">
            <a:extLst xmlns:a="http://schemas.openxmlformats.org/drawingml/2006/main">
              <a:ext uri="{FF2B5EF4-FFF2-40B4-BE49-F238E27FC236}">
                <a16:creationId xmlns:a16="http://schemas.microsoft.com/office/drawing/2014/main" id="{262A324C-64E5-403E-B8DA-92FE318B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Amna Reem Al Ketbi  |  Physical Address: Apartment 6, Building 1040, Al Noor Gardens Street, Al Ain, UAE</a:t>
            </a:r>
          </a:p>
        </p:txBody>
      </p:sp>
      <p:sp>
        <p:nvSpPr>
          <p:cNvPr id="6" name="record-evidence-2-1">
            <a:extLst xmlns:a="http://schemas.openxmlformats.org/drawingml/2006/main">
              <a:ext uri="{FF2B5EF4-FFF2-40B4-BE49-F238E27FC236}">
                <a16:creationId xmlns:a16="http://schemas.microsoft.com/office/drawing/2014/main" id="{72D49C94-5FDB-497E-8439-3BC0F2D1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2-2">
            <a:extLst xmlns:a="http://schemas.openxmlformats.org/drawingml/2006/main">
              <a:ext uri="{FF2B5EF4-FFF2-40B4-BE49-F238E27FC236}">
                <a16:creationId xmlns:a16="http://schemas.microsoft.com/office/drawing/2014/main" id="{08580972-D5C8-4804-BB2F-EF57C5D6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-2">
            <a:extLst xmlns:a="http://schemas.openxmlformats.org/drawingml/2006/main">
              <a:ext uri="{FF2B5EF4-FFF2-40B4-BE49-F238E27FC236}">
                <a16:creationId xmlns:a16="http://schemas.microsoft.com/office/drawing/2014/main" id="{CEB45572-233D-4AA4-9FB8-70FC4753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TEST-007  |  UAE International Bank Account Number (IBAN): AE27 0330 0010 0000 0000 007</a:t>
            </a:r>
          </a:p>
        </p:txBody>
      </p:sp>
      <p:sp>
        <p:nvSpPr>
          <p:cNvPr id="9" name="record-person-2-2">
            <a:extLst xmlns:a="http://schemas.openxmlformats.org/drawingml/2006/main">
              <a:ext uri="{FF2B5EF4-FFF2-40B4-BE49-F238E27FC236}">
                <a16:creationId xmlns:a16="http://schemas.microsoft.com/office/drawing/2014/main" id="{C742C621-9C85-4F5C-8CE0-60936CD3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Majid Hessa Al Shehhi  |  Physical Address: Apartment 7, Building 1077, Al Raha Gardens Street, Fujairah, UAE</a:t>
            </a:r>
          </a:p>
        </p:txBody>
      </p:sp>
      <p:sp>
        <p:nvSpPr>
          <p:cNvPr id="10" name="record-evidence-2-2">
            <a:extLst xmlns:a="http://schemas.openxmlformats.org/drawingml/2006/main">
              <a:ext uri="{FF2B5EF4-FFF2-40B4-BE49-F238E27FC236}">
                <a16:creationId xmlns:a16="http://schemas.microsoft.com/office/drawing/2014/main" id="{72FBA304-CBC4-4DDC-8D55-7C2E4A77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2-3">
            <a:extLst xmlns:a="http://schemas.openxmlformats.org/drawingml/2006/main">
              <a:ext uri="{FF2B5EF4-FFF2-40B4-BE49-F238E27FC236}">
                <a16:creationId xmlns:a16="http://schemas.microsoft.com/office/drawing/2014/main" id="{1688E4DC-C2B7-4943-82BF-BE939F02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-3">
            <a:extLst xmlns:a="http://schemas.openxmlformats.org/drawingml/2006/main">
              <a:ext uri="{FF2B5EF4-FFF2-40B4-BE49-F238E27FC236}">
                <a16:creationId xmlns:a16="http://schemas.microsoft.com/office/drawing/2014/main" id="{9A7F59A9-B78C-4410-971B-F67616E0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TEST-008  |  UAE International Bank Account Number (IBAN): AE97 0330 0010 0000 0000 008</a:t>
            </a:r>
          </a:p>
        </p:txBody>
      </p:sp>
      <p:sp>
        <p:nvSpPr>
          <p:cNvPr id="13" name="record-person-2-3">
            <a:extLst xmlns:a="http://schemas.openxmlformats.org/drawingml/2006/main">
              <a:ext uri="{FF2B5EF4-FFF2-40B4-BE49-F238E27FC236}">
                <a16:creationId xmlns:a16="http://schemas.microsoft.com/office/drawing/2014/main" id="{DCD03631-BFC9-4358-B923-10249B38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Hessa Aisha Al Qasimi  |  Physical Address: Apartment 8, Building 1114, Al Safa Gardens Street, Abu Dhabi, UAE</a:t>
            </a:r>
          </a:p>
        </p:txBody>
      </p:sp>
      <p:sp>
        <p:nvSpPr>
          <p:cNvPr id="14" name="record-evidence-2-3">
            <a:extLst xmlns:a="http://schemas.openxmlformats.org/drawingml/2006/main">
              <a:ext uri="{FF2B5EF4-FFF2-40B4-BE49-F238E27FC236}">
                <a16:creationId xmlns:a16="http://schemas.microsoft.com/office/drawing/2014/main" id="{2753EB56-8311-4145-ADAB-D608EFC3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2-4">
            <a:extLst xmlns:a="http://schemas.openxmlformats.org/drawingml/2006/main">
              <a:ext uri="{FF2B5EF4-FFF2-40B4-BE49-F238E27FC236}">
                <a16:creationId xmlns:a16="http://schemas.microsoft.com/office/drawing/2014/main" id="{BCF20123-4F97-4A86-A883-477010CB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-4">
            <a:extLst xmlns:a="http://schemas.openxmlformats.org/drawingml/2006/main">
              <a:ext uri="{FF2B5EF4-FFF2-40B4-BE49-F238E27FC236}">
                <a16:creationId xmlns:a16="http://schemas.microsoft.com/office/drawing/2014/main" id="{7752351F-6955-4E2F-8682-E0379F01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TEST-009  |  UAE International Bank Account Number (IBAN): AE70 0330 0010 0000 0000 009</a:t>
            </a:r>
          </a:p>
        </p:txBody>
      </p:sp>
      <p:sp>
        <p:nvSpPr>
          <p:cNvPr id="17" name="record-person-2-4">
            <a:extLst xmlns:a="http://schemas.openxmlformats.org/drawingml/2006/main">
              <a:ext uri="{FF2B5EF4-FFF2-40B4-BE49-F238E27FC236}">
                <a16:creationId xmlns:a16="http://schemas.microsoft.com/office/drawing/2014/main" id="{16B0CA54-659D-48C0-AA91-3B67E65A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Rashid Dana Al Mansoori  |  Physical Address: Apartment 9, Building 1151, Al Zahra Gardens Street, Dubai, UAE</a:t>
            </a:r>
          </a:p>
        </p:txBody>
      </p:sp>
      <p:sp>
        <p:nvSpPr>
          <p:cNvPr id="18" name="record-evidence-2-4">
            <a:extLst xmlns:a="http://schemas.openxmlformats.org/drawingml/2006/main">
              <a:ext uri="{FF2B5EF4-FFF2-40B4-BE49-F238E27FC236}">
                <a16:creationId xmlns:a16="http://schemas.microsoft.com/office/drawing/2014/main" id="{74B24EFA-B05D-4C02-9B66-2FA3487E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2-5">
            <a:extLst xmlns:a="http://schemas.openxmlformats.org/drawingml/2006/main">
              <a:ext uri="{FF2B5EF4-FFF2-40B4-BE49-F238E27FC236}">
                <a16:creationId xmlns:a16="http://schemas.microsoft.com/office/drawing/2014/main" id="{A923AD85-8803-46E0-8DBA-014D6E19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-5">
            <a:extLst xmlns:a="http://schemas.openxmlformats.org/drawingml/2006/main">
              <a:ext uri="{FF2B5EF4-FFF2-40B4-BE49-F238E27FC236}">
                <a16:creationId xmlns:a16="http://schemas.microsoft.com/office/drawing/2014/main" id="{4B94444E-FD60-4F1E-A2AC-179E6ED3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TEST-010  |  UAE International Bank Account Number (IBAN): AE43 0330 0010 0000 0000 010</a:t>
            </a:r>
          </a:p>
        </p:txBody>
      </p:sp>
      <p:sp>
        <p:nvSpPr>
          <p:cNvPr id="21" name="record-person-2-5">
            <a:extLst xmlns:a="http://schemas.openxmlformats.org/drawingml/2006/main">
              <a:ext uri="{FF2B5EF4-FFF2-40B4-BE49-F238E27FC236}">
                <a16:creationId xmlns:a16="http://schemas.microsoft.com/office/drawing/2014/main" id="{34BC16FC-3A42-4785-A5AC-307F3238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Latifa Reem Al Tunaiji  |  Physical Address: Apartment 10, Building 1188, Corniche Gardens Street, Ajman, UAE</a:t>
            </a:r>
          </a:p>
        </p:txBody>
      </p:sp>
      <p:sp>
        <p:nvSpPr>
          <p:cNvPr id="22" name="record-evidence-2-5">
            <a:extLst xmlns:a="http://schemas.openxmlformats.org/drawingml/2006/main">
              <a:ext uri="{FF2B5EF4-FFF2-40B4-BE49-F238E27FC236}">
                <a16:creationId xmlns:a16="http://schemas.microsoft.com/office/drawing/2014/main" id="{CE018B3E-AA8C-4535-8F64-920A0D6A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2">
            <a:extLst xmlns:a="http://schemas.openxmlformats.org/drawingml/2006/main">
              <a:ext uri="{FF2B5EF4-FFF2-40B4-BE49-F238E27FC236}">
                <a16:creationId xmlns:a16="http://schemas.microsoft.com/office/drawing/2014/main" id="{FB8800C9-2A9A-408E-A082-77C69A1D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405546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E5D3C770-638B-4AFE-B882-E19A31F9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3">
            <a:extLst xmlns:a="http://schemas.openxmlformats.org/drawingml/2006/main">
              <a:ext uri="{FF2B5EF4-FFF2-40B4-BE49-F238E27FC236}">
                <a16:creationId xmlns:a16="http://schemas.microsoft.com/office/drawing/2014/main" id="{DC06A833-9A9E-47E2-9963-C3786FE4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11-15 of 150</a:t>
            </a:r>
          </a:p>
        </p:txBody>
      </p:sp>
      <p:sp>
        <p:nvSpPr>
          <p:cNvPr id="3" name="record-panel-3-1">
            <a:extLst xmlns:a="http://schemas.openxmlformats.org/drawingml/2006/main">
              <a:ext uri="{FF2B5EF4-FFF2-40B4-BE49-F238E27FC236}">
                <a16:creationId xmlns:a16="http://schemas.microsoft.com/office/drawing/2014/main" id="{66E684CD-02E1-454D-BD7B-821D6E7D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-1">
            <a:extLst xmlns:a="http://schemas.openxmlformats.org/drawingml/2006/main">
              <a:ext uri="{FF2B5EF4-FFF2-40B4-BE49-F238E27FC236}">
                <a16:creationId xmlns:a16="http://schemas.microsoft.com/office/drawing/2014/main" id="{C3282C8A-9079-4207-B1AF-471043C4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TEST-011  |  UAE International Bank Account Number (IBAN): AE16 0330 0010 0000 0000 011</a:t>
            </a:r>
          </a:p>
        </p:txBody>
      </p:sp>
      <p:sp>
        <p:nvSpPr>
          <p:cNvPr id="5" name="record-person-3-1">
            <a:extLst xmlns:a="http://schemas.openxmlformats.org/drawingml/2006/main">
              <a:ext uri="{FF2B5EF4-FFF2-40B4-BE49-F238E27FC236}">
                <a16:creationId xmlns:a16="http://schemas.microsoft.com/office/drawing/2014/main" id="{AF3C0FA8-F5BF-4D70-A02E-23E4051C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Hamdan Hessa Al Dhaheri  |  Physical Address: Apartment 11, Building 1225, Marina Gardens Street, Sharjah, UAE</a:t>
            </a:r>
          </a:p>
        </p:txBody>
      </p:sp>
      <p:sp>
        <p:nvSpPr>
          <p:cNvPr id="6" name="record-evidence-3-1">
            <a:extLst xmlns:a="http://schemas.openxmlformats.org/drawingml/2006/main">
              <a:ext uri="{FF2B5EF4-FFF2-40B4-BE49-F238E27FC236}">
                <a16:creationId xmlns:a16="http://schemas.microsoft.com/office/drawing/2014/main" id="{6C7449B8-26C0-49F5-BF54-5BA80E13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3-2">
            <a:extLst xmlns:a="http://schemas.openxmlformats.org/drawingml/2006/main">
              <a:ext uri="{FF2B5EF4-FFF2-40B4-BE49-F238E27FC236}">
                <a16:creationId xmlns:a16="http://schemas.microsoft.com/office/drawing/2014/main" id="{3701CFCF-46FE-4F1A-B3CE-F7D3243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-2">
            <a:extLst xmlns:a="http://schemas.openxmlformats.org/drawingml/2006/main">
              <a:ext uri="{FF2B5EF4-FFF2-40B4-BE49-F238E27FC236}">
                <a16:creationId xmlns:a16="http://schemas.microsoft.com/office/drawing/2014/main" id="{237E8B6C-9A5F-4835-922A-7FE55309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TEST-012  |  UAE International Bank Account Number (IBAN): AE86 0330 0010 0000 0000 012</a:t>
            </a:r>
          </a:p>
        </p:txBody>
      </p:sp>
      <p:sp>
        <p:nvSpPr>
          <p:cNvPr id="9" name="record-person-3-2">
            <a:extLst xmlns:a="http://schemas.openxmlformats.org/drawingml/2006/main">
              <a:ext uri="{FF2B5EF4-FFF2-40B4-BE49-F238E27FC236}">
                <a16:creationId xmlns:a16="http://schemas.microsoft.com/office/drawing/2014/main" id="{65ADA045-5649-4C90-8252-7E2F9120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Noora Aisha Al Ali  |  Physical Address: Apartment 12, Building 1262, Oasis Gardens Street, Ras Al Khaimah, UAE</a:t>
            </a:r>
          </a:p>
        </p:txBody>
      </p:sp>
      <p:sp>
        <p:nvSpPr>
          <p:cNvPr id="10" name="record-evidence-3-2">
            <a:extLst xmlns:a="http://schemas.openxmlformats.org/drawingml/2006/main">
              <a:ext uri="{FF2B5EF4-FFF2-40B4-BE49-F238E27FC236}">
                <a16:creationId xmlns:a16="http://schemas.microsoft.com/office/drawing/2014/main" id="{B1A83779-5C55-41D8-8BF0-B80332F3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3-3">
            <a:extLst xmlns:a="http://schemas.openxmlformats.org/drawingml/2006/main">
              <a:ext uri="{FF2B5EF4-FFF2-40B4-BE49-F238E27FC236}">
                <a16:creationId xmlns:a16="http://schemas.microsoft.com/office/drawing/2014/main" id="{7665B088-CC88-4423-A4AE-B60BD64F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-3">
            <a:extLst xmlns:a="http://schemas.openxmlformats.org/drawingml/2006/main">
              <a:ext uri="{FF2B5EF4-FFF2-40B4-BE49-F238E27FC236}">
                <a16:creationId xmlns:a16="http://schemas.microsoft.com/office/drawing/2014/main" id="{692EAA5B-587E-41C0-B1B4-3FD29461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TEST-013  |  UAE International Bank Account Number (IBAN): AE59 0330 0010 0000 0000 013</a:t>
            </a:r>
          </a:p>
        </p:txBody>
      </p:sp>
      <p:sp>
        <p:nvSpPr>
          <p:cNvPr id="13" name="record-person-3-3">
            <a:extLst xmlns:a="http://schemas.openxmlformats.org/drawingml/2006/main">
              <a:ext uri="{FF2B5EF4-FFF2-40B4-BE49-F238E27FC236}">
                <a16:creationId xmlns:a16="http://schemas.microsoft.com/office/drawing/2014/main" id="{4445DA24-26EF-4548-9A5E-53D45ECE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Saeed Dana Al Ketbi  |  Physical Address: Apartment 13, Building 1299, Al Barsha Heights Street, Dubai, UAE</a:t>
            </a:r>
          </a:p>
        </p:txBody>
      </p:sp>
      <p:sp>
        <p:nvSpPr>
          <p:cNvPr id="14" name="record-evidence-3-3">
            <a:extLst xmlns:a="http://schemas.openxmlformats.org/drawingml/2006/main">
              <a:ext uri="{FF2B5EF4-FFF2-40B4-BE49-F238E27FC236}">
                <a16:creationId xmlns:a16="http://schemas.microsoft.com/office/drawing/2014/main" id="{8F78BBAD-F0A8-4269-A018-869C4B8D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3-4">
            <a:extLst xmlns:a="http://schemas.openxmlformats.org/drawingml/2006/main">
              <a:ext uri="{FF2B5EF4-FFF2-40B4-BE49-F238E27FC236}">
                <a16:creationId xmlns:a16="http://schemas.microsoft.com/office/drawing/2014/main" id="{101283FD-E6C8-4B3B-BF52-B55440DF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-4">
            <a:extLst xmlns:a="http://schemas.openxmlformats.org/drawingml/2006/main">
              <a:ext uri="{FF2B5EF4-FFF2-40B4-BE49-F238E27FC236}">
                <a16:creationId xmlns:a16="http://schemas.microsoft.com/office/drawing/2014/main" id="{C8DA5ABE-F5AA-429A-9C58-C4F3453B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TEST-014  |  UAE International Bank Account Number (IBAN): AE32 0330 0010 0000 0000 014</a:t>
            </a:r>
          </a:p>
        </p:txBody>
      </p:sp>
      <p:sp>
        <p:nvSpPr>
          <p:cNvPr id="17" name="record-person-3-4">
            <a:extLst xmlns:a="http://schemas.openxmlformats.org/drawingml/2006/main">
              <a:ext uri="{FF2B5EF4-FFF2-40B4-BE49-F238E27FC236}">
                <a16:creationId xmlns:a16="http://schemas.microsoft.com/office/drawing/2014/main" id="{2E1CAE3F-F463-4C6D-9D0B-7C2C34E8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Aisha Reem Al Shehhi  |  Physical Address: Apartment 14, Building 1336, Al Dana Heights Street, Umm Al Quwain, UAE</a:t>
            </a:r>
          </a:p>
        </p:txBody>
      </p:sp>
      <p:sp>
        <p:nvSpPr>
          <p:cNvPr id="18" name="record-evidence-3-4">
            <a:extLst xmlns:a="http://schemas.openxmlformats.org/drawingml/2006/main">
              <a:ext uri="{FF2B5EF4-FFF2-40B4-BE49-F238E27FC236}">
                <a16:creationId xmlns:a16="http://schemas.microsoft.com/office/drawing/2014/main" id="{6959D2B6-C4AF-4A75-8583-1BD5A203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3-5">
            <a:extLst xmlns:a="http://schemas.openxmlformats.org/drawingml/2006/main">
              <a:ext uri="{FF2B5EF4-FFF2-40B4-BE49-F238E27FC236}">
                <a16:creationId xmlns:a16="http://schemas.microsoft.com/office/drawing/2014/main" id="{095316E3-AEC8-4559-9C7A-D3F2AB7E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-5">
            <a:extLst xmlns:a="http://schemas.openxmlformats.org/drawingml/2006/main">
              <a:ext uri="{FF2B5EF4-FFF2-40B4-BE49-F238E27FC236}">
                <a16:creationId xmlns:a16="http://schemas.microsoft.com/office/drawing/2014/main" id="{E9236F9F-AF95-4131-8C39-C5B0C4EC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TEST-015  |  UAE International Bank Account Number (IBAN): AE05 0330 0010 0000 0000 015</a:t>
            </a:r>
          </a:p>
        </p:txBody>
      </p:sp>
      <p:sp>
        <p:nvSpPr>
          <p:cNvPr id="21" name="record-person-3-5">
            <a:extLst xmlns:a="http://schemas.openxmlformats.org/drawingml/2006/main">
              <a:ext uri="{FF2B5EF4-FFF2-40B4-BE49-F238E27FC236}">
                <a16:creationId xmlns:a16="http://schemas.microsoft.com/office/drawing/2014/main" id="{3EB6861C-DC30-490B-A05F-EB578968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Khalid Hessa Al Qasimi  |  Physical Address: Apartment 15, Building 1373, Al Falah Heights Street, Sharjah, UAE</a:t>
            </a:r>
          </a:p>
        </p:txBody>
      </p:sp>
      <p:sp>
        <p:nvSpPr>
          <p:cNvPr id="22" name="record-evidence-3-5">
            <a:extLst xmlns:a="http://schemas.openxmlformats.org/drawingml/2006/main">
              <a:ext uri="{FF2B5EF4-FFF2-40B4-BE49-F238E27FC236}">
                <a16:creationId xmlns:a16="http://schemas.microsoft.com/office/drawing/2014/main" id="{432C8ECC-B081-4669-90AE-890DC30E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14072CE0-E58D-41ED-B2F2-3DB918B8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6425339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DF3FCCEF-E679-4ED6-9A77-4AE4D2C2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4">
            <a:extLst xmlns:a="http://schemas.openxmlformats.org/drawingml/2006/main">
              <a:ext uri="{FF2B5EF4-FFF2-40B4-BE49-F238E27FC236}">
                <a16:creationId xmlns:a16="http://schemas.microsoft.com/office/drawing/2014/main" id="{BB3FC45F-9129-49F6-A68A-1CCA0E84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16-20 of 150</a:t>
            </a:r>
          </a:p>
        </p:txBody>
      </p:sp>
      <p:sp>
        <p:nvSpPr>
          <p:cNvPr id="3" name="record-panel-4-1">
            <a:extLst xmlns:a="http://schemas.openxmlformats.org/drawingml/2006/main">
              <a:ext uri="{FF2B5EF4-FFF2-40B4-BE49-F238E27FC236}">
                <a16:creationId xmlns:a16="http://schemas.microsoft.com/office/drawing/2014/main" id="{F0ADBC74-471F-4AED-BFA2-EA09C611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4-1">
            <a:extLst xmlns:a="http://schemas.openxmlformats.org/drawingml/2006/main">
              <a:ext uri="{FF2B5EF4-FFF2-40B4-BE49-F238E27FC236}">
                <a16:creationId xmlns:a16="http://schemas.microsoft.com/office/drawing/2014/main" id="{9E0FA972-0B72-41DC-8FFE-93632ED6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TEST-016  |  UAE International Bank Account Number (IBAN): AE75 0330 0010 0000 0000 016</a:t>
            </a:r>
          </a:p>
        </p:txBody>
      </p:sp>
      <p:sp>
        <p:nvSpPr>
          <p:cNvPr id="5" name="record-person-4-1">
            <a:extLst xmlns:a="http://schemas.openxmlformats.org/drawingml/2006/main">
              <a:ext uri="{FF2B5EF4-FFF2-40B4-BE49-F238E27FC236}">
                <a16:creationId xmlns:a16="http://schemas.microsoft.com/office/drawing/2014/main" id="{D564E4AB-87E0-4396-A3A7-2A8AAAB2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Maryam Aisha Al Mazrouei  |  Physical Address: Apartment 16, Building 1410, Al Jaddaf Heights Street, Abu Dhabi, UAE</a:t>
            </a:r>
          </a:p>
        </p:txBody>
      </p:sp>
      <p:sp>
        <p:nvSpPr>
          <p:cNvPr id="6" name="record-evidence-4-1">
            <a:extLst xmlns:a="http://schemas.openxmlformats.org/drawingml/2006/main">
              <a:ext uri="{FF2B5EF4-FFF2-40B4-BE49-F238E27FC236}">
                <a16:creationId xmlns:a16="http://schemas.microsoft.com/office/drawing/2014/main" id="{940A1BEE-DC30-4AC8-A9EE-E43DB6E0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4-2">
            <a:extLst xmlns:a="http://schemas.openxmlformats.org/drawingml/2006/main">
              <a:ext uri="{FF2B5EF4-FFF2-40B4-BE49-F238E27FC236}">
                <a16:creationId xmlns:a16="http://schemas.microsoft.com/office/drawing/2014/main" id="{1CDE7617-4FAE-4DEF-AA42-404E3A98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4-2">
            <a:extLst xmlns:a="http://schemas.openxmlformats.org/drawingml/2006/main">
              <a:ext uri="{FF2B5EF4-FFF2-40B4-BE49-F238E27FC236}">
                <a16:creationId xmlns:a16="http://schemas.microsoft.com/office/drawing/2014/main" id="{309879C0-A69F-4CD0-B4FC-A664D0E5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TEST-017  |  UAE International Bank Account Number (IBAN): AE48 0330 0010 0000 0000 017</a:t>
            </a:r>
          </a:p>
        </p:txBody>
      </p:sp>
      <p:sp>
        <p:nvSpPr>
          <p:cNvPr id="9" name="record-person-4-2">
            <a:extLst xmlns:a="http://schemas.openxmlformats.org/drawingml/2006/main">
              <a:ext uri="{FF2B5EF4-FFF2-40B4-BE49-F238E27FC236}">
                <a16:creationId xmlns:a16="http://schemas.microsoft.com/office/drawing/2014/main" id="{EC99AF85-E08D-48B2-9FB6-D699F34D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Omar Dana Al Tunaiji  |  Physical Address: Apartment 17, Building 1447, Al Khalid Heights Street, Al Ain, UAE</a:t>
            </a:r>
          </a:p>
        </p:txBody>
      </p:sp>
      <p:sp>
        <p:nvSpPr>
          <p:cNvPr id="10" name="record-evidence-4-2">
            <a:extLst xmlns:a="http://schemas.openxmlformats.org/drawingml/2006/main">
              <a:ext uri="{FF2B5EF4-FFF2-40B4-BE49-F238E27FC236}">
                <a16:creationId xmlns:a16="http://schemas.microsoft.com/office/drawing/2014/main" id="{491B4E61-5858-4895-BEA8-F998D9FD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4-3">
            <a:extLst xmlns:a="http://schemas.openxmlformats.org/drawingml/2006/main">
              <a:ext uri="{FF2B5EF4-FFF2-40B4-BE49-F238E27FC236}">
                <a16:creationId xmlns:a16="http://schemas.microsoft.com/office/drawing/2014/main" id="{48ABBC84-A421-4401-B224-EB2BB107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4-3">
            <a:extLst xmlns:a="http://schemas.openxmlformats.org/drawingml/2006/main">
              <a:ext uri="{FF2B5EF4-FFF2-40B4-BE49-F238E27FC236}">
                <a16:creationId xmlns:a16="http://schemas.microsoft.com/office/drawing/2014/main" id="{9265C21F-EFF8-4498-9F64-C498D75A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TEST-018  |  UAE International Bank Account Number (IBAN): AE21 0330 0010 0000 0000 018</a:t>
            </a:r>
          </a:p>
        </p:txBody>
      </p:sp>
      <p:sp>
        <p:nvSpPr>
          <p:cNvPr id="13" name="record-person-4-3">
            <a:extLst xmlns:a="http://schemas.openxmlformats.org/drawingml/2006/main">
              <a:ext uri="{FF2B5EF4-FFF2-40B4-BE49-F238E27FC236}">
                <a16:creationId xmlns:a16="http://schemas.microsoft.com/office/drawing/2014/main" id="{E3D6DE71-28C7-4D23-8EF6-BA684EA0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Fatima Reem Al Dhaheri  |  Physical Address: Apartment 18, Building 1484, Al Noor Heights Street, Al Ain, UAE</a:t>
            </a:r>
          </a:p>
        </p:txBody>
      </p:sp>
      <p:sp>
        <p:nvSpPr>
          <p:cNvPr id="14" name="record-evidence-4-3">
            <a:extLst xmlns:a="http://schemas.openxmlformats.org/drawingml/2006/main">
              <a:ext uri="{FF2B5EF4-FFF2-40B4-BE49-F238E27FC236}">
                <a16:creationId xmlns:a16="http://schemas.microsoft.com/office/drawing/2014/main" id="{041B9AB2-144C-4B06-ADC3-03776CE3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4-4">
            <a:extLst xmlns:a="http://schemas.openxmlformats.org/drawingml/2006/main">
              <a:ext uri="{FF2B5EF4-FFF2-40B4-BE49-F238E27FC236}">
                <a16:creationId xmlns:a16="http://schemas.microsoft.com/office/drawing/2014/main" id="{D61023D7-56F9-44EC-8D6B-F29A075E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4-4">
            <a:extLst xmlns:a="http://schemas.openxmlformats.org/drawingml/2006/main">
              <a:ext uri="{FF2B5EF4-FFF2-40B4-BE49-F238E27FC236}">
                <a16:creationId xmlns:a16="http://schemas.microsoft.com/office/drawing/2014/main" id="{442CE8C2-EEA4-45F6-A278-55D984CD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TEST-019  |  UAE International Bank Account Number (IBAN): AE91 0330 0010 0000 0000 019</a:t>
            </a:r>
          </a:p>
        </p:txBody>
      </p:sp>
      <p:sp>
        <p:nvSpPr>
          <p:cNvPr id="17" name="record-person-4-4">
            <a:extLst xmlns:a="http://schemas.openxmlformats.org/drawingml/2006/main">
              <a:ext uri="{FF2B5EF4-FFF2-40B4-BE49-F238E27FC236}">
                <a16:creationId xmlns:a16="http://schemas.microsoft.com/office/drawing/2014/main" id="{8DDE5D1B-E110-4F62-9C7F-C3D22CAB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Yousef Rashid Al Ali  |  Physical Address: Apartment 19, Building 1521, Al Raha Heights Street, Fujairah, UAE</a:t>
            </a:r>
          </a:p>
        </p:txBody>
      </p:sp>
      <p:sp>
        <p:nvSpPr>
          <p:cNvPr id="18" name="record-evidence-4-4">
            <a:extLst xmlns:a="http://schemas.openxmlformats.org/drawingml/2006/main">
              <a:ext uri="{FF2B5EF4-FFF2-40B4-BE49-F238E27FC236}">
                <a16:creationId xmlns:a16="http://schemas.microsoft.com/office/drawing/2014/main" id="{2C51D627-D66A-48D8-A13B-F0E4AF90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4-5">
            <a:extLst xmlns:a="http://schemas.openxmlformats.org/drawingml/2006/main">
              <a:ext uri="{FF2B5EF4-FFF2-40B4-BE49-F238E27FC236}">
                <a16:creationId xmlns:a16="http://schemas.microsoft.com/office/drawing/2014/main" id="{2A10F231-425C-498A-A624-7FDF8666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4-5">
            <a:extLst xmlns:a="http://schemas.openxmlformats.org/drawingml/2006/main">
              <a:ext uri="{FF2B5EF4-FFF2-40B4-BE49-F238E27FC236}">
                <a16:creationId xmlns:a16="http://schemas.microsoft.com/office/drawing/2014/main" id="{1D675ED4-667C-40A4-A4BB-9BA956E1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TEST-020  |  UAE International Bank Account Number (IBAN): AE64 0330 0010 0000 0000 020</a:t>
            </a:r>
          </a:p>
        </p:txBody>
      </p:sp>
      <p:sp>
        <p:nvSpPr>
          <p:cNvPr id="21" name="record-person-4-5">
            <a:extLst xmlns:a="http://schemas.openxmlformats.org/drawingml/2006/main">
              <a:ext uri="{FF2B5EF4-FFF2-40B4-BE49-F238E27FC236}">
                <a16:creationId xmlns:a16="http://schemas.microsoft.com/office/drawing/2014/main" id="{1F79C04B-70F0-41A6-A643-CFF8D04F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Dana Khalid Al Falasi  |  Physical Address: Apartment 20, Building 1558, Al Safa Heights Street, Abu Dhabi, UAE</a:t>
            </a:r>
          </a:p>
        </p:txBody>
      </p:sp>
      <p:sp>
        <p:nvSpPr>
          <p:cNvPr id="22" name="record-evidence-4-5">
            <a:extLst xmlns:a="http://schemas.openxmlformats.org/drawingml/2006/main">
              <a:ext uri="{FF2B5EF4-FFF2-40B4-BE49-F238E27FC236}">
                <a16:creationId xmlns:a16="http://schemas.microsoft.com/office/drawing/2014/main" id="{92023EFD-9762-4724-984A-9D341EB7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A6C657AB-0871-49DD-BE8D-3CDB322E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671450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450E4BCD-F477-4227-A6EB-F6A9F705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5">
            <a:extLst xmlns:a="http://schemas.openxmlformats.org/drawingml/2006/main">
              <a:ext uri="{FF2B5EF4-FFF2-40B4-BE49-F238E27FC236}">
                <a16:creationId xmlns:a16="http://schemas.microsoft.com/office/drawing/2014/main" id="{4548ED65-ECBE-463E-91B7-966F9D50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21-25 of 150</a:t>
            </a:r>
          </a:p>
        </p:txBody>
      </p:sp>
      <p:sp>
        <p:nvSpPr>
          <p:cNvPr id="3" name="record-panel-5-1">
            <a:extLst xmlns:a="http://schemas.openxmlformats.org/drawingml/2006/main">
              <a:ext uri="{FF2B5EF4-FFF2-40B4-BE49-F238E27FC236}">
                <a16:creationId xmlns:a16="http://schemas.microsoft.com/office/drawing/2014/main" id="{313CF750-F2C8-439E-AD99-08CA8831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5-1">
            <a:extLst xmlns:a="http://schemas.openxmlformats.org/drawingml/2006/main">
              <a:ext uri="{FF2B5EF4-FFF2-40B4-BE49-F238E27FC236}">
                <a16:creationId xmlns:a16="http://schemas.microsoft.com/office/drawing/2014/main" id="{E602489C-666A-48F6-AF94-28E4B15B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TEST-021  |  UAE International Bank Account Number (IBAN): AE37 0330 0010 0000 0000 021</a:t>
            </a:r>
          </a:p>
        </p:txBody>
      </p:sp>
      <p:sp>
        <p:nvSpPr>
          <p:cNvPr id="5" name="record-person-5-1">
            <a:extLst xmlns:a="http://schemas.openxmlformats.org/drawingml/2006/main">
              <a:ext uri="{FF2B5EF4-FFF2-40B4-BE49-F238E27FC236}">
                <a16:creationId xmlns:a16="http://schemas.microsoft.com/office/drawing/2014/main" id="{62E22632-F4E8-4B63-820F-5D9C81C3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Salem Aisha Al Shehhi  |  Physical Address: Apartment 21, Building 1595, Al Zahra Heights Street, Dubai, UAE</a:t>
            </a:r>
          </a:p>
        </p:txBody>
      </p:sp>
      <p:sp>
        <p:nvSpPr>
          <p:cNvPr id="6" name="record-evidence-5-1">
            <a:extLst xmlns:a="http://schemas.openxmlformats.org/drawingml/2006/main">
              <a:ext uri="{FF2B5EF4-FFF2-40B4-BE49-F238E27FC236}">
                <a16:creationId xmlns:a16="http://schemas.microsoft.com/office/drawing/2014/main" id="{666D061B-5DCD-47AA-B37B-FD96E189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5-2">
            <a:extLst xmlns:a="http://schemas.openxmlformats.org/drawingml/2006/main">
              <a:ext uri="{FF2B5EF4-FFF2-40B4-BE49-F238E27FC236}">
                <a16:creationId xmlns:a16="http://schemas.microsoft.com/office/drawing/2014/main" id="{09A7A849-2129-4C2C-9532-0A4A18F9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5-2">
            <a:extLst xmlns:a="http://schemas.openxmlformats.org/drawingml/2006/main">
              <a:ext uri="{FF2B5EF4-FFF2-40B4-BE49-F238E27FC236}">
                <a16:creationId xmlns:a16="http://schemas.microsoft.com/office/drawing/2014/main" id="{15CE2AF1-DAD1-4D78-8425-B786B995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TEST-022  |  UAE International Bank Account Number (IBAN): AE10 0330 0010 0000 0000 022</a:t>
            </a:r>
          </a:p>
        </p:txBody>
      </p:sp>
      <p:sp>
        <p:nvSpPr>
          <p:cNvPr id="9" name="record-person-5-2">
            <a:extLst xmlns:a="http://schemas.openxmlformats.org/drawingml/2006/main">
              <a:ext uri="{FF2B5EF4-FFF2-40B4-BE49-F238E27FC236}">
                <a16:creationId xmlns:a16="http://schemas.microsoft.com/office/drawing/2014/main" id="{309B0A12-FDF0-4169-BD78-119C922A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Alya Zayed Al Qasimi  |  Physical Address: Apartment 22, Building 1632, Corniche Heights Street, Ajman, UAE</a:t>
            </a:r>
          </a:p>
        </p:txBody>
      </p:sp>
      <p:sp>
        <p:nvSpPr>
          <p:cNvPr id="10" name="record-evidence-5-2">
            <a:extLst xmlns:a="http://schemas.openxmlformats.org/drawingml/2006/main">
              <a:ext uri="{FF2B5EF4-FFF2-40B4-BE49-F238E27FC236}">
                <a16:creationId xmlns:a16="http://schemas.microsoft.com/office/drawing/2014/main" id="{16E397CE-5686-488A-8BF4-E2CA8A26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5-3">
            <a:extLst xmlns:a="http://schemas.openxmlformats.org/drawingml/2006/main">
              <a:ext uri="{FF2B5EF4-FFF2-40B4-BE49-F238E27FC236}">
                <a16:creationId xmlns:a16="http://schemas.microsoft.com/office/drawing/2014/main" id="{3C7B0284-0EE3-4C67-8E05-407CB6E2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5-3">
            <a:extLst xmlns:a="http://schemas.openxmlformats.org/drawingml/2006/main">
              <a:ext uri="{FF2B5EF4-FFF2-40B4-BE49-F238E27FC236}">
                <a16:creationId xmlns:a16="http://schemas.microsoft.com/office/drawing/2014/main" id="{BE691CE1-6E50-431D-9B2A-53D48B6A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TEST-023  |  UAE International Bank Account Number (IBAN): AE80 0330 0010 0000 0000 023</a:t>
            </a:r>
          </a:p>
        </p:txBody>
      </p:sp>
      <p:sp>
        <p:nvSpPr>
          <p:cNvPr id="13" name="record-person-5-3">
            <a:extLst xmlns:a="http://schemas.openxmlformats.org/drawingml/2006/main">
              <a:ext uri="{FF2B5EF4-FFF2-40B4-BE49-F238E27FC236}">
                <a16:creationId xmlns:a16="http://schemas.microsoft.com/office/drawing/2014/main" id="{A30D0724-11B6-4525-9AA1-8AC3A8A5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Faisal Rashid Al Mazrouei  |  Physical Address: Apartment 23, Building 1669, Marina Heights Street, Sharjah, UAE</a:t>
            </a:r>
          </a:p>
        </p:txBody>
      </p:sp>
      <p:sp>
        <p:nvSpPr>
          <p:cNvPr id="14" name="record-evidence-5-3">
            <a:extLst xmlns:a="http://schemas.openxmlformats.org/drawingml/2006/main">
              <a:ext uri="{FF2B5EF4-FFF2-40B4-BE49-F238E27FC236}">
                <a16:creationId xmlns:a16="http://schemas.microsoft.com/office/drawing/2014/main" id="{02B2874F-0EBA-4C1B-BAD3-67D92D56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5-4">
            <a:extLst xmlns:a="http://schemas.openxmlformats.org/drawingml/2006/main">
              <a:ext uri="{FF2B5EF4-FFF2-40B4-BE49-F238E27FC236}">
                <a16:creationId xmlns:a16="http://schemas.microsoft.com/office/drawing/2014/main" id="{4BEADA3C-2B1D-4BBB-9612-98C6C627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5-4">
            <a:extLst xmlns:a="http://schemas.openxmlformats.org/drawingml/2006/main">
              <a:ext uri="{FF2B5EF4-FFF2-40B4-BE49-F238E27FC236}">
                <a16:creationId xmlns:a16="http://schemas.microsoft.com/office/drawing/2014/main" id="{4C18B25B-64B5-4235-9262-8F7A7787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TEST-024  |  UAE International Bank Account Number (IBAN): AE53 0330 0010 0000 0000 024</a:t>
            </a:r>
          </a:p>
        </p:txBody>
      </p:sp>
      <p:sp>
        <p:nvSpPr>
          <p:cNvPr id="17" name="record-person-5-4">
            <a:extLst xmlns:a="http://schemas.openxmlformats.org/drawingml/2006/main">
              <a:ext uri="{FF2B5EF4-FFF2-40B4-BE49-F238E27FC236}">
                <a16:creationId xmlns:a16="http://schemas.microsoft.com/office/drawing/2014/main" id="{042AFD51-905B-45DF-A323-FEE5EC79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Maha Khalid Al Muhairi  |  Physical Address: Apartment 24, Building 1706, Oasis Heights Street, Ras Al Khaimah, UAE</a:t>
            </a:r>
          </a:p>
        </p:txBody>
      </p:sp>
      <p:sp>
        <p:nvSpPr>
          <p:cNvPr id="18" name="record-evidence-5-4">
            <a:extLst xmlns:a="http://schemas.openxmlformats.org/drawingml/2006/main">
              <a:ext uri="{FF2B5EF4-FFF2-40B4-BE49-F238E27FC236}">
                <a16:creationId xmlns:a16="http://schemas.microsoft.com/office/drawing/2014/main" id="{9E46B554-5E93-47CF-9574-1899D3A7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5-5">
            <a:extLst xmlns:a="http://schemas.openxmlformats.org/drawingml/2006/main">
              <a:ext uri="{FF2B5EF4-FFF2-40B4-BE49-F238E27FC236}">
                <a16:creationId xmlns:a16="http://schemas.microsoft.com/office/drawing/2014/main" id="{CB637C35-69ED-49F4-ACCA-45A65A4C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5-5">
            <a:extLst xmlns:a="http://schemas.openxmlformats.org/drawingml/2006/main">
              <a:ext uri="{FF2B5EF4-FFF2-40B4-BE49-F238E27FC236}">
                <a16:creationId xmlns:a16="http://schemas.microsoft.com/office/drawing/2014/main" id="{CC187868-36B2-4C13-83E6-35E16485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TEST-025  |  UAE International Bank Account Number (IBAN): AE26 0330 0010 0000 0000 025</a:t>
            </a:r>
          </a:p>
        </p:txBody>
      </p:sp>
      <p:sp>
        <p:nvSpPr>
          <p:cNvPr id="21" name="record-person-5-5">
            <a:extLst xmlns:a="http://schemas.openxmlformats.org/drawingml/2006/main">
              <a:ext uri="{FF2B5EF4-FFF2-40B4-BE49-F238E27FC236}">
                <a16:creationId xmlns:a16="http://schemas.microsoft.com/office/drawing/2014/main" id="{FAD99B64-3C88-4795-BA67-1BD88EF3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Nasser Salem Al Dhaheri  |  Physical Address: Apartment 25, Building 1743, Al Barsha View Street, Dubai, UAE</a:t>
            </a:r>
          </a:p>
        </p:txBody>
      </p:sp>
      <p:sp>
        <p:nvSpPr>
          <p:cNvPr id="22" name="record-evidence-5-5">
            <a:extLst xmlns:a="http://schemas.openxmlformats.org/drawingml/2006/main">
              <a:ext uri="{FF2B5EF4-FFF2-40B4-BE49-F238E27FC236}">
                <a16:creationId xmlns:a16="http://schemas.microsoft.com/office/drawing/2014/main" id="{A308346A-FC1B-4CF0-AF57-E4D2DAA6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5">
            <a:extLst xmlns:a="http://schemas.openxmlformats.org/drawingml/2006/main">
              <a:ext uri="{FF2B5EF4-FFF2-40B4-BE49-F238E27FC236}">
                <a16:creationId xmlns:a16="http://schemas.microsoft.com/office/drawing/2014/main" id="{D7895D25-64C3-4119-86EC-F69CBBB9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6399284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E0537477-F2E5-4903-887D-9B2A67AE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6">
            <a:extLst xmlns:a="http://schemas.openxmlformats.org/drawingml/2006/main">
              <a:ext uri="{FF2B5EF4-FFF2-40B4-BE49-F238E27FC236}">
                <a16:creationId xmlns:a16="http://schemas.microsoft.com/office/drawing/2014/main" id="{09C8C843-A300-4D3D-B752-8E62D919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26-30 of 150</a:t>
            </a:r>
          </a:p>
        </p:txBody>
      </p:sp>
      <p:sp>
        <p:nvSpPr>
          <p:cNvPr id="3" name="record-panel-6-1">
            <a:extLst xmlns:a="http://schemas.openxmlformats.org/drawingml/2006/main">
              <a:ext uri="{FF2B5EF4-FFF2-40B4-BE49-F238E27FC236}">
                <a16:creationId xmlns:a16="http://schemas.microsoft.com/office/drawing/2014/main" id="{E1969D74-C85E-4843-B501-A3A137BE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6-1">
            <a:extLst xmlns:a="http://schemas.openxmlformats.org/drawingml/2006/main">
              <a:ext uri="{FF2B5EF4-FFF2-40B4-BE49-F238E27FC236}">
                <a16:creationId xmlns:a16="http://schemas.microsoft.com/office/drawing/2014/main" id="{4ACAAE72-CE27-4494-B101-3906DCB6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TEST-026  |  UAE International Bank Account Number (IBAN): AE96 0330 0010 0000 0000 026</a:t>
            </a:r>
          </a:p>
        </p:txBody>
      </p:sp>
      <p:sp>
        <p:nvSpPr>
          <p:cNvPr id="5" name="record-person-6-1">
            <a:extLst xmlns:a="http://schemas.openxmlformats.org/drawingml/2006/main">
              <a:ext uri="{FF2B5EF4-FFF2-40B4-BE49-F238E27FC236}">
                <a16:creationId xmlns:a16="http://schemas.microsoft.com/office/drawing/2014/main" id="{2D9FBD47-D29E-41EE-9610-A16A5D20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Reem Zayed Al Ali  |  Physical Address: Apartment 26, Building 1780, Al Dana View Street, Umm Al Quwain, UAE</a:t>
            </a:r>
          </a:p>
        </p:txBody>
      </p:sp>
      <p:sp>
        <p:nvSpPr>
          <p:cNvPr id="6" name="record-evidence-6-1">
            <a:extLst xmlns:a="http://schemas.openxmlformats.org/drawingml/2006/main">
              <a:ext uri="{FF2B5EF4-FFF2-40B4-BE49-F238E27FC236}">
                <a16:creationId xmlns:a16="http://schemas.microsoft.com/office/drawing/2014/main" id="{3BA622B5-98DA-4612-B7E1-184BC03C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6-2">
            <a:extLst xmlns:a="http://schemas.openxmlformats.org/drawingml/2006/main">
              <a:ext uri="{FF2B5EF4-FFF2-40B4-BE49-F238E27FC236}">
                <a16:creationId xmlns:a16="http://schemas.microsoft.com/office/drawing/2014/main" id="{029EA09D-0385-4572-8AB4-66B662D6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6-2">
            <a:extLst xmlns:a="http://schemas.openxmlformats.org/drawingml/2006/main">
              <a:ext uri="{FF2B5EF4-FFF2-40B4-BE49-F238E27FC236}">
                <a16:creationId xmlns:a16="http://schemas.microsoft.com/office/drawing/2014/main" id="{F0455997-5007-4499-903B-F1638B6A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TEST-027  |  UAE International Bank Account Number (IBAN): AE69 0330 0010 0000 0000 027</a:t>
            </a:r>
          </a:p>
        </p:txBody>
      </p:sp>
      <p:sp>
        <p:nvSpPr>
          <p:cNvPr id="9" name="record-person-6-2">
            <a:extLst xmlns:a="http://schemas.openxmlformats.org/drawingml/2006/main">
              <a:ext uri="{FF2B5EF4-FFF2-40B4-BE49-F238E27FC236}">
                <a16:creationId xmlns:a16="http://schemas.microsoft.com/office/drawing/2014/main" id="{4B5AF621-D6D2-4340-A313-2425D412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Zayed Rashid Al Falasi  |  Physical Address: Apartment 27, Building 1817, Al Falah View Street, Sharjah, UAE</a:t>
            </a:r>
          </a:p>
        </p:txBody>
      </p:sp>
      <p:sp>
        <p:nvSpPr>
          <p:cNvPr id="10" name="record-evidence-6-2">
            <a:extLst xmlns:a="http://schemas.openxmlformats.org/drawingml/2006/main">
              <a:ext uri="{FF2B5EF4-FFF2-40B4-BE49-F238E27FC236}">
                <a16:creationId xmlns:a16="http://schemas.microsoft.com/office/drawing/2014/main" id="{7703D44F-0F86-4414-B081-523D5EBA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6-3">
            <a:extLst xmlns:a="http://schemas.openxmlformats.org/drawingml/2006/main">
              <a:ext uri="{FF2B5EF4-FFF2-40B4-BE49-F238E27FC236}">
                <a16:creationId xmlns:a16="http://schemas.microsoft.com/office/drawing/2014/main" id="{A3825F93-85EF-4C3E-8A62-36035216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6-3">
            <a:extLst xmlns:a="http://schemas.openxmlformats.org/drawingml/2006/main">
              <a:ext uri="{FF2B5EF4-FFF2-40B4-BE49-F238E27FC236}">
                <a16:creationId xmlns:a16="http://schemas.microsoft.com/office/drawing/2014/main" id="{CC0BBDDB-B311-4B22-9472-7DC7E537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TEST-028  |  UAE International Bank Account Number (IBAN): AE42 0330 0010 0000 0000 028</a:t>
            </a:r>
          </a:p>
        </p:txBody>
      </p:sp>
      <p:sp>
        <p:nvSpPr>
          <p:cNvPr id="13" name="record-person-6-3">
            <a:extLst xmlns:a="http://schemas.openxmlformats.org/drawingml/2006/main">
              <a:ext uri="{FF2B5EF4-FFF2-40B4-BE49-F238E27FC236}">
                <a16:creationId xmlns:a16="http://schemas.microsoft.com/office/drawing/2014/main" id="{0AFA8AC6-158F-4163-885F-265E594C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Salama Khalid Al Yammahi  |  Physical Address: Apartment 28, Building 1854, Al Jaddaf View Street, Abu Dhabi, UAE</a:t>
            </a:r>
          </a:p>
        </p:txBody>
      </p:sp>
      <p:sp>
        <p:nvSpPr>
          <p:cNvPr id="14" name="record-evidence-6-3">
            <a:extLst xmlns:a="http://schemas.openxmlformats.org/drawingml/2006/main">
              <a:ext uri="{FF2B5EF4-FFF2-40B4-BE49-F238E27FC236}">
                <a16:creationId xmlns:a16="http://schemas.microsoft.com/office/drawing/2014/main" id="{7D9D7550-FB9E-4C23-A595-C397E67B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6-4">
            <a:extLst xmlns:a="http://schemas.openxmlformats.org/drawingml/2006/main">
              <a:ext uri="{FF2B5EF4-FFF2-40B4-BE49-F238E27FC236}">
                <a16:creationId xmlns:a16="http://schemas.microsoft.com/office/drawing/2014/main" id="{B6044D61-FF64-40FD-8931-3E87C10C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6-4">
            <a:extLst xmlns:a="http://schemas.openxmlformats.org/drawingml/2006/main">
              <a:ext uri="{FF2B5EF4-FFF2-40B4-BE49-F238E27FC236}">
                <a16:creationId xmlns:a16="http://schemas.microsoft.com/office/drawing/2014/main" id="{653D9729-561F-49A5-A208-6C7AD8EF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TEST-029  |  UAE International Bank Account Number (IBAN): AE15 0330 0010 0000 0000 029</a:t>
            </a:r>
          </a:p>
        </p:txBody>
      </p:sp>
      <p:sp>
        <p:nvSpPr>
          <p:cNvPr id="17" name="record-person-6-4">
            <a:extLst xmlns:a="http://schemas.openxmlformats.org/drawingml/2006/main">
              <a:ext uri="{FF2B5EF4-FFF2-40B4-BE49-F238E27FC236}">
                <a16:creationId xmlns:a16="http://schemas.microsoft.com/office/drawing/2014/main" id="{107FA8AE-B099-414D-B61E-1E525F88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Tariq Salem Al Qasimi  |  Physical Address: Apartment 29, Building 1891, Al Khalid View Street, Al Ain, UAE</a:t>
            </a:r>
          </a:p>
        </p:txBody>
      </p:sp>
      <p:sp>
        <p:nvSpPr>
          <p:cNvPr id="18" name="record-evidence-6-4">
            <a:extLst xmlns:a="http://schemas.openxmlformats.org/drawingml/2006/main">
              <a:ext uri="{FF2B5EF4-FFF2-40B4-BE49-F238E27FC236}">
                <a16:creationId xmlns:a16="http://schemas.microsoft.com/office/drawing/2014/main" id="{6B10617E-7E1F-4F0D-932F-F8DAA550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6-5">
            <a:extLst xmlns:a="http://schemas.openxmlformats.org/drawingml/2006/main">
              <a:ext uri="{FF2B5EF4-FFF2-40B4-BE49-F238E27FC236}">
                <a16:creationId xmlns:a16="http://schemas.microsoft.com/office/drawing/2014/main" id="{FBF6222B-8319-4914-8FB1-DE9A343F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6-5">
            <a:extLst xmlns:a="http://schemas.openxmlformats.org/drawingml/2006/main">
              <a:ext uri="{FF2B5EF4-FFF2-40B4-BE49-F238E27FC236}">
                <a16:creationId xmlns:a16="http://schemas.microsoft.com/office/drawing/2014/main" id="{2A21AF44-27AA-4034-BC81-570A5CDD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TEST-030  |  UAE International Bank Account Number (IBAN): AE85 0330 0010 0000 0000 030</a:t>
            </a:r>
          </a:p>
        </p:txBody>
      </p:sp>
      <p:sp>
        <p:nvSpPr>
          <p:cNvPr id="21" name="record-person-6-5">
            <a:extLst xmlns:a="http://schemas.openxmlformats.org/drawingml/2006/main">
              <a:ext uri="{FF2B5EF4-FFF2-40B4-BE49-F238E27FC236}">
                <a16:creationId xmlns:a16="http://schemas.microsoft.com/office/drawing/2014/main" id="{96540CEB-43BE-478F-8B30-E5078DD4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Amna Zayed Al Mazrouei  |  Physical Address: Apartment 30, Building 1928, Al Noor View Street, Al Ain, UAE</a:t>
            </a:r>
          </a:p>
        </p:txBody>
      </p:sp>
      <p:sp>
        <p:nvSpPr>
          <p:cNvPr id="22" name="record-evidence-6-5">
            <a:extLst xmlns:a="http://schemas.openxmlformats.org/drawingml/2006/main">
              <a:ext uri="{FF2B5EF4-FFF2-40B4-BE49-F238E27FC236}">
                <a16:creationId xmlns:a16="http://schemas.microsoft.com/office/drawing/2014/main" id="{F21CCC6F-44A8-42DE-ABF1-984ED069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C09AFFDD-9599-4D06-B112-346BC033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628320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0868A2C3-9967-40CD-8BE7-010BA8E5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7">
            <a:extLst xmlns:a="http://schemas.openxmlformats.org/drawingml/2006/main">
              <a:ext uri="{FF2B5EF4-FFF2-40B4-BE49-F238E27FC236}">
                <a16:creationId xmlns:a16="http://schemas.microsoft.com/office/drawing/2014/main" id="{87CFF21C-F58D-4228-9D53-C5150678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31-35 of 150</a:t>
            </a:r>
          </a:p>
        </p:txBody>
      </p:sp>
      <p:sp>
        <p:nvSpPr>
          <p:cNvPr id="3" name="record-panel-7-1">
            <a:extLst xmlns:a="http://schemas.openxmlformats.org/drawingml/2006/main">
              <a:ext uri="{FF2B5EF4-FFF2-40B4-BE49-F238E27FC236}">
                <a16:creationId xmlns:a16="http://schemas.microsoft.com/office/drawing/2014/main" id="{AA98A897-E6B0-47D4-A616-EFD7E4C2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7-1">
            <a:extLst xmlns:a="http://schemas.openxmlformats.org/drawingml/2006/main">
              <a:ext uri="{FF2B5EF4-FFF2-40B4-BE49-F238E27FC236}">
                <a16:creationId xmlns:a16="http://schemas.microsoft.com/office/drawing/2014/main" id="{013F445F-031D-477D-997D-49140431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TEST-031  |  UAE International Bank Account Number (IBAN): AE58 0330 0010 0000 0000 031</a:t>
            </a:r>
          </a:p>
        </p:txBody>
      </p:sp>
      <p:sp>
        <p:nvSpPr>
          <p:cNvPr id="5" name="record-person-7-1">
            <a:extLst xmlns:a="http://schemas.openxmlformats.org/drawingml/2006/main">
              <a:ext uri="{FF2B5EF4-FFF2-40B4-BE49-F238E27FC236}">
                <a16:creationId xmlns:a16="http://schemas.microsoft.com/office/drawing/2014/main" id="{1F2E0635-EC55-43C0-AC02-A487EC21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Majid Rashid Al Muhairi  |  Physical Address: Apartment 31, Building 1965, Al Raha View Street, Fujairah, UAE</a:t>
            </a:r>
          </a:p>
        </p:txBody>
      </p:sp>
      <p:sp>
        <p:nvSpPr>
          <p:cNvPr id="6" name="record-evidence-7-1">
            <a:extLst xmlns:a="http://schemas.openxmlformats.org/drawingml/2006/main">
              <a:ext uri="{FF2B5EF4-FFF2-40B4-BE49-F238E27FC236}">
                <a16:creationId xmlns:a16="http://schemas.microsoft.com/office/drawing/2014/main" id="{F59134A6-0758-4FDE-8481-26996C43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7-2">
            <a:extLst xmlns:a="http://schemas.openxmlformats.org/drawingml/2006/main">
              <a:ext uri="{FF2B5EF4-FFF2-40B4-BE49-F238E27FC236}">
                <a16:creationId xmlns:a16="http://schemas.microsoft.com/office/drawing/2014/main" id="{711C450C-EF21-4483-8E17-26CAE20E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7-2">
            <a:extLst xmlns:a="http://schemas.openxmlformats.org/drawingml/2006/main">
              <a:ext uri="{FF2B5EF4-FFF2-40B4-BE49-F238E27FC236}">
                <a16:creationId xmlns:a16="http://schemas.microsoft.com/office/drawing/2014/main" id="{715788A1-B132-4310-A3DD-93CB8FF8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TEST-032  |  UAE International Bank Account Number (IBAN): AE31 0330 0010 0000 0000 032</a:t>
            </a:r>
          </a:p>
        </p:txBody>
      </p:sp>
      <p:sp>
        <p:nvSpPr>
          <p:cNvPr id="9" name="record-person-7-2">
            <a:extLst xmlns:a="http://schemas.openxmlformats.org/drawingml/2006/main">
              <a:ext uri="{FF2B5EF4-FFF2-40B4-BE49-F238E27FC236}">
                <a16:creationId xmlns:a16="http://schemas.microsoft.com/office/drawing/2014/main" id="{1A51DADB-C30D-4273-A630-BBDD9449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Hessa Khalid Al Hammadi  |  Physical Address: Apartment 32, Building 2002, Al Safa View Street, Abu Dhabi, UAE</a:t>
            </a:r>
          </a:p>
        </p:txBody>
      </p:sp>
      <p:sp>
        <p:nvSpPr>
          <p:cNvPr id="10" name="record-evidence-7-2">
            <a:extLst xmlns:a="http://schemas.openxmlformats.org/drawingml/2006/main">
              <a:ext uri="{FF2B5EF4-FFF2-40B4-BE49-F238E27FC236}">
                <a16:creationId xmlns:a16="http://schemas.microsoft.com/office/drawing/2014/main" id="{2E6696C1-30AD-4D18-8D40-DC8BC6D3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7-3">
            <a:extLst xmlns:a="http://schemas.openxmlformats.org/drawingml/2006/main">
              <a:ext uri="{FF2B5EF4-FFF2-40B4-BE49-F238E27FC236}">
                <a16:creationId xmlns:a16="http://schemas.microsoft.com/office/drawing/2014/main" id="{3C691567-A854-4925-984F-2107064D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7-3">
            <a:extLst xmlns:a="http://schemas.openxmlformats.org/drawingml/2006/main">
              <a:ext uri="{FF2B5EF4-FFF2-40B4-BE49-F238E27FC236}">
                <a16:creationId xmlns:a16="http://schemas.microsoft.com/office/drawing/2014/main" id="{C811255B-6D73-4DBD-9AFA-8BBE48AD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TEST-033  |  UAE International Bank Account Number (IBAN): AE04 0330 0010 0000 0000 033</a:t>
            </a:r>
          </a:p>
        </p:txBody>
      </p:sp>
      <p:sp>
        <p:nvSpPr>
          <p:cNvPr id="13" name="record-person-7-3">
            <a:extLst xmlns:a="http://schemas.openxmlformats.org/drawingml/2006/main">
              <a:ext uri="{FF2B5EF4-FFF2-40B4-BE49-F238E27FC236}">
                <a16:creationId xmlns:a16="http://schemas.microsoft.com/office/drawing/2014/main" id="{70C922DB-8902-4833-8575-562DADEF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Rashid Salem Al Ali  |  Physical Address: Apartment 33, Building 2039, Al Zahra View Street, Dubai, UAE</a:t>
            </a:r>
          </a:p>
        </p:txBody>
      </p:sp>
      <p:sp>
        <p:nvSpPr>
          <p:cNvPr id="14" name="record-evidence-7-3">
            <a:extLst xmlns:a="http://schemas.openxmlformats.org/drawingml/2006/main">
              <a:ext uri="{FF2B5EF4-FFF2-40B4-BE49-F238E27FC236}">
                <a16:creationId xmlns:a16="http://schemas.microsoft.com/office/drawing/2014/main" id="{7B00BF4A-AF7E-498C-A322-47FEAA6A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7-4">
            <a:extLst xmlns:a="http://schemas.openxmlformats.org/drawingml/2006/main">
              <a:ext uri="{FF2B5EF4-FFF2-40B4-BE49-F238E27FC236}">
                <a16:creationId xmlns:a16="http://schemas.microsoft.com/office/drawing/2014/main" id="{135E4C4E-0922-4CFE-B6DC-C92B9002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7-4">
            <a:extLst xmlns:a="http://schemas.openxmlformats.org/drawingml/2006/main">
              <a:ext uri="{FF2B5EF4-FFF2-40B4-BE49-F238E27FC236}">
                <a16:creationId xmlns:a16="http://schemas.microsoft.com/office/drawing/2014/main" id="{1BD0912A-2D97-498C-865B-A59ECA07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TEST-034  |  UAE International Bank Account Number (IBAN): AE74 0330 0010 0000 0000 034</a:t>
            </a:r>
          </a:p>
        </p:txBody>
      </p:sp>
      <p:sp>
        <p:nvSpPr>
          <p:cNvPr id="17" name="record-person-7-4">
            <a:extLst xmlns:a="http://schemas.openxmlformats.org/drawingml/2006/main">
              <a:ext uri="{FF2B5EF4-FFF2-40B4-BE49-F238E27FC236}">
                <a16:creationId xmlns:a16="http://schemas.microsoft.com/office/drawing/2014/main" id="{1C6CA681-A482-42AE-A748-3DD60D08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Latifa Zayed Al Falasi  |  Physical Address: Apartment 34, Building 2076, Corniche View Street, Ajman, UAE</a:t>
            </a:r>
          </a:p>
        </p:txBody>
      </p:sp>
      <p:sp>
        <p:nvSpPr>
          <p:cNvPr id="18" name="record-evidence-7-4">
            <a:extLst xmlns:a="http://schemas.openxmlformats.org/drawingml/2006/main">
              <a:ext uri="{FF2B5EF4-FFF2-40B4-BE49-F238E27FC236}">
                <a16:creationId xmlns:a16="http://schemas.microsoft.com/office/drawing/2014/main" id="{3A7782E0-13A9-4972-8548-388DF035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7-5">
            <a:extLst xmlns:a="http://schemas.openxmlformats.org/drawingml/2006/main">
              <a:ext uri="{FF2B5EF4-FFF2-40B4-BE49-F238E27FC236}">
                <a16:creationId xmlns:a16="http://schemas.microsoft.com/office/drawing/2014/main" id="{C9C57121-7B89-4D27-8192-DCA76682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7-5">
            <a:extLst xmlns:a="http://schemas.openxmlformats.org/drawingml/2006/main">
              <a:ext uri="{FF2B5EF4-FFF2-40B4-BE49-F238E27FC236}">
                <a16:creationId xmlns:a16="http://schemas.microsoft.com/office/drawing/2014/main" id="{4376C84C-E945-4FDE-8601-2B88F568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TEST-035  |  UAE International Bank Account Number (IBAN): AE47 0330 0010 0000 0000 035</a:t>
            </a:r>
          </a:p>
        </p:txBody>
      </p:sp>
      <p:sp>
        <p:nvSpPr>
          <p:cNvPr id="21" name="record-person-7-5">
            <a:extLst xmlns:a="http://schemas.openxmlformats.org/drawingml/2006/main">
              <a:ext uri="{FF2B5EF4-FFF2-40B4-BE49-F238E27FC236}">
                <a16:creationId xmlns:a16="http://schemas.microsoft.com/office/drawing/2014/main" id="{E0C4F346-908A-43D5-916B-37F5F1BF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Hamdan Rashid Al Yammahi  |  Physical Address: Apartment 35, Building 2113, Marina View Street, Sharjah, UAE</a:t>
            </a:r>
          </a:p>
        </p:txBody>
      </p:sp>
      <p:sp>
        <p:nvSpPr>
          <p:cNvPr id="22" name="record-evidence-7-5">
            <a:extLst xmlns:a="http://schemas.openxmlformats.org/drawingml/2006/main">
              <a:ext uri="{FF2B5EF4-FFF2-40B4-BE49-F238E27FC236}">
                <a16:creationId xmlns:a16="http://schemas.microsoft.com/office/drawing/2014/main" id="{8AC4F8BF-9C0C-4D55-8625-B8D43073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7">
            <a:extLst xmlns:a="http://schemas.openxmlformats.org/drawingml/2006/main">
              <a:ext uri="{FF2B5EF4-FFF2-40B4-BE49-F238E27FC236}">
                <a16:creationId xmlns:a16="http://schemas.microsoft.com/office/drawing/2014/main" id="{FEF5BEB3-AF38-4467-892A-BC30123E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6345892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54A6000A-57B0-4856-B754-F4377BAD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8">
            <a:extLst xmlns:a="http://schemas.openxmlformats.org/drawingml/2006/main">
              <a:ext uri="{FF2B5EF4-FFF2-40B4-BE49-F238E27FC236}">
                <a16:creationId xmlns:a16="http://schemas.microsoft.com/office/drawing/2014/main" id="{6645F5B9-630D-439A-B5CE-AB36F818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36-40 of 150</a:t>
            </a:r>
          </a:p>
        </p:txBody>
      </p:sp>
      <p:sp>
        <p:nvSpPr>
          <p:cNvPr id="3" name="record-panel-8-1">
            <a:extLst xmlns:a="http://schemas.openxmlformats.org/drawingml/2006/main">
              <a:ext uri="{FF2B5EF4-FFF2-40B4-BE49-F238E27FC236}">
                <a16:creationId xmlns:a16="http://schemas.microsoft.com/office/drawing/2014/main" id="{761733C0-1B43-4263-96FF-51A764DE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8-1">
            <a:extLst xmlns:a="http://schemas.openxmlformats.org/drawingml/2006/main">
              <a:ext uri="{FF2B5EF4-FFF2-40B4-BE49-F238E27FC236}">
                <a16:creationId xmlns:a16="http://schemas.microsoft.com/office/drawing/2014/main" id="{52AD0CA4-B727-4F88-A610-DB026CDD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TEST-036  |  UAE International Bank Account Number (IBAN): AE20 0330 0010 0000 0000 036</a:t>
            </a:r>
          </a:p>
        </p:txBody>
      </p:sp>
      <p:sp>
        <p:nvSpPr>
          <p:cNvPr id="5" name="record-person-8-1">
            <a:extLst xmlns:a="http://schemas.openxmlformats.org/drawingml/2006/main">
              <a:ext uri="{FF2B5EF4-FFF2-40B4-BE49-F238E27FC236}">
                <a16:creationId xmlns:a16="http://schemas.microsoft.com/office/drawing/2014/main" id="{4ED026B0-5D1E-4C02-AECD-5F79FDAE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Noora Khalid Al Zaabi  |  Physical Address: Apartment 36, Building 2150, Oasis View Street, Ras Al Khaimah, UAE</a:t>
            </a:r>
          </a:p>
        </p:txBody>
      </p:sp>
      <p:sp>
        <p:nvSpPr>
          <p:cNvPr id="6" name="record-evidence-8-1">
            <a:extLst xmlns:a="http://schemas.openxmlformats.org/drawingml/2006/main">
              <a:ext uri="{FF2B5EF4-FFF2-40B4-BE49-F238E27FC236}">
                <a16:creationId xmlns:a16="http://schemas.microsoft.com/office/drawing/2014/main" id="{C4739912-5EF6-4C6A-A4A9-CF9DAF12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8-2">
            <a:extLst xmlns:a="http://schemas.openxmlformats.org/drawingml/2006/main">
              <a:ext uri="{FF2B5EF4-FFF2-40B4-BE49-F238E27FC236}">
                <a16:creationId xmlns:a16="http://schemas.microsoft.com/office/drawing/2014/main" id="{F10AACC5-C9BD-43AB-A9D2-C37E332E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8-2">
            <a:extLst xmlns:a="http://schemas.openxmlformats.org/drawingml/2006/main">
              <a:ext uri="{FF2B5EF4-FFF2-40B4-BE49-F238E27FC236}">
                <a16:creationId xmlns:a16="http://schemas.microsoft.com/office/drawing/2014/main" id="{1EBBD227-D3EA-4518-A2B3-D7D62B28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TEST-037  |  UAE International Bank Account Number (IBAN): AE90 0330 0010 0000 0000 037</a:t>
            </a:r>
          </a:p>
        </p:txBody>
      </p:sp>
      <p:sp>
        <p:nvSpPr>
          <p:cNvPr id="9" name="record-person-8-2">
            <a:extLst xmlns:a="http://schemas.openxmlformats.org/drawingml/2006/main">
              <a:ext uri="{FF2B5EF4-FFF2-40B4-BE49-F238E27FC236}">
                <a16:creationId xmlns:a16="http://schemas.microsoft.com/office/drawing/2014/main" id="{678558BF-9081-4D70-A937-BC62B922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Saeed Salem Al Mazrouei  |  Physical Address: Apartment 37, Building 2187, Al Barsha Park Street, Dubai, UAE</a:t>
            </a:r>
          </a:p>
        </p:txBody>
      </p:sp>
      <p:sp>
        <p:nvSpPr>
          <p:cNvPr id="10" name="record-evidence-8-2">
            <a:extLst xmlns:a="http://schemas.openxmlformats.org/drawingml/2006/main">
              <a:ext uri="{FF2B5EF4-FFF2-40B4-BE49-F238E27FC236}">
                <a16:creationId xmlns:a16="http://schemas.microsoft.com/office/drawing/2014/main" id="{DC14D207-3687-4EC0-BE5A-118924CB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8-3">
            <a:extLst xmlns:a="http://schemas.openxmlformats.org/drawingml/2006/main">
              <a:ext uri="{FF2B5EF4-FFF2-40B4-BE49-F238E27FC236}">
                <a16:creationId xmlns:a16="http://schemas.microsoft.com/office/drawing/2014/main" id="{E57EA592-63B8-4337-895E-0E54FD01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8-3">
            <a:extLst xmlns:a="http://schemas.openxmlformats.org/drawingml/2006/main">
              <a:ext uri="{FF2B5EF4-FFF2-40B4-BE49-F238E27FC236}">
                <a16:creationId xmlns:a16="http://schemas.microsoft.com/office/drawing/2014/main" id="{E6810017-689E-4302-AA28-9C6C3165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TEST-038  |  UAE International Bank Account Number (IBAN): AE63 0330 0010 0000 0000 038</a:t>
            </a:r>
          </a:p>
        </p:txBody>
      </p:sp>
      <p:sp>
        <p:nvSpPr>
          <p:cNvPr id="13" name="record-person-8-3">
            <a:extLst xmlns:a="http://schemas.openxmlformats.org/drawingml/2006/main">
              <a:ext uri="{FF2B5EF4-FFF2-40B4-BE49-F238E27FC236}">
                <a16:creationId xmlns:a16="http://schemas.microsoft.com/office/drawing/2014/main" id="{FA6037E6-47FE-4355-A4DE-692883D4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Aisha Zayed Al Muhairi  |  Physical Address: Apartment 38, Building 2224, Al Dana Park Street, Umm Al Quwain, UAE</a:t>
            </a:r>
          </a:p>
        </p:txBody>
      </p:sp>
      <p:sp>
        <p:nvSpPr>
          <p:cNvPr id="14" name="record-evidence-8-3">
            <a:extLst xmlns:a="http://schemas.openxmlformats.org/drawingml/2006/main">
              <a:ext uri="{FF2B5EF4-FFF2-40B4-BE49-F238E27FC236}">
                <a16:creationId xmlns:a16="http://schemas.microsoft.com/office/drawing/2014/main" id="{01CE42F6-C279-4916-A0C4-16FBBB23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8-4">
            <a:extLst xmlns:a="http://schemas.openxmlformats.org/drawingml/2006/main">
              <a:ext uri="{FF2B5EF4-FFF2-40B4-BE49-F238E27FC236}">
                <a16:creationId xmlns:a16="http://schemas.microsoft.com/office/drawing/2014/main" id="{F70C3C6B-B100-4945-84B6-BA712334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8-4">
            <a:extLst xmlns:a="http://schemas.openxmlformats.org/drawingml/2006/main">
              <a:ext uri="{FF2B5EF4-FFF2-40B4-BE49-F238E27FC236}">
                <a16:creationId xmlns:a16="http://schemas.microsoft.com/office/drawing/2014/main" id="{A2DA78C2-C55B-485B-9A81-8D2EC087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TEST-039  |  UAE International Bank Account Number (IBAN): AE36 0330 0010 0000 0000 039</a:t>
            </a:r>
          </a:p>
        </p:txBody>
      </p:sp>
      <p:sp>
        <p:nvSpPr>
          <p:cNvPr id="17" name="record-person-8-4">
            <a:extLst xmlns:a="http://schemas.openxmlformats.org/drawingml/2006/main">
              <a:ext uri="{FF2B5EF4-FFF2-40B4-BE49-F238E27FC236}">
                <a16:creationId xmlns:a16="http://schemas.microsoft.com/office/drawing/2014/main" id="{84E5D3C6-DEB6-4C87-AA0E-FF4E47D2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Khalid Rashid Al Hammadi  |  Physical Address: Apartment 39, Building 2261, Al Falah Park Street, Sharjah, UAE</a:t>
            </a:r>
          </a:p>
        </p:txBody>
      </p:sp>
      <p:sp>
        <p:nvSpPr>
          <p:cNvPr id="18" name="record-evidence-8-4">
            <a:extLst xmlns:a="http://schemas.openxmlformats.org/drawingml/2006/main">
              <a:ext uri="{FF2B5EF4-FFF2-40B4-BE49-F238E27FC236}">
                <a16:creationId xmlns:a16="http://schemas.microsoft.com/office/drawing/2014/main" id="{3026CA59-77C8-4A0D-AC2B-5E5B5EBD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8-5">
            <a:extLst xmlns:a="http://schemas.openxmlformats.org/drawingml/2006/main">
              <a:ext uri="{FF2B5EF4-FFF2-40B4-BE49-F238E27FC236}">
                <a16:creationId xmlns:a16="http://schemas.microsoft.com/office/drawing/2014/main" id="{A557BBFB-8BD3-4D7C-8B67-92D7A50C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8-5">
            <a:extLst xmlns:a="http://schemas.openxmlformats.org/drawingml/2006/main">
              <a:ext uri="{FF2B5EF4-FFF2-40B4-BE49-F238E27FC236}">
                <a16:creationId xmlns:a16="http://schemas.microsoft.com/office/drawing/2014/main" id="{F6F950DF-C8BF-42E2-820D-3C2D052A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TEST-040  |  UAE International Bank Account Number (IBAN): AE09 0330 0010 0000 0000 040</a:t>
            </a:r>
          </a:p>
        </p:txBody>
      </p:sp>
      <p:sp>
        <p:nvSpPr>
          <p:cNvPr id="21" name="record-person-8-5">
            <a:extLst xmlns:a="http://schemas.openxmlformats.org/drawingml/2006/main">
              <a:ext uri="{FF2B5EF4-FFF2-40B4-BE49-F238E27FC236}">
                <a16:creationId xmlns:a16="http://schemas.microsoft.com/office/drawing/2014/main" id="{9583FC80-274E-4FCA-A0C2-BA892653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Maryam Khalid Al Mheiri  |  Physical Address: Apartment 40, Building 2298, Al Jaddaf Park Street, Abu Dhabi, UAE</a:t>
            </a:r>
          </a:p>
        </p:txBody>
      </p:sp>
      <p:sp>
        <p:nvSpPr>
          <p:cNvPr id="22" name="record-evidence-8-5">
            <a:extLst xmlns:a="http://schemas.openxmlformats.org/drawingml/2006/main">
              <a:ext uri="{FF2B5EF4-FFF2-40B4-BE49-F238E27FC236}">
                <a16:creationId xmlns:a16="http://schemas.microsoft.com/office/drawing/2014/main" id="{5DA6B85B-B8BE-4B85-8936-E0978EB5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8">
            <a:extLst xmlns:a="http://schemas.openxmlformats.org/drawingml/2006/main">
              <a:ext uri="{FF2B5EF4-FFF2-40B4-BE49-F238E27FC236}">
                <a16:creationId xmlns:a16="http://schemas.microsoft.com/office/drawing/2014/main" id="{199E708E-11E5-46A8-A694-A547C136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907781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9DA063E0-4DB9-4AEB-BEDC-66432975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9">
            <a:extLst xmlns:a="http://schemas.openxmlformats.org/drawingml/2006/main">
              <a:ext uri="{FF2B5EF4-FFF2-40B4-BE49-F238E27FC236}">
                <a16:creationId xmlns:a16="http://schemas.microsoft.com/office/drawing/2014/main" id="{6389613D-35AD-4B95-B370-432C6EF6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41-45 of 150</a:t>
            </a:r>
          </a:p>
        </p:txBody>
      </p:sp>
      <p:sp>
        <p:nvSpPr>
          <p:cNvPr id="3" name="record-panel-9-1">
            <a:extLst xmlns:a="http://schemas.openxmlformats.org/drawingml/2006/main">
              <a:ext uri="{FF2B5EF4-FFF2-40B4-BE49-F238E27FC236}">
                <a16:creationId xmlns:a16="http://schemas.microsoft.com/office/drawing/2014/main" id="{476F5355-8186-4DC0-8BB3-206D5AB7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9-1">
            <a:extLst xmlns:a="http://schemas.openxmlformats.org/drawingml/2006/main">
              <a:ext uri="{FF2B5EF4-FFF2-40B4-BE49-F238E27FC236}">
                <a16:creationId xmlns:a16="http://schemas.microsoft.com/office/drawing/2014/main" id="{24610847-F187-42C5-87F6-0B290A11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TEST-041  |  UAE International Bank Account Number (IBAN): AE79 0330 0010 0000 0000 041</a:t>
            </a:r>
          </a:p>
        </p:txBody>
      </p:sp>
      <p:sp>
        <p:nvSpPr>
          <p:cNvPr id="5" name="record-person-9-1">
            <a:extLst xmlns:a="http://schemas.openxmlformats.org/drawingml/2006/main">
              <a:ext uri="{FF2B5EF4-FFF2-40B4-BE49-F238E27FC236}">
                <a16:creationId xmlns:a16="http://schemas.microsoft.com/office/drawing/2014/main" id="{4ACCB10F-6994-43B3-AF7B-08071A41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Omar Salem Al Falasi  |  Physical Address: Apartment 41, Building 2335, Al Khalid Park Street, Al Ain, UAE</a:t>
            </a:r>
          </a:p>
        </p:txBody>
      </p:sp>
      <p:sp>
        <p:nvSpPr>
          <p:cNvPr id="6" name="record-evidence-9-1">
            <a:extLst xmlns:a="http://schemas.openxmlformats.org/drawingml/2006/main">
              <a:ext uri="{FF2B5EF4-FFF2-40B4-BE49-F238E27FC236}">
                <a16:creationId xmlns:a16="http://schemas.microsoft.com/office/drawing/2014/main" id="{2EA4F54E-7E16-44CA-8DDB-654F3035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9-2">
            <a:extLst xmlns:a="http://schemas.openxmlformats.org/drawingml/2006/main">
              <a:ext uri="{FF2B5EF4-FFF2-40B4-BE49-F238E27FC236}">
                <a16:creationId xmlns:a16="http://schemas.microsoft.com/office/drawing/2014/main" id="{43916FD5-05D7-4D5B-9F94-498EA5E1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9-2">
            <a:extLst xmlns:a="http://schemas.openxmlformats.org/drawingml/2006/main">
              <a:ext uri="{FF2B5EF4-FFF2-40B4-BE49-F238E27FC236}">
                <a16:creationId xmlns:a16="http://schemas.microsoft.com/office/drawing/2014/main" id="{DD7E6612-FBFC-47F4-AC52-2C6B7BFA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TEST-042  |  UAE International Bank Account Number (IBAN): AE52 0330 0010 0000 0000 042</a:t>
            </a:r>
          </a:p>
        </p:txBody>
      </p:sp>
      <p:sp>
        <p:nvSpPr>
          <p:cNvPr id="9" name="record-person-9-2">
            <a:extLst xmlns:a="http://schemas.openxmlformats.org/drawingml/2006/main">
              <a:ext uri="{FF2B5EF4-FFF2-40B4-BE49-F238E27FC236}">
                <a16:creationId xmlns:a16="http://schemas.microsoft.com/office/drawing/2014/main" id="{6ECA0B90-0E70-4073-9CC9-2360E17A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Fatima Zayed Al Yammahi  |  Physical Address: Apartment 42, Building 2372, Al Noor Park Street, Al Ain, UAE</a:t>
            </a:r>
          </a:p>
        </p:txBody>
      </p:sp>
      <p:sp>
        <p:nvSpPr>
          <p:cNvPr id="10" name="record-evidence-9-2">
            <a:extLst xmlns:a="http://schemas.openxmlformats.org/drawingml/2006/main">
              <a:ext uri="{FF2B5EF4-FFF2-40B4-BE49-F238E27FC236}">
                <a16:creationId xmlns:a16="http://schemas.microsoft.com/office/drawing/2014/main" id="{395C4F35-8279-4365-A10D-E41E63B9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9-3">
            <a:extLst xmlns:a="http://schemas.openxmlformats.org/drawingml/2006/main">
              <a:ext uri="{FF2B5EF4-FFF2-40B4-BE49-F238E27FC236}">
                <a16:creationId xmlns:a16="http://schemas.microsoft.com/office/drawing/2014/main" id="{9CD02CFF-D032-4E5F-A41A-7CFE51CE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9-3">
            <a:extLst xmlns:a="http://schemas.openxmlformats.org/drawingml/2006/main">
              <a:ext uri="{FF2B5EF4-FFF2-40B4-BE49-F238E27FC236}">
                <a16:creationId xmlns:a16="http://schemas.microsoft.com/office/drawing/2014/main" id="{EAAD7257-BBA8-4060-ADBE-FA828824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TEST-043  |  UAE International Bank Account Number (IBAN): AE25 0330 0010 0000 0000 043</a:t>
            </a:r>
          </a:p>
        </p:txBody>
      </p:sp>
      <p:sp>
        <p:nvSpPr>
          <p:cNvPr id="13" name="record-person-9-3">
            <a:extLst xmlns:a="http://schemas.openxmlformats.org/drawingml/2006/main">
              <a:ext uri="{FF2B5EF4-FFF2-40B4-BE49-F238E27FC236}">
                <a16:creationId xmlns:a16="http://schemas.microsoft.com/office/drawing/2014/main" id="{A6D491EE-3928-4DDB-9AF0-812EF933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Yousef Latifa Al Zaabi  |  Physical Address: Apartment 43, Building 2409, Al Raha Park Street, Fujairah, UAE</a:t>
            </a:r>
          </a:p>
        </p:txBody>
      </p:sp>
      <p:sp>
        <p:nvSpPr>
          <p:cNvPr id="14" name="record-evidence-9-3">
            <a:extLst xmlns:a="http://schemas.openxmlformats.org/drawingml/2006/main">
              <a:ext uri="{FF2B5EF4-FFF2-40B4-BE49-F238E27FC236}">
                <a16:creationId xmlns:a16="http://schemas.microsoft.com/office/drawing/2014/main" id="{951ED0E7-C4E6-4A21-978D-4615F9B0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9-4">
            <a:extLst xmlns:a="http://schemas.openxmlformats.org/drawingml/2006/main">
              <a:ext uri="{FF2B5EF4-FFF2-40B4-BE49-F238E27FC236}">
                <a16:creationId xmlns:a16="http://schemas.microsoft.com/office/drawing/2014/main" id="{3E17AB00-90D6-4826-9B23-9C1EB092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9-4">
            <a:extLst xmlns:a="http://schemas.openxmlformats.org/drawingml/2006/main">
              <a:ext uri="{FF2B5EF4-FFF2-40B4-BE49-F238E27FC236}">
                <a16:creationId xmlns:a16="http://schemas.microsoft.com/office/drawing/2014/main" id="{4810B332-FA9A-448A-9C14-A419994B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TEST-044  |  UAE International Bank Account Number (IBAN): AE95 0330 0010 0000 0000 044</a:t>
            </a:r>
          </a:p>
        </p:txBody>
      </p:sp>
      <p:sp>
        <p:nvSpPr>
          <p:cNvPr id="17" name="record-person-9-4">
            <a:extLst xmlns:a="http://schemas.openxmlformats.org/drawingml/2006/main">
              <a:ext uri="{FF2B5EF4-FFF2-40B4-BE49-F238E27FC236}">
                <a16:creationId xmlns:a16="http://schemas.microsoft.com/office/drawing/2014/main" id="{4CBD50A8-26EE-4137-BCBA-32038657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Dana Maryam Al Nuaimi  |  Physical Address: Apartment 44, Building 2446, Al Safa Park Street, Abu Dhabi, UAE</a:t>
            </a:r>
          </a:p>
        </p:txBody>
      </p:sp>
      <p:sp>
        <p:nvSpPr>
          <p:cNvPr id="18" name="record-evidence-9-4">
            <a:extLst xmlns:a="http://schemas.openxmlformats.org/drawingml/2006/main">
              <a:ext uri="{FF2B5EF4-FFF2-40B4-BE49-F238E27FC236}">
                <a16:creationId xmlns:a16="http://schemas.microsoft.com/office/drawing/2014/main" id="{33878EBF-D14F-4D24-9B5C-71F0F4FD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9-5">
            <a:extLst xmlns:a="http://schemas.openxmlformats.org/drawingml/2006/main">
              <a:ext uri="{FF2B5EF4-FFF2-40B4-BE49-F238E27FC236}">
                <a16:creationId xmlns:a16="http://schemas.microsoft.com/office/drawing/2014/main" id="{CBD319BF-3E14-4E1A-A82F-8327DE57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9-5">
            <a:extLst xmlns:a="http://schemas.openxmlformats.org/drawingml/2006/main">
              <a:ext uri="{FF2B5EF4-FFF2-40B4-BE49-F238E27FC236}">
                <a16:creationId xmlns:a16="http://schemas.microsoft.com/office/drawing/2014/main" id="{F061EAE2-0B61-4BC1-8413-136FBA61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TEST-045  |  UAE International Bank Account Number (IBAN): AE68 0330 0010 0000 0000 045</a:t>
            </a:r>
          </a:p>
        </p:txBody>
      </p:sp>
      <p:sp>
        <p:nvSpPr>
          <p:cNvPr id="21" name="record-person-9-5">
            <a:extLst xmlns:a="http://schemas.openxmlformats.org/drawingml/2006/main">
              <a:ext uri="{FF2B5EF4-FFF2-40B4-BE49-F238E27FC236}">
                <a16:creationId xmlns:a16="http://schemas.microsoft.com/office/drawing/2014/main" id="{3A39E3E8-77D1-455C-9EC9-48973F21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Salem Alya Al Muhairi  |  Physical Address: Apartment 45, Building 2483, Al Zahra Park Street, Dubai, UAE</a:t>
            </a:r>
          </a:p>
        </p:txBody>
      </p:sp>
      <p:sp>
        <p:nvSpPr>
          <p:cNvPr id="22" name="record-evidence-9-5">
            <a:extLst xmlns:a="http://schemas.openxmlformats.org/drawingml/2006/main">
              <a:ext uri="{FF2B5EF4-FFF2-40B4-BE49-F238E27FC236}">
                <a16:creationId xmlns:a16="http://schemas.microsoft.com/office/drawing/2014/main" id="{E9E91D8D-0E7D-485C-B665-1ADACE64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A96B6C32-8AAC-481E-BA78-84256D8B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9600806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17D17140-D4B7-4ECB-9423-91AC7915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10">
            <a:extLst xmlns:a="http://schemas.openxmlformats.org/drawingml/2006/main">
              <a:ext uri="{FF2B5EF4-FFF2-40B4-BE49-F238E27FC236}">
                <a16:creationId xmlns:a16="http://schemas.microsoft.com/office/drawing/2014/main" id="{04F4BBA4-729B-45A0-80CA-132C4C30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46-50 of 150</a:t>
            </a:r>
          </a:p>
        </p:txBody>
      </p:sp>
      <p:sp>
        <p:nvSpPr>
          <p:cNvPr id="3" name="record-panel-10-1">
            <a:extLst xmlns:a="http://schemas.openxmlformats.org/drawingml/2006/main">
              <a:ext uri="{FF2B5EF4-FFF2-40B4-BE49-F238E27FC236}">
                <a16:creationId xmlns:a16="http://schemas.microsoft.com/office/drawing/2014/main" id="{189A8B35-9665-473A-9650-C5B84238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0-1">
            <a:extLst xmlns:a="http://schemas.openxmlformats.org/drawingml/2006/main">
              <a:ext uri="{FF2B5EF4-FFF2-40B4-BE49-F238E27FC236}">
                <a16:creationId xmlns:a16="http://schemas.microsoft.com/office/drawing/2014/main" id="{2F15021E-5D8F-4093-B71D-4E9538A0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TEST-046  |  UAE International Bank Account Number (IBAN): AE41 0330 0010 0000 0000 046</a:t>
            </a:r>
          </a:p>
        </p:txBody>
      </p:sp>
      <p:sp>
        <p:nvSpPr>
          <p:cNvPr id="5" name="record-person-10-1">
            <a:extLst xmlns:a="http://schemas.openxmlformats.org/drawingml/2006/main">
              <a:ext uri="{FF2B5EF4-FFF2-40B4-BE49-F238E27FC236}">
                <a16:creationId xmlns:a16="http://schemas.microsoft.com/office/drawing/2014/main" id="{8705F0BC-85C3-43C6-86E9-EEEF4AF8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Alya Salama Al Hammadi  |  Physical Address: Apartment 46, Building 2520, Corniche Park Street, Ajman, UAE</a:t>
            </a:r>
          </a:p>
        </p:txBody>
      </p:sp>
      <p:sp>
        <p:nvSpPr>
          <p:cNvPr id="6" name="record-evidence-10-1">
            <a:extLst xmlns:a="http://schemas.openxmlformats.org/drawingml/2006/main">
              <a:ext uri="{FF2B5EF4-FFF2-40B4-BE49-F238E27FC236}">
                <a16:creationId xmlns:a16="http://schemas.microsoft.com/office/drawing/2014/main" id="{35D2626E-22AD-41A1-B8EA-A8C5C528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10-2">
            <a:extLst xmlns:a="http://schemas.openxmlformats.org/drawingml/2006/main">
              <a:ext uri="{FF2B5EF4-FFF2-40B4-BE49-F238E27FC236}">
                <a16:creationId xmlns:a16="http://schemas.microsoft.com/office/drawing/2014/main" id="{9413D175-A725-4AFC-B9E2-EBC47E8B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0-2">
            <a:extLst xmlns:a="http://schemas.openxmlformats.org/drawingml/2006/main">
              <a:ext uri="{FF2B5EF4-FFF2-40B4-BE49-F238E27FC236}">
                <a16:creationId xmlns:a16="http://schemas.microsoft.com/office/drawing/2014/main" id="{02795147-7CD2-439F-82B6-0C2D9614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TEST-047  |  UAE International Bank Account Number (IBAN): AE14 0330 0010 0000 0000 047</a:t>
            </a:r>
          </a:p>
        </p:txBody>
      </p:sp>
      <p:sp>
        <p:nvSpPr>
          <p:cNvPr id="9" name="record-person-10-2">
            <a:extLst xmlns:a="http://schemas.openxmlformats.org/drawingml/2006/main">
              <a:ext uri="{FF2B5EF4-FFF2-40B4-BE49-F238E27FC236}">
                <a16:creationId xmlns:a16="http://schemas.microsoft.com/office/drawing/2014/main" id="{00D3CDCD-DD6A-4BD4-B90F-06DF3F1C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Faisal Latifa Al Mheiri  |  Physical Address: Apartment 47, Building 2557, Marina Park Street, Sharjah, UAE</a:t>
            </a:r>
          </a:p>
        </p:txBody>
      </p:sp>
      <p:sp>
        <p:nvSpPr>
          <p:cNvPr id="10" name="record-evidence-10-2">
            <a:extLst xmlns:a="http://schemas.openxmlformats.org/drawingml/2006/main">
              <a:ext uri="{FF2B5EF4-FFF2-40B4-BE49-F238E27FC236}">
                <a16:creationId xmlns:a16="http://schemas.microsoft.com/office/drawing/2014/main" id="{A1B656FA-10EE-487D-ABC0-7EF4297F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10-3">
            <a:extLst xmlns:a="http://schemas.openxmlformats.org/drawingml/2006/main">
              <a:ext uri="{FF2B5EF4-FFF2-40B4-BE49-F238E27FC236}">
                <a16:creationId xmlns:a16="http://schemas.microsoft.com/office/drawing/2014/main" id="{2DC12D7B-EDBE-4073-BB14-14DD5974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0-3">
            <a:extLst xmlns:a="http://schemas.openxmlformats.org/drawingml/2006/main">
              <a:ext uri="{FF2B5EF4-FFF2-40B4-BE49-F238E27FC236}">
                <a16:creationId xmlns:a16="http://schemas.microsoft.com/office/drawing/2014/main" id="{43B9C7F4-2650-4688-9C50-7DACE6D5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TEST-048  |  UAE International Bank Account Number (IBAN): AE84 0330 0010 0000 0000 048</a:t>
            </a:r>
          </a:p>
        </p:txBody>
      </p:sp>
      <p:sp>
        <p:nvSpPr>
          <p:cNvPr id="13" name="record-person-10-3">
            <a:extLst xmlns:a="http://schemas.openxmlformats.org/drawingml/2006/main">
              <a:ext uri="{FF2B5EF4-FFF2-40B4-BE49-F238E27FC236}">
                <a16:creationId xmlns:a16="http://schemas.microsoft.com/office/drawing/2014/main" id="{1ED84C1E-0749-43C4-99CA-4CFB8FC0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Maha Maryam Al Marri  |  Physical Address: Apartment 48, Building 2594, Oasis Park Street, Ras Al Khaimah, UAE</a:t>
            </a:r>
          </a:p>
        </p:txBody>
      </p:sp>
      <p:sp>
        <p:nvSpPr>
          <p:cNvPr id="14" name="record-evidence-10-3">
            <a:extLst xmlns:a="http://schemas.openxmlformats.org/drawingml/2006/main">
              <a:ext uri="{FF2B5EF4-FFF2-40B4-BE49-F238E27FC236}">
                <a16:creationId xmlns:a16="http://schemas.microsoft.com/office/drawing/2014/main" id="{01ED4BDA-4FB5-4ACE-917C-DD614A4D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10-4">
            <a:extLst xmlns:a="http://schemas.openxmlformats.org/drawingml/2006/main">
              <a:ext uri="{FF2B5EF4-FFF2-40B4-BE49-F238E27FC236}">
                <a16:creationId xmlns:a16="http://schemas.microsoft.com/office/drawing/2014/main" id="{19C9F68D-5E76-49B8-BF90-7340DD42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0-4">
            <a:extLst xmlns:a="http://schemas.openxmlformats.org/drawingml/2006/main">
              <a:ext uri="{FF2B5EF4-FFF2-40B4-BE49-F238E27FC236}">
                <a16:creationId xmlns:a16="http://schemas.microsoft.com/office/drawing/2014/main" id="{AA55E761-C44C-4D8F-9611-F77471CC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TEST-049  |  UAE International Bank Account Number (IBAN): AE57 0330 0010 0000 0000 049</a:t>
            </a:r>
          </a:p>
        </p:txBody>
      </p:sp>
      <p:sp>
        <p:nvSpPr>
          <p:cNvPr id="17" name="record-person-10-4">
            <a:extLst xmlns:a="http://schemas.openxmlformats.org/drawingml/2006/main">
              <a:ext uri="{FF2B5EF4-FFF2-40B4-BE49-F238E27FC236}">
                <a16:creationId xmlns:a16="http://schemas.microsoft.com/office/drawing/2014/main" id="{1148237D-A96A-45F3-804C-8DB9499A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Nasser Alya Al Yammahi  |  Physical Address: Apartment 49, Building 2631, Al Barsha Gate Street, Dubai, UAE</a:t>
            </a:r>
          </a:p>
        </p:txBody>
      </p:sp>
      <p:sp>
        <p:nvSpPr>
          <p:cNvPr id="18" name="record-evidence-10-4">
            <a:extLst xmlns:a="http://schemas.openxmlformats.org/drawingml/2006/main">
              <a:ext uri="{FF2B5EF4-FFF2-40B4-BE49-F238E27FC236}">
                <a16:creationId xmlns:a16="http://schemas.microsoft.com/office/drawing/2014/main" id="{9D198A88-7138-4907-A994-3586AA3E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10-5">
            <a:extLst xmlns:a="http://schemas.openxmlformats.org/drawingml/2006/main">
              <a:ext uri="{FF2B5EF4-FFF2-40B4-BE49-F238E27FC236}">
                <a16:creationId xmlns:a16="http://schemas.microsoft.com/office/drawing/2014/main" id="{5D343E7C-4C8F-4C32-8AF0-09861E78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0-5">
            <a:extLst xmlns:a="http://schemas.openxmlformats.org/drawingml/2006/main">
              <a:ext uri="{FF2B5EF4-FFF2-40B4-BE49-F238E27FC236}">
                <a16:creationId xmlns:a16="http://schemas.microsoft.com/office/drawing/2014/main" id="{223737DF-0889-4849-8C0B-3224EFFF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TEST-050  |  UAE International Bank Account Number (IBAN): AE30 0330 0010 0000 0000 050</a:t>
            </a:r>
          </a:p>
        </p:txBody>
      </p:sp>
      <p:sp>
        <p:nvSpPr>
          <p:cNvPr id="21" name="record-person-10-5">
            <a:extLst xmlns:a="http://schemas.openxmlformats.org/drawingml/2006/main">
              <a:ext uri="{FF2B5EF4-FFF2-40B4-BE49-F238E27FC236}">
                <a16:creationId xmlns:a16="http://schemas.microsoft.com/office/drawing/2014/main" id="{D5E631C0-9B36-4F52-92AA-ACA9098C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Reem Salama Al Zaabi  |  Physical Address: Apartment 50, Building 2668, Al Dana Gate Street, Umm Al Quwain, UAE</a:t>
            </a:r>
          </a:p>
        </p:txBody>
      </p:sp>
      <p:sp>
        <p:nvSpPr>
          <p:cNvPr id="22" name="record-evidence-10-5">
            <a:extLst xmlns:a="http://schemas.openxmlformats.org/drawingml/2006/main">
              <a:ext uri="{FF2B5EF4-FFF2-40B4-BE49-F238E27FC236}">
                <a16:creationId xmlns:a16="http://schemas.microsoft.com/office/drawing/2014/main" id="{99082D4D-0437-468C-AD41-628D3E9D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10">
            <a:extLst xmlns:a="http://schemas.openxmlformats.org/drawingml/2006/main">
              <a:ext uri="{FF2B5EF4-FFF2-40B4-BE49-F238E27FC236}">
                <a16:creationId xmlns:a16="http://schemas.microsoft.com/office/drawing/2014/main" id="{0687D7AE-6E6B-4156-8941-9EBF569C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210712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A9D8DBE2-9905-4DD7-BEEA-FC58A6D8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11">
            <a:extLst xmlns:a="http://schemas.openxmlformats.org/drawingml/2006/main">
              <a:ext uri="{FF2B5EF4-FFF2-40B4-BE49-F238E27FC236}">
                <a16:creationId xmlns:a16="http://schemas.microsoft.com/office/drawing/2014/main" id="{2C672683-44D3-4535-8100-742EDD4A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51-55 of 150</a:t>
            </a:r>
          </a:p>
        </p:txBody>
      </p:sp>
      <p:sp>
        <p:nvSpPr>
          <p:cNvPr id="3" name="record-panel-11-1">
            <a:extLst xmlns:a="http://schemas.openxmlformats.org/drawingml/2006/main">
              <a:ext uri="{FF2B5EF4-FFF2-40B4-BE49-F238E27FC236}">
                <a16:creationId xmlns:a16="http://schemas.microsoft.com/office/drawing/2014/main" id="{518BE316-CE0A-4066-9BE1-8C52412C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1-1">
            <a:extLst xmlns:a="http://schemas.openxmlformats.org/drawingml/2006/main">
              <a:ext uri="{FF2B5EF4-FFF2-40B4-BE49-F238E27FC236}">
                <a16:creationId xmlns:a16="http://schemas.microsoft.com/office/drawing/2014/main" id="{5375BA41-DBC0-4055-A620-E4D43DB9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TEST-051  |  UAE International Bank Account Number (IBAN): AE03 0330 0010 0000 0000 051</a:t>
            </a:r>
          </a:p>
        </p:txBody>
      </p:sp>
      <p:sp>
        <p:nvSpPr>
          <p:cNvPr id="5" name="record-person-11-1">
            <a:extLst xmlns:a="http://schemas.openxmlformats.org/drawingml/2006/main">
              <a:ext uri="{FF2B5EF4-FFF2-40B4-BE49-F238E27FC236}">
                <a16:creationId xmlns:a16="http://schemas.microsoft.com/office/drawing/2014/main" id="{1E2820EA-3291-41FC-8115-49DCB0EC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Zayed Latifa Al Nuaimi  |  Physical Address: Apartment 51, Building 2705, Al Falah Gate Street, Sharjah, UAE</a:t>
            </a:r>
          </a:p>
        </p:txBody>
      </p:sp>
      <p:sp>
        <p:nvSpPr>
          <p:cNvPr id="6" name="record-evidence-11-1">
            <a:extLst xmlns:a="http://schemas.openxmlformats.org/drawingml/2006/main">
              <a:ext uri="{FF2B5EF4-FFF2-40B4-BE49-F238E27FC236}">
                <a16:creationId xmlns:a16="http://schemas.microsoft.com/office/drawing/2014/main" id="{4D5AF0A0-3FD7-4596-B9C0-E6509FB1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11-2">
            <a:extLst xmlns:a="http://schemas.openxmlformats.org/drawingml/2006/main">
              <a:ext uri="{FF2B5EF4-FFF2-40B4-BE49-F238E27FC236}">
                <a16:creationId xmlns:a16="http://schemas.microsoft.com/office/drawing/2014/main" id="{0C9A6BB3-B156-40F9-BA3D-7C418877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1-2">
            <a:extLst xmlns:a="http://schemas.openxmlformats.org/drawingml/2006/main">
              <a:ext uri="{FF2B5EF4-FFF2-40B4-BE49-F238E27FC236}">
                <a16:creationId xmlns:a16="http://schemas.microsoft.com/office/drawing/2014/main" id="{D98AF77B-0E20-4234-A760-DA1869BF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TEST-052  |  UAE International Bank Account Number (IBAN): AE73 0330 0010 0000 0000 052</a:t>
            </a:r>
          </a:p>
        </p:txBody>
      </p:sp>
      <p:sp>
        <p:nvSpPr>
          <p:cNvPr id="9" name="record-person-11-2">
            <a:extLst xmlns:a="http://schemas.openxmlformats.org/drawingml/2006/main">
              <a:ext uri="{FF2B5EF4-FFF2-40B4-BE49-F238E27FC236}">
                <a16:creationId xmlns:a16="http://schemas.microsoft.com/office/drawing/2014/main" id="{823FD0D9-F125-4C9A-A948-4DF28ED5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Salama Maryam Al Darmaki  |  Physical Address: Apartment 52, Building 2742, Al Jaddaf Gate Street, Abu Dhabi, UAE</a:t>
            </a:r>
          </a:p>
        </p:txBody>
      </p:sp>
      <p:sp>
        <p:nvSpPr>
          <p:cNvPr id="10" name="record-evidence-11-2">
            <a:extLst xmlns:a="http://schemas.openxmlformats.org/drawingml/2006/main">
              <a:ext uri="{FF2B5EF4-FFF2-40B4-BE49-F238E27FC236}">
                <a16:creationId xmlns:a16="http://schemas.microsoft.com/office/drawing/2014/main" id="{0FC5B2BD-8432-4262-A368-7AAF5EA9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11-3">
            <a:extLst xmlns:a="http://schemas.openxmlformats.org/drawingml/2006/main">
              <a:ext uri="{FF2B5EF4-FFF2-40B4-BE49-F238E27FC236}">
                <a16:creationId xmlns:a16="http://schemas.microsoft.com/office/drawing/2014/main" id="{2DEA7457-0528-4EC0-893A-4E8254EB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1-3">
            <a:extLst xmlns:a="http://schemas.openxmlformats.org/drawingml/2006/main">
              <a:ext uri="{FF2B5EF4-FFF2-40B4-BE49-F238E27FC236}">
                <a16:creationId xmlns:a16="http://schemas.microsoft.com/office/drawing/2014/main" id="{7FD3FD4D-A70A-4FE9-B074-A9D3949A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TEST-053  |  UAE International Bank Account Number (IBAN): AE46 0330 0010 0000 0000 053</a:t>
            </a:r>
          </a:p>
        </p:txBody>
      </p:sp>
      <p:sp>
        <p:nvSpPr>
          <p:cNvPr id="13" name="record-person-11-3">
            <a:extLst xmlns:a="http://schemas.openxmlformats.org/drawingml/2006/main">
              <a:ext uri="{FF2B5EF4-FFF2-40B4-BE49-F238E27FC236}">
                <a16:creationId xmlns:a16="http://schemas.microsoft.com/office/drawing/2014/main" id="{3514825E-6F7C-4F1A-AFAE-80682786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Tariq Alya Al Hammadi  |  Physical Address: Apartment 53, Building 2779, Al Khalid Gate Street, Al Ain, UAE</a:t>
            </a:r>
          </a:p>
        </p:txBody>
      </p:sp>
      <p:sp>
        <p:nvSpPr>
          <p:cNvPr id="14" name="record-evidence-11-3">
            <a:extLst xmlns:a="http://schemas.openxmlformats.org/drawingml/2006/main">
              <a:ext uri="{FF2B5EF4-FFF2-40B4-BE49-F238E27FC236}">
                <a16:creationId xmlns:a16="http://schemas.microsoft.com/office/drawing/2014/main" id="{4D4CED62-DB8F-48C0-AF2E-5FF19913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11-4">
            <a:extLst xmlns:a="http://schemas.openxmlformats.org/drawingml/2006/main">
              <a:ext uri="{FF2B5EF4-FFF2-40B4-BE49-F238E27FC236}">
                <a16:creationId xmlns:a16="http://schemas.microsoft.com/office/drawing/2014/main" id="{CB93F94C-6589-4320-96E6-ED8877E6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1-4">
            <a:extLst xmlns:a="http://schemas.openxmlformats.org/drawingml/2006/main">
              <a:ext uri="{FF2B5EF4-FFF2-40B4-BE49-F238E27FC236}">
                <a16:creationId xmlns:a16="http://schemas.microsoft.com/office/drawing/2014/main" id="{FA50F9D6-F2A6-49D8-AEBF-F2FC4D5D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TEST-054  |  UAE International Bank Account Number (IBAN): AE19 0330 0010 0000 0000 054</a:t>
            </a:r>
          </a:p>
        </p:txBody>
      </p:sp>
      <p:sp>
        <p:nvSpPr>
          <p:cNvPr id="17" name="record-person-11-4">
            <a:extLst xmlns:a="http://schemas.openxmlformats.org/drawingml/2006/main">
              <a:ext uri="{FF2B5EF4-FFF2-40B4-BE49-F238E27FC236}">
                <a16:creationId xmlns:a16="http://schemas.microsoft.com/office/drawing/2014/main" id="{CCAC7839-4119-4D7B-B143-5C49FAFD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Amna Salama Al Mheiri  |  Physical Address: Apartment 54, Building 2816, Al Noor Gate Street, Al Ain, UAE</a:t>
            </a:r>
          </a:p>
        </p:txBody>
      </p:sp>
      <p:sp>
        <p:nvSpPr>
          <p:cNvPr id="18" name="record-evidence-11-4">
            <a:extLst xmlns:a="http://schemas.openxmlformats.org/drawingml/2006/main">
              <a:ext uri="{FF2B5EF4-FFF2-40B4-BE49-F238E27FC236}">
                <a16:creationId xmlns:a16="http://schemas.microsoft.com/office/drawing/2014/main" id="{BE9890BA-73D7-455E-9E18-1AA9672A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11-5">
            <a:extLst xmlns:a="http://schemas.openxmlformats.org/drawingml/2006/main">
              <a:ext uri="{FF2B5EF4-FFF2-40B4-BE49-F238E27FC236}">
                <a16:creationId xmlns:a16="http://schemas.microsoft.com/office/drawing/2014/main" id="{C0FBA9F2-5A9D-4273-A97E-FC7EE7C0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1-5">
            <a:extLst xmlns:a="http://schemas.openxmlformats.org/drawingml/2006/main">
              <a:ext uri="{FF2B5EF4-FFF2-40B4-BE49-F238E27FC236}">
                <a16:creationId xmlns:a16="http://schemas.microsoft.com/office/drawing/2014/main" id="{9445CEB7-CAF1-4937-88A9-63E84DE3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TEST-055  |  UAE International Bank Account Number (IBAN): AE89 0330 0010 0000 0000 055</a:t>
            </a:r>
          </a:p>
        </p:txBody>
      </p:sp>
      <p:sp>
        <p:nvSpPr>
          <p:cNvPr id="21" name="record-person-11-5">
            <a:extLst xmlns:a="http://schemas.openxmlformats.org/drawingml/2006/main">
              <a:ext uri="{FF2B5EF4-FFF2-40B4-BE49-F238E27FC236}">
                <a16:creationId xmlns:a16="http://schemas.microsoft.com/office/drawing/2014/main" id="{CF56BA84-6D0F-499B-BA54-2880D07A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Majid Latifa Al Marri  |  Physical Address: Apartment 55, Building 2853, Al Raha Gate Street, Fujairah, UAE</a:t>
            </a:r>
          </a:p>
        </p:txBody>
      </p:sp>
      <p:sp>
        <p:nvSpPr>
          <p:cNvPr id="22" name="record-evidence-11-5">
            <a:extLst xmlns:a="http://schemas.openxmlformats.org/drawingml/2006/main">
              <a:ext uri="{FF2B5EF4-FFF2-40B4-BE49-F238E27FC236}">
                <a16:creationId xmlns:a16="http://schemas.microsoft.com/office/drawing/2014/main" id="{08763508-2710-4733-B208-BE0F86F4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11">
            <a:extLst xmlns:a="http://schemas.openxmlformats.org/drawingml/2006/main">
              <a:ext uri="{FF2B5EF4-FFF2-40B4-BE49-F238E27FC236}">
                <a16:creationId xmlns:a16="http://schemas.microsoft.com/office/drawing/2014/main" id="{9CCC3E4E-E156-4ECD-8AD8-6501285D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3548246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9F06B650-834F-4B1D-8A73-24F340C4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12">
            <a:extLst xmlns:a="http://schemas.openxmlformats.org/drawingml/2006/main">
              <a:ext uri="{FF2B5EF4-FFF2-40B4-BE49-F238E27FC236}">
                <a16:creationId xmlns:a16="http://schemas.microsoft.com/office/drawing/2014/main" id="{5589CC4E-852A-4FA2-8363-E47253A5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56-60 of 150</a:t>
            </a:r>
          </a:p>
        </p:txBody>
      </p:sp>
      <p:sp>
        <p:nvSpPr>
          <p:cNvPr id="3" name="record-panel-12-1">
            <a:extLst xmlns:a="http://schemas.openxmlformats.org/drawingml/2006/main">
              <a:ext uri="{FF2B5EF4-FFF2-40B4-BE49-F238E27FC236}">
                <a16:creationId xmlns:a16="http://schemas.microsoft.com/office/drawing/2014/main" id="{6BD2E9E4-615C-4138-B72C-9BEBA70D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2-1">
            <a:extLst xmlns:a="http://schemas.openxmlformats.org/drawingml/2006/main">
              <a:ext uri="{FF2B5EF4-FFF2-40B4-BE49-F238E27FC236}">
                <a16:creationId xmlns:a16="http://schemas.microsoft.com/office/drawing/2014/main" id="{AD4334BD-1281-4752-8157-6B72BBEE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TEST-056  |  UAE International Bank Account Number (IBAN): AE62 0330 0010 0000 0000 056</a:t>
            </a:r>
          </a:p>
        </p:txBody>
      </p:sp>
      <p:sp>
        <p:nvSpPr>
          <p:cNvPr id="5" name="record-person-12-1">
            <a:extLst xmlns:a="http://schemas.openxmlformats.org/drawingml/2006/main">
              <a:ext uri="{FF2B5EF4-FFF2-40B4-BE49-F238E27FC236}">
                <a16:creationId xmlns:a16="http://schemas.microsoft.com/office/drawing/2014/main" id="{05F6460C-1333-4708-9D10-FBFD8216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Hessa Maryam Al Khouri  |  Physical Address: Apartment 56, Building 2890, Al Safa Gate Street, Abu Dhabi, UAE</a:t>
            </a:r>
          </a:p>
        </p:txBody>
      </p:sp>
      <p:sp>
        <p:nvSpPr>
          <p:cNvPr id="6" name="record-evidence-12-1">
            <a:extLst xmlns:a="http://schemas.openxmlformats.org/drawingml/2006/main">
              <a:ext uri="{FF2B5EF4-FFF2-40B4-BE49-F238E27FC236}">
                <a16:creationId xmlns:a16="http://schemas.microsoft.com/office/drawing/2014/main" id="{AA640C37-1C5B-48A1-80C6-37E88306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12-2">
            <a:extLst xmlns:a="http://schemas.openxmlformats.org/drawingml/2006/main">
              <a:ext uri="{FF2B5EF4-FFF2-40B4-BE49-F238E27FC236}">
                <a16:creationId xmlns:a16="http://schemas.microsoft.com/office/drawing/2014/main" id="{AA60C7B9-655C-49C6-881E-6DB2649D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2-2">
            <a:extLst xmlns:a="http://schemas.openxmlformats.org/drawingml/2006/main">
              <a:ext uri="{FF2B5EF4-FFF2-40B4-BE49-F238E27FC236}">
                <a16:creationId xmlns:a16="http://schemas.microsoft.com/office/drawing/2014/main" id="{6445EC46-AAAD-496C-A07B-9AC221B2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TEST-057  |  UAE International Bank Account Number (IBAN): AE35 0330 0010 0000 0000 057</a:t>
            </a:r>
          </a:p>
        </p:txBody>
      </p:sp>
      <p:sp>
        <p:nvSpPr>
          <p:cNvPr id="9" name="record-person-12-2">
            <a:extLst xmlns:a="http://schemas.openxmlformats.org/drawingml/2006/main">
              <a:ext uri="{FF2B5EF4-FFF2-40B4-BE49-F238E27FC236}">
                <a16:creationId xmlns:a16="http://schemas.microsoft.com/office/drawing/2014/main" id="{326DA055-4F22-47C8-A54E-95BEA55B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Rashid Alya Al Zaabi  |  Physical Address: Apartment 57, Building 2927, Al Zahra Gate Street, Dubai, UAE</a:t>
            </a:r>
          </a:p>
        </p:txBody>
      </p:sp>
      <p:sp>
        <p:nvSpPr>
          <p:cNvPr id="10" name="record-evidence-12-2">
            <a:extLst xmlns:a="http://schemas.openxmlformats.org/drawingml/2006/main">
              <a:ext uri="{FF2B5EF4-FFF2-40B4-BE49-F238E27FC236}">
                <a16:creationId xmlns:a16="http://schemas.microsoft.com/office/drawing/2014/main" id="{CA7EE509-9560-4A12-AB89-6A431EE9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12-3">
            <a:extLst xmlns:a="http://schemas.openxmlformats.org/drawingml/2006/main">
              <a:ext uri="{FF2B5EF4-FFF2-40B4-BE49-F238E27FC236}">
                <a16:creationId xmlns:a16="http://schemas.microsoft.com/office/drawing/2014/main" id="{73435972-ABE9-42AB-8F74-4EC32084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2-3">
            <a:extLst xmlns:a="http://schemas.openxmlformats.org/drawingml/2006/main">
              <a:ext uri="{FF2B5EF4-FFF2-40B4-BE49-F238E27FC236}">
                <a16:creationId xmlns:a16="http://schemas.microsoft.com/office/drawing/2014/main" id="{30BDE058-12DA-4AD4-AE30-C65525F4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TEST-058  |  UAE International Bank Account Number (IBAN): AE08 0330 0010 0000 0000 058</a:t>
            </a:r>
          </a:p>
        </p:txBody>
      </p:sp>
      <p:sp>
        <p:nvSpPr>
          <p:cNvPr id="13" name="record-person-12-3">
            <a:extLst xmlns:a="http://schemas.openxmlformats.org/drawingml/2006/main">
              <a:ext uri="{FF2B5EF4-FFF2-40B4-BE49-F238E27FC236}">
                <a16:creationId xmlns:a16="http://schemas.microsoft.com/office/drawing/2014/main" id="{D2DEB9CF-BEBF-43D8-BE3B-E5A17FB2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Latifa Salama Al Nuaimi  |  Physical Address: Apartment 58, Building 2964, Corniche Gate Street, Ajman, UAE</a:t>
            </a:r>
          </a:p>
        </p:txBody>
      </p:sp>
      <p:sp>
        <p:nvSpPr>
          <p:cNvPr id="14" name="record-evidence-12-3">
            <a:extLst xmlns:a="http://schemas.openxmlformats.org/drawingml/2006/main">
              <a:ext uri="{FF2B5EF4-FFF2-40B4-BE49-F238E27FC236}">
                <a16:creationId xmlns:a16="http://schemas.microsoft.com/office/drawing/2014/main" id="{93DE223A-4BEC-47E2-8976-7AE7600F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12-4">
            <a:extLst xmlns:a="http://schemas.openxmlformats.org/drawingml/2006/main">
              <a:ext uri="{FF2B5EF4-FFF2-40B4-BE49-F238E27FC236}">
                <a16:creationId xmlns:a16="http://schemas.microsoft.com/office/drawing/2014/main" id="{AB39BD7E-993B-4259-B686-17368522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2-4">
            <a:extLst xmlns:a="http://schemas.openxmlformats.org/drawingml/2006/main">
              <a:ext uri="{FF2B5EF4-FFF2-40B4-BE49-F238E27FC236}">
                <a16:creationId xmlns:a16="http://schemas.microsoft.com/office/drawing/2014/main" id="{621984D2-4093-47DC-860C-A17069A2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TEST-059  |  UAE International Bank Account Number (IBAN): AE78 0330 0010 0000 0000 059</a:t>
            </a:r>
          </a:p>
        </p:txBody>
      </p:sp>
      <p:sp>
        <p:nvSpPr>
          <p:cNvPr id="17" name="record-person-12-4">
            <a:extLst xmlns:a="http://schemas.openxmlformats.org/drawingml/2006/main">
              <a:ext uri="{FF2B5EF4-FFF2-40B4-BE49-F238E27FC236}">
                <a16:creationId xmlns:a16="http://schemas.microsoft.com/office/drawing/2014/main" id="{FF67EBA7-7065-43FE-8EAE-13C544B2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Hamdan Latifa Al Darmaki  |  Physical Address: Apartment 59, Building 3001, Marina Gate Street, Sharjah, UAE</a:t>
            </a:r>
          </a:p>
        </p:txBody>
      </p:sp>
      <p:sp>
        <p:nvSpPr>
          <p:cNvPr id="18" name="record-evidence-12-4">
            <a:extLst xmlns:a="http://schemas.openxmlformats.org/drawingml/2006/main">
              <a:ext uri="{FF2B5EF4-FFF2-40B4-BE49-F238E27FC236}">
                <a16:creationId xmlns:a16="http://schemas.microsoft.com/office/drawing/2014/main" id="{A70CAF91-19CE-4BF2-BB7F-89A6BFF0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12-5">
            <a:extLst xmlns:a="http://schemas.openxmlformats.org/drawingml/2006/main">
              <a:ext uri="{FF2B5EF4-FFF2-40B4-BE49-F238E27FC236}">
                <a16:creationId xmlns:a16="http://schemas.microsoft.com/office/drawing/2014/main" id="{D8B2C324-6668-4F4E-BED4-F276A494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2-5">
            <a:extLst xmlns:a="http://schemas.openxmlformats.org/drawingml/2006/main">
              <a:ext uri="{FF2B5EF4-FFF2-40B4-BE49-F238E27FC236}">
                <a16:creationId xmlns:a16="http://schemas.microsoft.com/office/drawing/2014/main" id="{84A051F4-946E-4875-AA94-88ABD9A6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TEST-060  |  UAE International Bank Account Number (IBAN): AE51 0330 0010 0000 0000 060</a:t>
            </a:r>
          </a:p>
        </p:txBody>
      </p:sp>
      <p:sp>
        <p:nvSpPr>
          <p:cNvPr id="21" name="record-person-12-5">
            <a:extLst xmlns:a="http://schemas.openxmlformats.org/drawingml/2006/main">
              <a:ext uri="{FF2B5EF4-FFF2-40B4-BE49-F238E27FC236}">
                <a16:creationId xmlns:a16="http://schemas.microsoft.com/office/drawing/2014/main" id="{941E98BD-1A1C-4122-B7F4-EF945209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Noora Maryam Al Suwaidi  |  Physical Address: Apartment 60, Building 3038, Oasis Gate Street, Ras Al Khaimah, UAE</a:t>
            </a:r>
          </a:p>
        </p:txBody>
      </p:sp>
      <p:sp>
        <p:nvSpPr>
          <p:cNvPr id="22" name="record-evidence-12-5">
            <a:extLst xmlns:a="http://schemas.openxmlformats.org/drawingml/2006/main">
              <a:ext uri="{FF2B5EF4-FFF2-40B4-BE49-F238E27FC236}">
                <a16:creationId xmlns:a16="http://schemas.microsoft.com/office/drawing/2014/main" id="{57A5131B-C701-466D-9518-4AE7AC2C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12">
            <a:extLst xmlns:a="http://schemas.openxmlformats.org/drawingml/2006/main">
              <a:ext uri="{FF2B5EF4-FFF2-40B4-BE49-F238E27FC236}">
                <a16:creationId xmlns:a16="http://schemas.microsoft.com/office/drawing/2014/main" id="{78F48569-08B9-408A-9533-4372D180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3970998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23AF1872-51D1-4211-9D71-83BD75D1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13">
            <a:extLst xmlns:a="http://schemas.openxmlformats.org/drawingml/2006/main">
              <a:ext uri="{FF2B5EF4-FFF2-40B4-BE49-F238E27FC236}">
                <a16:creationId xmlns:a16="http://schemas.microsoft.com/office/drawing/2014/main" id="{3A0A8B93-4BD7-4BFB-B64C-E09A34D5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61-65 of 150</a:t>
            </a:r>
          </a:p>
        </p:txBody>
      </p:sp>
      <p:sp>
        <p:nvSpPr>
          <p:cNvPr id="3" name="record-panel-13-1">
            <a:extLst xmlns:a="http://schemas.openxmlformats.org/drawingml/2006/main">
              <a:ext uri="{FF2B5EF4-FFF2-40B4-BE49-F238E27FC236}">
                <a16:creationId xmlns:a16="http://schemas.microsoft.com/office/drawing/2014/main" id="{5F92FC8F-B06D-423F-8C40-B92E6886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3-1">
            <a:extLst xmlns:a="http://schemas.openxmlformats.org/drawingml/2006/main">
              <a:ext uri="{FF2B5EF4-FFF2-40B4-BE49-F238E27FC236}">
                <a16:creationId xmlns:a16="http://schemas.microsoft.com/office/drawing/2014/main" id="{FE8B71E5-80A2-491A-9DFE-41C5959A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TEST-061  |  UAE International Bank Account Number (IBAN): AE24 0330 0010 0000 0000 061</a:t>
            </a:r>
          </a:p>
        </p:txBody>
      </p:sp>
      <p:sp>
        <p:nvSpPr>
          <p:cNvPr id="5" name="record-person-13-1">
            <a:extLst xmlns:a="http://schemas.openxmlformats.org/drawingml/2006/main">
              <a:ext uri="{FF2B5EF4-FFF2-40B4-BE49-F238E27FC236}">
                <a16:creationId xmlns:a16="http://schemas.microsoft.com/office/drawing/2014/main" id="{803310F0-1843-4EC8-969E-FCAAB287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Saeed Alya Al Mheiri  |  Physical Address: Apartment 61, Building 3075, Al Barsha Square Street, Dubai, UAE</a:t>
            </a:r>
          </a:p>
        </p:txBody>
      </p:sp>
      <p:sp>
        <p:nvSpPr>
          <p:cNvPr id="6" name="record-evidence-13-1">
            <a:extLst xmlns:a="http://schemas.openxmlformats.org/drawingml/2006/main">
              <a:ext uri="{FF2B5EF4-FFF2-40B4-BE49-F238E27FC236}">
                <a16:creationId xmlns:a16="http://schemas.microsoft.com/office/drawing/2014/main" id="{7B9E5EA8-BB9D-45E1-98A5-645D3463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13-2">
            <a:extLst xmlns:a="http://schemas.openxmlformats.org/drawingml/2006/main">
              <a:ext uri="{FF2B5EF4-FFF2-40B4-BE49-F238E27FC236}">
                <a16:creationId xmlns:a16="http://schemas.microsoft.com/office/drawing/2014/main" id="{259C5F53-752B-414E-96F4-96037261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3-2">
            <a:extLst xmlns:a="http://schemas.openxmlformats.org/drawingml/2006/main">
              <a:ext uri="{FF2B5EF4-FFF2-40B4-BE49-F238E27FC236}">
                <a16:creationId xmlns:a16="http://schemas.microsoft.com/office/drawing/2014/main" id="{AA0AD362-4BC7-4368-A0B1-19C9D435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TEST-062  |  UAE International Bank Account Number (IBAN): AE94 0330 0010 0000 0000 062</a:t>
            </a:r>
          </a:p>
        </p:txBody>
      </p:sp>
      <p:sp>
        <p:nvSpPr>
          <p:cNvPr id="9" name="record-person-13-2">
            <a:extLst xmlns:a="http://schemas.openxmlformats.org/drawingml/2006/main">
              <a:ext uri="{FF2B5EF4-FFF2-40B4-BE49-F238E27FC236}">
                <a16:creationId xmlns:a16="http://schemas.microsoft.com/office/drawing/2014/main" id="{F9F0660A-C9FB-409D-BB8F-A8F7CBD0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Aisha Salama Al Marri  |  Physical Address: Apartment 62, Building 3112, Al Dana Square Street, Umm Al Quwain, UAE</a:t>
            </a:r>
          </a:p>
        </p:txBody>
      </p:sp>
      <p:sp>
        <p:nvSpPr>
          <p:cNvPr id="10" name="record-evidence-13-2">
            <a:extLst xmlns:a="http://schemas.openxmlformats.org/drawingml/2006/main">
              <a:ext uri="{FF2B5EF4-FFF2-40B4-BE49-F238E27FC236}">
                <a16:creationId xmlns:a16="http://schemas.microsoft.com/office/drawing/2014/main" id="{EB0A0FDE-4565-4C72-8D9A-B8CCE94B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13-3">
            <a:extLst xmlns:a="http://schemas.openxmlformats.org/drawingml/2006/main">
              <a:ext uri="{FF2B5EF4-FFF2-40B4-BE49-F238E27FC236}">
                <a16:creationId xmlns:a16="http://schemas.microsoft.com/office/drawing/2014/main" id="{2B30A596-C9FD-4086-9EF8-DA0553D9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3-3">
            <a:extLst xmlns:a="http://schemas.openxmlformats.org/drawingml/2006/main">
              <a:ext uri="{FF2B5EF4-FFF2-40B4-BE49-F238E27FC236}">
                <a16:creationId xmlns:a16="http://schemas.microsoft.com/office/drawing/2014/main" id="{B2AF2E2C-CB37-4DB7-9319-F9078B14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TEST-063  |  UAE International Bank Account Number (IBAN): AE67 0330 0010 0000 0000 063</a:t>
            </a:r>
          </a:p>
        </p:txBody>
      </p:sp>
      <p:sp>
        <p:nvSpPr>
          <p:cNvPr id="13" name="record-person-13-3">
            <a:extLst xmlns:a="http://schemas.openxmlformats.org/drawingml/2006/main">
              <a:ext uri="{FF2B5EF4-FFF2-40B4-BE49-F238E27FC236}">
                <a16:creationId xmlns:a16="http://schemas.microsoft.com/office/drawing/2014/main" id="{EDFCCCBB-24E6-4A4C-A80B-29ED23A4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Khalid Latifa Al Khouri  |  Physical Address: Apartment 63, Building 3149, Al Falah Square Street, Sharjah, UAE</a:t>
            </a:r>
          </a:p>
        </p:txBody>
      </p:sp>
      <p:sp>
        <p:nvSpPr>
          <p:cNvPr id="14" name="record-evidence-13-3">
            <a:extLst xmlns:a="http://schemas.openxmlformats.org/drawingml/2006/main">
              <a:ext uri="{FF2B5EF4-FFF2-40B4-BE49-F238E27FC236}">
                <a16:creationId xmlns:a16="http://schemas.microsoft.com/office/drawing/2014/main" id="{99DB9EE3-58BF-40C1-8E9D-6CF4E15C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13-4">
            <a:extLst xmlns:a="http://schemas.openxmlformats.org/drawingml/2006/main">
              <a:ext uri="{FF2B5EF4-FFF2-40B4-BE49-F238E27FC236}">
                <a16:creationId xmlns:a16="http://schemas.microsoft.com/office/drawing/2014/main" id="{C17A6877-7214-48E9-B90E-BD181AEA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3-4">
            <a:extLst xmlns:a="http://schemas.openxmlformats.org/drawingml/2006/main">
              <a:ext uri="{FF2B5EF4-FFF2-40B4-BE49-F238E27FC236}">
                <a16:creationId xmlns:a16="http://schemas.microsoft.com/office/drawing/2014/main" id="{4B2CD58D-8CD9-4A25-A845-6DF2CF93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TEST-064  |  UAE International Bank Account Number (IBAN): AE40 0330 0010 0000 0000 064</a:t>
            </a:r>
          </a:p>
        </p:txBody>
      </p:sp>
      <p:sp>
        <p:nvSpPr>
          <p:cNvPr id="17" name="record-person-13-4">
            <a:extLst xmlns:a="http://schemas.openxmlformats.org/drawingml/2006/main">
              <a:ext uri="{FF2B5EF4-FFF2-40B4-BE49-F238E27FC236}">
                <a16:creationId xmlns:a16="http://schemas.microsoft.com/office/drawing/2014/main" id="{DBCA152A-33CA-4A71-9393-AC6C0C3C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Maryam Rashid Al Ameri  |  Physical Address: Apartment 64, Building 3186, Al Jaddaf Square Street, Abu Dhabi, UAE</a:t>
            </a:r>
          </a:p>
        </p:txBody>
      </p:sp>
      <p:sp>
        <p:nvSpPr>
          <p:cNvPr id="18" name="record-evidence-13-4">
            <a:extLst xmlns:a="http://schemas.openxmlformats.org/drawingml/2006/main">
              <a:ext uri="{FF2B5EF4-FFF2-40B4-BE49-F238E27FC236}">
                <a16:creationId xmlns:a16="http://schemas.microsoft.com/office/drawing/2014/main" id="{3601AB88-75A8-4AE1-BFC6-C30D9607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13-5">
            <a:extLst xmlns:a="http://schemas.openxmlformats.org/drawingml/2006/main">
              <a:ext uri="{FF2B5EF4-FFF2-40B4-BE49-F238E27FC236}">
                <a16:creationId xmlns:a16="http://schemas.microsoft.com/office/drawing/2014/main" id="{02FA5ACE-FEC6-4643-863E-15D55CF9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3-5">
            <a:extLst xmlns:a="http://schemas.openxmlformats.org/drawingml/2006/main">
              <a:ext uri="{FF2B5EF4-FFF2-40B4-BE49-F238E27FC236}">
                <a16:creationId xmlns:a16="http://schemas.microsoft.com/office/drawing/2014/main" id="{01E4C3C3-7A80-43E5-BA08-7246ABCD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TEST-065  |  UAE International Bank Account Number (IBAN): AE13 0330 0010 0000 0000 065</a:t>
            </a:r>
          </a:p>
        </p:txBody>
      </p:sp>
      <p:sp>
        <p:nvSpPr>
          <p:cNvPr id="21" name="record-person-13-5">
            <a:extLst xmlns:a="http://schemas.openxmlformats.org/drawingml/2006/main">
              <a:ext uri="{FF2B5EF4-FFF2-40B4-BE49-F238E27FC236}">
                <a16:creationId xmlns:a16="http://schemas.microsoft.com/office/drawing/2014/main" id="{813EC9A0-D186-4DD8-ABD2-16CDE834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Omar Alya Al Nuaimi  |  Physical Address: Apartment 65, Building 3223, Al Khalid Square Street, Al Ain, UAE</a:t>
            </a:r>
          </a:p>
        </p:txBody>
      </p:sp>
      <p:sp>
        <p:nvSpPr>
          <p:cNvPr id="22" name="record-evidence-13-5">
            <a:extLst xmlns:a="http://schemas.openxmlformats.org/drawingml/2006/main">
              <a:ext uri="{FF2B5EF4-FFF2-40B4-BE49-F238E27FC236}">
                <a16:creationId xmlns:a16="http://schemas.microsoft.com/office/drawing/2014/main" id="{3322B22E-F5D8-4035-9064-29AF036A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13">
            <a:extLst xmlns:a="http://schemas.openxmlformats.org/drawingml/2006/main">
              <a:ext uri="{FF2B5EF4-FFF2-40B4-BE49-F238E27FC236}">
                <a16:creationId xmlns:a16="http://schemas.microsoft.com/office/drawing/2014/main" id="{3EC77030-B5B0-41C6-8DCF-7D8E0A34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5662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DEB1F0EC-72F0-49E7-B8F4-0A6FA80E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14">
            <a:extLst xmlns:a="http://schemas.openxmlformats.org/drawingml/2006/main">
              <a:ext uri="{FF2B5EF4-FFF2-40B4-BE49-F238E27FC236}">
                <a16:creationId xmlns:a16="http://schemas.microsoft.com/office/drawing/2014/main" id="{89F45C6D-E5EA-434A-9CCE-FE4926F5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66-70 of 150</a:t>
            </a:r>
          </a:p>
        </p:txBody>
      </p:sp>
      <p:sp>
        <p:nvSpPr>
          <p:cNvPr id="3" name="record-panel-14-1">
            <a:extLst xmlns:a="http://schemas.openxmlformats.org/drawingml/2006/main">
              <a:ext uri="{FF2B5EF4-FFF2-40B4-BE49-F238E27FC236}">
                <a16:creationId xmlns:a16="http://schemas.microsoft.com/office/drawing/2014/main" id="{101A00ED-2235-48DE-8645-874AC603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4-1">
            <a:extLst xmlns:a="http://schemas.openxmlformats.org/drawingml/2006/main">
              <a:ext uri="{FF2B5EF4-FFF2-40B4-BE49-F238E27FC236}">
                <a16:creationId xmlns:a16="http://schemas.microsoft.com/office/drawing/2014/main" id="{894181D8-4161-4E48-A99E-A52F42C2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TEST-066  |  UAE International Bank Account Number (IBAN): AE83 0330 0010 0000 0000 066</a:t>
            </a:r>
          </a:p>
        </p:txBody>
      </p:sp>
      <p:sp>
        <p:nvSpPr>
          <p:cNvPr id="5" name="record-person-14-1">
            <a:extLst xmlns:a="http://schemas.openxmlformats.org/drawingml/2006/main">
              <a:ext uri="{FF2B5EF4-FFF2-40B4-BE49-F238E27FC236}">
                <a16:creationId xmlns:a16="http://schemas.microsoft.com/office/drawing/2014/main" id="{B64D9CC1-DF09-4D10-B878-3B18C517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Fatima Salama Al Darmaki  |  Physical Address: Apartment 66, Building 3260, Al Noor Square Street, Al Ain, UAE</a:t>
            </a:r>
          </a:p>
        </p:txBody>
      </p:sp>
      <p:sp>
        <p:nvSpPr>
          <p:cNvPr id="6" name="record-evidence-14-1">
            <a:extLst xmlns:a="http://schemas.openxmlformats.org/drawingml/2006/main">
              <a:ext uri="{FF2B5EF4-FFF2-40B4-BE49-F238E27FC236}">
                <a16:creationId xmlns:a16="http://schemas.microsoft.com/office/drawing/2014/main" id="{E68627FD-4D17-4119-8AD6-AD253697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14-2">
            <a:extLst xmlns:a="http://schemas.openxmlformats.org/drawingml/2006/main">
              <a:ext uri="{FF2B5EF4-FFF2-40B4-BE49-F238E27FC236}">
                <a16:creationId xmlns:a16="http://schemas.microsoft.com/office/drawing/2014/main" id="{1B084280-7282-4CCE-B365-75497DA9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4-2">
            <a:extLst xmlns:a="http://schemas.openxmlformats.org/drawingml/2006/main">
              <a:ext uri="{FF2B5EF4-FFF2-40B4-BE49-F238E27FC236}">
                <a16:creationId xmlns:a16="http://schemas.microsoft.com/office/drawing/2014/main" id="{EE6E57AD-4BFA-428A-A2BF-A11DF8AD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TEST-067  |  UAE International Bank Account Number (IBAN): AE56 0330 0010 0000 0000 067</a:t>
            </a:r>
          </a:p>
        </p:txBody>
      </p:sp>
      <p:sp>
        <p:nvSpPr>
          <p:cNvPr id="9" name="record-person-14-2">
            <a:extLst xmlns:a="http://schemas.openxmlformats.org/drawingml/2006/main">
              <a:ext uri="{FF2B5EF4-FFF2-40B4-BE49-F238E27FC236}">
                <a16:creationId xmlns:a16="http://schemas.microsoft.com/office/drawing/2014/main" id="{3872499E-6779-4102-838B-1065922C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Yousef Hamdan Al Suwaidi  |  Physical Address: Apartment 67, Building 3297, Al Raha Square Street, Fujairah, UAE</a:t>
            </a:r>
          </a:p>
        </p:txBody>
      </p:sp>
      <p:sp>
        <p:nvSpPr>
          <p:cNvPr id="10" name="record-evidence-14-2">
            <a:extLst xmlns:a="http://schemas.openxmlformats.org/drawingml/2006/main">
              <a:ext uri="{FF2B5EF4-FFF2-40B4-BE49-F238E27FC236}">
                <a16:creationId xmlns:a16="http://schemas.microsoft.com/office/drawing/2014/main" id="{C491B57A-7352-407A-AA16-824A9127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14-3">
            <a:extLst xmlns:a="http://schemas.openxmlformats.org/drawingml/2006/main">
              <a:ext uri="{FF2B5EF4-FFF2-40B4-BE49-F238E27FC236}">
                <a16:creationId xmlns:a16="http://schemas.microsoft.com/office/drawing/2014/main" id="{8255C58F-D1FB-4A06-95F6-F14BB697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4-3">
            <a:extLst xmlns:a="http://schemas.openxmlformats.org/drawingml/2006/main">
              <a:ext uri="{FF2B5EF4-FFF2-40B4-BE49-F238E27FC236}">
                <a16:creationId xmlns:a16="http://schemas.microsoft.com/office/drawing/2014/main" id="{0F9D2DCE-D2B4-425A-A0AE-0D0017EF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TEST-068  |  UAE International Bank Account Number (IBAN): AE29 0330 0010 0000 0000 068</a:t>
            </a:r>
          </a:p>
        </p:txBody>
      </p:sp>
      <p:sp>
        <p:nvSpPr>
          <p:cNvPr id="13" name="record-person-14-3">
            <a:extLst xmlns:a="http://schemas.openxmlformats.org/drawingml/2006/main">
              <a:ext uri="{FF2B5EF4-FFF2-40B4-BE49-F238E27FC236}">
                <a16:creationId xmlns:a16="http://schemas.microsoft.com/office/drawing/2014/main" id="{E0540B71-D849-400A-A5E3-FA2E2BCC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Dana Omar Al Naqbi  |  Physical Address: Apartment 68, Building 3334, Al Safa Square Street, Abu Dhabi, UAE</a:t>
            </a:r>
          </a:p>
        </p:txBody>
      </p:sp>
      <p:sp>
        <p:nvSpPr>
          <p:cNvPr id="14" name="record-evidence-14-3">
            <a:extLst xmlns:a="http://schemas.openxmlformats.org/drawingml/2006/main">
              <a:ext uri="{FF2B5EF4-FFF2-40B4-BE49-F238E27FC236}">
                <a16:creationId xmlns:a16="http://schemas.microsoft.com/office/drawing/2014/main" id="{9373862B-D165-40C2-A618-7FD5AADE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14-4">
            <a:extLst xmlns:a="http://schemas.openxmlformats.org/drawingml/2006/main">
              <a:ext uri="{FF2B5EF4-FFF2-40B4-BE49-F238E27FC236}">
                <a16:creationId xmlns:a16="http://schemas.microsoft.com/office/drawing/2014/main" id="{8CCDA9EB-8EAF-4B80-A715-8BA0611B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4-4">
            <a:extLst xmlns:a="http://schemas.openxmlformats.org/drawingml/2006/main">
              <a:ext uri="{FF2B5EF4-FFF2-40B4-BE49-F238E27FC236}">
                <a16:creationId xmlns:a16="http://schemas.microsoft.com/office/drawing/2014/main" id="{D4F64D91-4343-4A82-8274-22913327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TEST-069  |  UAE International Bank Account Number (IBAN): AE02 0330 0010 0000 0000 069</a:t>
            </a:r>
          </a:p>
        </p:txBody>
      </p:sp>
      <p:sp>
        <p:nvSpPr>
          <p:cNvPr id="17" name="record-person-14-4">
            <a:extLst xmlns:a="http://schemas.openxmlformats.org/drawingml/2006/main">
              <a:ext uri="{FF2B5EF4-FFF2-40B4-BE49-F238E27FC236}">
                <a16:creationId xmlns:a16="http://schemas.microsoft.com/office/drawing/2014/main" id="{C5805C29-A026-4E3D-A4BB-D0D12339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Salem Faisal Al Marri  |  Physical Address: Apartment 69, Building 3371, Al Zahra Square Street, Dubai, UAE</a:t>
            </a:r>
          </a:p>
        </p:txBody>
      </p:sp>
      <p:sp>
        <p:nvSpPr>
          <p:cNvPr id="18" name="record-evidence-14-4">
            <a:extLst xmlns:a="http://schemas.openxmlformats.org/drawingml/2006/main">
              <a:ext uri="{FF2B5EF4-FFF2-40B4-BE49-F238E27FC236}">
                <a16:creationId xmlns:a16="http://schemas.microsoft.com/office/drawing/2014/main" id="{182FEDC7-65D0-4844-A948-EB4DB321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14-5">
            <a:extLst xmlns:a="http://schemas.openxmlformats.org/drawingml/2006/main">
              <a:ext uri="{FF2B5EF4-FFF2-40B4-BE49-F238E27FC236}">
                <a16:creationId xmlns:a16="http://schemas.microsoft.com/office/drawing/2014/main" id="{41953BED-F47A-45A6-8B5A-25F13363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4-5">
            <a:extLst xmlns:a="http://schemas.openxmlformats.org/drawingml/2006/main">
              <a:ext uri="{FF2B5EF4-FFF2-40B4-BE49-F238E27FC236}">
                <a16:creationId xmlns:a16="http://schemas.microsoft.com/office/drawing/2014/main" id="{7233AAC5-7CDE-4DCF-BA38-AB349779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TEST-070  |  UAE International Bank Account Number (IBAN): AE72 0330 0010 0000 0000 070</a:t>
            </a:r>
          </a:p>
        </p:txBody>
      </p:sp>
      <p:sp>
        <p:nvSpPr>
          <p:cNvPr id="21" name="record-person-14-5">
            <a:extLst xmlns:a="http://schemas.openxmlformats.org/drawingml/2006/main">
              <a:ext uri="{FF2B5EF4-FFF2-40B4-BE49-F238E27FC236}">
                <a16:creationId xmlns:a16="http://schemas.microsoft.com/office/drawing/2014/main" id="{06F2732E-783C-4551-839B-D075BF76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Alya Tariq Al Khouri  |  Physical Address: Apartment 70, Building 3408, Corniche Square Street, Ajman, UAE</a:t>
            </a:r>
          </a:p>
        </p:txBody>
      </p:sp>
      <p:sp>
        <p:nvSpPr>
          <p:cNvPr id="22" name="record-evidence-14-5">
            <a:extLst xmlns:a="http://schemas.openxmlformats.org/drawingml/2006/main">
              <a:ext uri="{FF2B5EF4-FFF2-40B4-BE49-F238E27FC236}">
                <a16:creationId xmlns:a16="http://schemas.microsoft.com/office/drawing/2014/main" id="{8253973B-4319-4AA2-90C9-1DB3519F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14">
            <a:extLst xmlns:a="http://schemas.openxmlformats.org/drawingml/2006/main">
              <a:ext uri="{FF2B5EF4-FFF2-40B4-BE49-F238E27FC236}">
                <a16:creationId xmlns:a16="http://schemas.microsoft.com/office/drawing/2014/main" id="{51493E5F-8334-4E70-AE12-0F064EE4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7737608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31B1BBCA-C646-4479-B741-ADABED65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15">
            <a:extLst xmlns:a="http://schemas.openxmlformats.org/drawingml/2006/main">
              <a:ext uri="{FF2B5EF4-FFF2-40B4-BE49-F238E27FC236}">
                <a16:creationId xmlns:a16="http://schemas.microsoft.com/office/drawing/2014/main" id="{B39053E2-EE8E-4205-B93B-73B58857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71-75 of 150</a:t>
            </a:r>
          </a:p>
        </p:txBody>
      </p:sp>
      <p:sp>
        <p:nvSpPr>
          <p:cNvPr id="3" name="record-panel-15-1">
            <a:extLst xmlns:a="http://schemas.openxmlformats.org/drawingml/2006/main">
              <a:ext uri="{FF2B5EF4-FFF2-40B4-BE49-F238E27FC236}">
                <a16:creationId xmlns:a16="http://schemas.microsoft.com/office/drawing/2014/main" id="{359E4832-4783-4304-93BC-5279356A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5-1">
            <a:extLst xmlns:a="http://schemas.openxmlformats.org/drawingml/2006/main">
              <a:ext uri="{FF2B5EF4-FFF2-40B4-BE49-F238E27FC236}">
                <a16:creationId xmlns:a16="http://schemas.microsoft.com/office/drawing/2014/main" id="{DD535EEA-7469-4B86-B8AA-40B65799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TEST-071  |  UAE International Bank Account Number (IBAN): AE45 0330 0010 0000 0000 071</a:t>
            </a:r>
          </a:p>
        </p:txBody>
      </p:sp>
      <p:sp>
        <p:nvSpPr>
          <p:cNvPr id="5" name="record-person-15-1">
            <a:extLst xmlns:a="http://schemas.openxmlformats.org/drawingml/2006/main">
              <a:ext uri="{FF2B5EF4-FFF2-40B4-BE49-F238E27FC236}">
                <a16:creationId xmlns:a16="http://schemas.microsoft.com/office/drawing/2014/main" id="{854468DE-D94D-4EA3-A20B-5D8D4945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Faisal Hamdan Al Ameri  |  Physical Address: Apartment 71, Building 3445, Marina Square Street, Sharjah, UAE</a:t>
            </a:r>
          </a:p>
        </p:txBody>
      </p:sp>
      <p:sp>
        <p:nvSpPr>
          <p:cNvPr id="6" name="record-evidence-15-1">
            <a:extLst xmlns:a="http://schemas.openxmlformats.org/drawingml/2006/main">
              <a:ext uri="{FF2B5EF4-FFF2-40B4-BE49-F238E27FC236}">
                <a16:creationId xmlns:a16="http://schemas.microsoft.com/office/drawing/2014/main" id="{B8465B76-2AC5-4660-B03D-BD963478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15-2">
            <a:extLst xmlns:a="http://schemas.openxmlformats.org/drawingml/2006/main">
              <a:ext uri="{FF2B5EF4-FFF2-40B4-BE49-F238E27FC236}">
                <a16:creationId xmlns:a16="http://schemas.microsoft.com/office/drawing/2014/main" id="{0DD3781F-6D72-4930-970F-C313B0D1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5-2">
            <a:extLst xmlns:a="http://schemas.openxmlformats.org/drawingml/2006/main">
              <a:ext uri="{FF2B5EF4-FFF2-40B4-BE49-F238E27FC236}">
                <a16:creationId xmlns:a16="http://schemas.microsoft.com/office/drawing/2014/main" id="{2E8093DF-89BA-4D4B-85D2-FBA0028C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TEST-072  |  UAE International Bank Account Number (IBAN): AE18 0330 0010 0000 0000 072</a:t>
            </a:r>
          </a:p>
        </p:txBody>
      </p:sp>
      <p:sp>
        <p:nvSpPr>
          <p:cNvPr id="9" name="record-person-15-2">
            <a:extLst xmlns:a="http://schemas.openxmlformats.org/drawingml/2006/main">
              <a:ext uri="{FF2B5EF4-FFF2-40B4-BE49-F238E27FC236}">
                <a16:creationId xmlns:a16="http://schemas.microsoft.com/office/drawing/2014/main" id="{49DB6C54-CAAB-4A7F-8E34-7A3ADBD9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Maha Omar Al Shamsi  |  Physical Address: Apartment 72, Building 3482, Oasis Square Street, Ras Al Khaimah, UAE</a:t>
            </a:r>
          </a:p>
        </p:txBody>
      </p:sp>
      <p:sp>
        <p:nvSpPr>
          <p:cNvPr id="10" name="record-evidence-15-2">
            <a:extLst xmlns:a="http://schemas.openxmlformats.org/drawingml/2006/main">
              <a:ext uri="{FF2B5EF4-FFF2-40B4-BE49-F238E27FC236}">
                <a16:creationId xmlns:a16="http://schemas.microsoft.com/office/drawing/2014/main" id="{7DE30F68-9BBD-4737-9977-D8110931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15-3">
            <a:extLst xmlns:a="http://schemas.openxmlformats.org/drawingml/2006/main">
              <a:ext uri="{FF2B5EF4-FFF2-40B4-BE49-F238E27FC236}">
                <a16:creationId xmlns:a16="http://schemas.microsoft.com/office/drawing/2014/main" id="{EE504F98-DB8A-444E-8E63-CF411D44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5-3">
            <a:extLst xmlns:a="http://schemas.openxmlformats.org/drawingml/2006/main">
              <a:ext uri="{FF2B5EF4-FFF2-40B4-BE49-F238E27FC236}">
                <a16:creationId xmlns:a16="http://schemas.microsoft.com/office/drawing/2014/main" id="{B287841D-8056-48DE-8DBE-7C48909F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TEST-073  |  UAE International Bank Account Number (IBAN): AE88 0330 0010 0000 0000 073</a:t>
            </a:r>
          </a:p>
        </p:txBody>
      </p:sp>
      <p:sp>
        <p:nvSpPr>
          <p:cNvPr id="13" name="record-person-15-3">
            <a:extLst xmlns:a="http://schemas.openxmlformats.org/drawingml/2006/main">
              <a:ext uri="{FF2B5EF4-FFF2-40B4-BE49-F238E27FC236}">
                <a16:creationId xmlns:a16="http://schemas.microsoft.com/office/drawing/2014/main" id="{E308887F-9062-4343-BB07-3F12C538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Nasser Faisal Al Darmaki  |  Physical Address: Apartment 1, Building 3519, Al Barsha Terrace Street, Dubai, UAE</a:t>
            </a:r>
          </a:p>
        </p:txBody>
      </p:sp>
      <p:sp>
        <p:nvSpPr>
          <p:cNvPr id="14" name="record-evidence-15-3">
            <a:extLst xmlns:a="http://schemas.openxmlformats.org/drawingml/2006/main">
              <a:ext uri="{FF2B5EF4-FFF2-40B4-BE49-F238E27FC236}">
                <a16:creationId xmlns:a16="http://schemas.microsoft.com/office/drawing/2014/main" id="{82E4254A-236A-4F39-8FE3-F9952109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15-4">
            <a:extLst xmlns:a="http://schemas.openxmlformats.org/drawingml/2006/main">
              <a:ext uri="{FF2B5EF4-FFF2-40B4-BE49-F238E27FC236}">
                <a16:creationId xmlns:a16="http://schemas.microsoft.com/office/drawing/2014/main" id="{4DFFCB47-F972-41DB-B9DA-012695BF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5-4">
            <a:extLst xmlns:a="http://schemas.openxmlformats.org/drawingml/2006/main">
              <a:ext uri="{FF2B5EF4-FFF2-40B4-BE49-F238E27FC236}">
                <a16:creationId xmlns:a16="http://schemas.microsoft.com/office/drawing/2014/main" id="{0DCEAA7E-1638-400D-BD05-25C98079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TEST-074  |  UAE International Bank Account Number (IBAN): AE61 0330 0010 0000 0000 074</a:t>
            </a:r>
          </a:p>
        </p:txBody>
      </p:sp>
      <p:sp>
        <p:nvSpPr>
          <p:cNvPr id="17" name="record-person-15-4">
            <a:extLst xmlns:a="http://schemas.openxmlformats.org/drawingml/2006/main">
              <a:ext uri="{FF2B5EF4-FFF2-40B4-BE49-F238E27FC236}">
                <a16:creationId xmlns:a16="http://schemas.microsoft.com/office/drawing/2014/main" id="{BF37042E-86CC-49FC-BC6A-C5DCBD87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Reem Tariq Al Suwaidi  |  Physical Address: Apartment 2, Building 3556, Al Dana Terrace Street, Umm Al Quwain, UAE</a:t>
            </a:r>
          </a:p>
        </p:txBody>
      </p:sp>
      <p:sp>
        <p:nvSpPr>
          <p:cNvPr id="18" name="record-evidence-15-4">
            <a:extLst xmlns:a="http://schemas.openxmlformats.org/drawingml/2006/main">
              <a:ext uri="{FF2B5EF4-FFF2-40B4-BE49-F238E27FC236}">
                <a16:creationId xmlns:a16="http://schemas.microsoft.com/office/drawing/2014/main" id="{9D166CEC-239A-467A-BA96-A0F17C8D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15-5">
            <a:extLst xmlns:a="http://schemas.openxmlformats.org/drawingml/2006/main">
              <a:ext uri="{FF2B5EF4-FFF2-40B4-BE49-F238E27FC236}">
                <a16:creationId xmlns:a16="http://schemas.microsoft.com/office/drawing/2014/main" id="{6F1824F8-5018-4DA1-AF7D-BCC3F5CC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5-5">
            <a:extLst xmlns:a="http://schemas.openxmlformats.org/drawingml/2006/main">
              <a:ext uri="{FF2B5EF4-FFF2-40B4-BE49-F238E27FC236}">
                <a16:creationId xmlns:a16="http://schemas.microsoft.com/office/drawing/2014/main" id="{FA67988E-0CB0-4D08-A6C6-429CC585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TEST-075  |  UAE International Bank Account Number (IBAN): AE34 0330 0010 0000 0000 075</a:t>
            </a:r>
          </a:p>
        </p:txBody>
      </p:sp>
      <p:sp>
        <p:nvSpPr>
          <p:cNvPr id="21" name="record-person-15-5">
            <a:extLst xmlns:a="http://schemas.openxmlformats.org/drawingml/2006/main">
              <a:ext uri="{FF2B5EF4-FFF2-40B4-BE49-F238E27FC236}">
                <a16:creationId xmlns:a16="http://schemas.microsoft.com/office/drawing/2014/main" id="{67E06549-9DDA-42A3-8DFA-DD8DA556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Zayed Hamdan Al Naqbi  |  Physical Address: Apartment 3, Building 3593, Al Falah Terrace Street, Sharjah, UAE</a:t>
            </a:r>
          </a:p>
        </p:txBody>
      </p:sp>
      <p:sp>
        <p:nvSpPr>
          <p:cNvPr id="22" name="record-evidence-15-5">
            <a:extLst xmlns:a="http://schemas.openxmlformats.org/drawingml/2006/main">
              <a:ext uri="{FF2B5EF4-FFF2-40B4-BE49-F238E27FC236}">
                <a16:creationId xmlns:a16="http://schemas.microsoft.com/office/drawing/2014/main" id="{AFA8718C-AAE8-44E8-BB98-7D46551C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15">
            <a:extLst xmlns:a="http://schemas.openxmlformats.org/drawingml/2006/main">
              <a:ext uri="{FF2B5EF4-FFF2-40B4-BE49-F238E27FC236}">
                <a16:creationId xmlns:a16="http://schemas.microsoft.com/office/drawing/2014/main" id="{4BF4593E-7B0B-4185-95F6-5451AEFC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6675219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0B1B006D-A546-463E-8251-A58563C2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16">
            <a:extLst xmlns:a="http://schemas.openxmlformats.org/drawingml/2006/main">
              <a:ext uri="{FF2B5EF4-FFF2-40B4-BE49-F238E27FC236}">
                <a16:creationId xmlns:a16="http://schemas.microsoft.com/office/drawing/2014/main" id="{3154F6C3-55B9-4389-982C-FBB98780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76-80 of 150</a:t>
            </a:r>
          </a:p>
        </p:txBody>
      </p:sp>
      <p:sp>
        <p:nvSpPr>
          <p:cNvPr id="3" name="record-panel-16-1">
            <a:extLst xmlns:a="http://schemas.openxmlformats.org/drawingml/2006/main">
              <a:ext uri="{FF2B5EF4-FFF2-40B4-BE49-F238E27FC236}">
                <a16:creationId xmlns:a16="http://schemas.microsoft.com/office/drawing/2014/main" id="{EA59B54C-027F-4180-A86C-676F72A9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6-1">
            <a:extLst xmlns:a="http://schemas.openxmlformats.org/drawingml/2006/main">
              <a:ext uri="{FF2B5EF4-FFF2-40B4-BE49-F238E27FC236}">
                <a16:creationId xmlns:a16="http://schemas.microsoft.com/office/drawing/2014/main" id="{D0328DB4-FF88-45E3-B395-592F0845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TEST-076  |  UAE International Bank Account Number (IBAN): AE07 0330 0010 0000 0000 076</a:t>
            </a:r>
          </a:p>
        </p:txBody>
      </p:sp>
      <p:sp>
        <p:nvSpPr>
          <p:cNvPr id="5" name="record-person-16-1">
            <a:extLst xmlns:a="http://schemas.openxmlformats.org/drawingml/2006/main">
              <a:ext uri="{FF2B5EF4-FFF2-40B4-BE49-F238E27FC236}">
                <a16:creationId xmlns:a16="http://schemas.microsoft.com/office/drawing/2014/main" id="{4DD2E549-D406-4AC2-9BC0-E8717FD9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Salama Omar Al Kaabi  |  Physical Address: Apartment 4, Building 3630, Al Jaddaf Terrace Street, Abu Dhabi, UAE</a:t>
            </a:r>
          </a:p>
        </p:txBody>
      </p:sp>
      <p:sp>
        <p:nvSpPr>
          <p:cNvPr id="6" name="record-evidence-16-1">
            <a:extLst xmlns:a="http://schemas.openxmlformats.org/drawingml/2006/main">
              <a:ext uri="{FF2B5EF4-FFF2-40B4-BE49-F238E27FC236}">
                <a16:creationId xmlns:a16="http://schemas.microsoft.com/office/drawing/2014/main" id="{03910C45-7F09-4042-A66B-6B598B84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16-2">
            <a:extLst xmlns:a="http://schemas.openxmlformats.org/drawingml/2006/main">
              <a:ext uri="{FF2B5EF4-FFF2-40B4-BE49-F238E27FC236}">
                <a16:creationId xmlns:a16="http://schemas.microsoft.com/office/drawing/2014/main" id="{93566FEC-7BEF-4EE0-8798-A83B2262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6-2">
            <a:extLst xmlns:a="http://schemas.openxmlformats.org/drawingml/2006/main">
              <a:ext uri="{FF2B5EF4-FFF2-40B4-BE49-F238E27FC236}">
                <a16:creationId xmlns:a16="http://schemas.microsoft.com/office/drawing/2014/main" id="{B1C5CED8-8AD3-402C-9AFE-22BC84CA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TEST-077  |  UAE International Bank Account Number (IBAN): AE77 0330 0010 0000 0000 077</a:t>
            </a:r>
          </a:p>
        </p:txBody>
      </p:sp>
      <p:sp>
        <p:nvSpPr>
          <p:cNvPr id="9" name="record-person-16-2">
            <a:extLst xmlns:a="http://schemas.openxmlformats.org/drawingml/2006/main">
              <a:ext uri="{FF2B5EF4-FFF2-40B4-BE49-F238E27FC236}">
                <a16:creationId xmlns:a16="http://schemas.microsoft.com/office/drawing/2014/main" id="{D261962D-E027-4F23-8BBE-0D8E9D59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Tariq Faisal Al Khouri  |  Physical Address: Apartment 5, Building 3667, Al Khalid Terrace Street, Al Ain, UAE</a:t>
            </a:r>
          </a:p>
        </p:txBody>
      </p:sp>
      <p:sp>
        <p:nvSpPr>
          <p:cNvPr id="10" name="record-evidence-16-2">
            <a:extLst xmlns:a="http://schemas.openxmlformats.org/drawingml/2006/main">
              <a:ext uri="{FF2B5EF4-FFF2-40B4-BE49-F238E27FC236}">
                <a16:creationId xmlns:a16="http://schemas.microsoft.com/office/drawing/2014/main" id="{6A9CE375-9B29-4C51-B037-83731B2B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16-3">
            <a:extLst xmlns:a="http://schemas.openxmlformats.org/drawingml/2006/main">
              <a:ext uri="{FF2B5EF4-FFF2-40B4-BE49-F238E27FC236}">
                <a16:creationId xmlns:a16="http://schemas.microsoft.com/office/drawing/2014/main" id="{D94419A5-4D8B-46E4-8223-3ABE1635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6-3">
            <a:extLst xmlns:a="http://schemas.openxmlformats.org/drawingml/2006/main">
              <a:ext uri="{FF2B5EF4-FFF2-40B4-BE49-F238E27FC236}">
                <a16:creationId xmlns:a16="http://schemas.microsoft.com/office/drawing/2014/main" id="{CBA61D49-DB60-4AA3-B251-E48EA755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TEST-078  |  UAE International Bank Account Number (IBAN): AE50 0330 0010 0000 0000 078</a:t>
            </a:r>
          </a:p>
        </p:txBody>
      </p:sp>
      <p:sp>
        <p:nvSpPr>
          <p:cNvPr id="13" name="record-person-16-3">
            <a:extLst xmlns:a="http://schemas.openxmlformats.org/drawingml/2006/main">
              <a:ext uri="{FF2B5EF4-FFF2-40B4-BE49-F238E27FC236}">
                <a16:creationId xmlns:a16="http://schemas.microsoft.com/office/drawing/2014/main" id="{5606528B-896E-477A-8B4F-258B96CB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Amna Tariq Al Ameri  |  Physical Address: Apartment 6, Building 3704, Al Noor Terrace Street, Al Ain, UAE</a:t>
            </a:r>
          </a:p>
        </p:txBody>
      </p:sp>
      <p:sp>
        <p:nvSpPr>
          <p:cNvPr id="14" name="record-evidence-16-3">
            <a:extLst xmlns:a="http://schemas.openxmlformats.org/drawingml/2006/main">
              <a:ext uri="{FF2B5EF4-FFF2-40B4-BE49-F238E27FC236}">
                <a16:creationId xmlns:a16="http://schemas.microsoft.com/office/drawing/2014/main" id="{1CA84F67-DF6F-4101-B604-C5BEB893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16-4">
            <a:extLst xmlns:a="http://schemas.openxmlformats.org/drawingml/2006/main">
              <a:ext uri="{FF2B5EF4-FFF2-40B4-BE49-F238E27FC236}">
                <a16:creationId xmlns:a16="http://schemas.microsoft.com/office/drawing/2014/main" id="{D74236EA-22C0-411A-BD83-194D925F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6-4">
            <a:extLst xmlns:a="http://schemas.openxmlformats.org/drawingml/2006/main">
              <a:ext uri="{FF2B5EF4-FFF2-40B4-BE49-F238E27FC236}">
                <a16:creationId xmlns:a16="http://schemas.microsoft.com/office/drawing/2014/main" id="{4F0B3E06-4B18-4C94-B769-2B94AB6C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TEST-079  |  UAE International Bank Account Number (IBAN): AE23 0330 0010 0000 0000 079</a:t>
            </a:r>
          </a:p>
        </p:txBody>
      </p:sp>
      <p:sp>
        <p:nvSpPr>
          <p:cNvPr id="17" name="record-person-16-4">
            <a:extLst xmlns:a="http://schemas.openxmlformats.org/drawingml/2006/main">
              <a:ext uri="{FF2B5EF4-FFF2-40B4-BE49-F238E27FC236}">
                <a16:creationId xmlns:a16="http://schemas.microsoft.com/office/drawing/2014/main" id="{E6DAC4D3-1AB6-49CC-A811-539412E2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Majid Hamdan Al Shamsi  |  Physical Address: Apartment 7, Building 3741, Al Raha Terrace Street, Fujairah, UAE</a:t>
            </a:r>
          </a:p>
        </p:txBody>
      </p:sp>
      <p:sp>
        <p:nvSpPr>
          <p:cNvPr id="18" name="record-evidence-16-4">
            <a:extLst xmlns:a="http://schemas.openxmlformats.org/drawingml/2006/main">
              <a:ext uri="{FF2B5EF4-FFF2-40B4-BE49-F238E27FC236}">
                <a16:creationId xmlns:a16="http://schemas.microsoft.com/office/drawing/2014/main" id="{D858EF55-3196-4311-99DE-AC5EAC06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16-5">
            <a:extLst xmlns:a="http://schemas.openxmlformats.org/drawingml/2006/main">
              <a:ext uri="{FF2B5EF4-FFF2-40B4-BE49-F238E27FC236}">
                <a16:creationId xmlns:a16="http://schemas.microsoft.com/office/drawing/2014/main" id="{C618A51E-B55A-4CC8-97C4-9F9D178B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6-5">
            <a:extLst xmlns:a="http://schemas.openxmlformats.org/drawingml/2006/main">
              <a:ext uri="{FF2B5EF4-FFF2-40B4-BE49-F238E27FC236}">
                <a16:creationId xmlns:a16="http://schemas.microsoft.com/office/drawing/2014/main" id="{D33B1397-A057-443A-BD1E-D88A6E6F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TEST-080  |  UAE International Bank Account Number (IBAN): AE93 0330 0010 0000 0000 080</a:t>
            </a:r>
          </a:p>
        </p:txBody>
      </p:sp>
      <p:sp>
        <p:nvSpPr>
          <p:cNvPr id="21" name="record-person-16-5">
            <a:extLst xmlns:a="http://schemas.openxmlformats.org/drawingml/2006/main">
              <a:ext uri="{FF2B5EF4-FFF2-40B4-BE49-F238E27FC236}">
                <a16:creationId xmlns:a16="http://schemas.microsoft.com/office/drawing/2014/main" id="{BFFAE7DB-8338-4A1F-BA41-66265EBA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Hessa Omar Al Balooshi  |  Physical Address: Apartment 8, Building 3778, Al Safa Terrace Street, Abu Dhabi, UAE</a:t>
            </a:r>
          </a:p>
        </p:txBody>
      </p:sp>
      <p:sp>
        <p:nvSpPr>
          <p:cNvPr id="22" name="record-evidence-16-5">
            <a:extLst xmlns:a="http://schemas.openxmlformats.org/drawingml/2006/main">
              <a:ext uri="{FF2B5EF4-FFF2-40B4-BE49-F238E27FC236}">
                <a16:creationId xmlns:a16="http://schemas.microsoft.com/office/drawing/2014/main" id="{9CFE9642-907E-4559-A4A9-AF372C7C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16">
            <a:extLst xmlns:a="http://schemas.openxmlformats.org/drawingml/2006/main">
              <a:ext uri="{FF2B5EF4-FFF2-40B4-BE49-F238E27FC236}">
                <a16:creationId xmlns:a16="http://schemas.microsoft.com/office/drawing/2014/main" id="{6754338A-6954-4D45-AF53-4D92A884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030511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4B8B0061-CD31-426F-9EA9-72885EEE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17">
            <a:extLst xmlns:a="http://schemas.openxmlformats.org/drawingml/2006/main">
              <a:ext uri="{FF2B5EF4-FFF2-40B4-BE49-F238E27FC236}">
                <a16:creationId xmlns:a16="http://schemas.microsoft.com/office/drawing/2014/main" id="{683A5F08-EA10-46A7-8D7C-6743694A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81-85 of 150</a:t>
            </a:r>
          </a:p>
        </p:txBody>
      </p:sp>
      <p:sp>
        <p:nvSpPr>
          <p:cNvPr id="3" name="record-panel-17-1">
            <a:extLst xmlns:a="http://schemas.openxmlformats.org/drawingml/2006/main">
              <a:ext uri="{FF2B5EF4-FFF2-40B4-BE49-F238E27FC236}">
                <a16:creationId xmlns:a16="http://schemas.microsoft.com/office/drawing/2014/main" id="{BB54B1B8-A99C-40FE-9009-ED9F9E2A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7-1">
            <a:extLst xmlns:a="http://schemas.openxmlformats.org/drawingml/2006/main">
              <a:ext uri="{FF2B5EF4-FFF2-40B4-BE49-F238E27FC236}">
                <a16:creationId xmlns:a16="http://schemas.microsoft.com/office/drawing/2014/main" id="{EE23FCF4-02A0-4FDF-ADF6-20DC53BE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TEST-081  |  UAE International Bank Account Number (IBAN): AE66 0330 0010 0000 0000 081</a:t>
            </a:r>
          </a:p>
        </p:txBody>
      </p:sp>
      <p:sp>
        <p:nvSpPr>
          <p:cNvPr id="5" name="record-person-17-1">
            <a:extLst xmlns:a="http://schemas.openxmlformats.org/drawingml/2006/main">
              <a:ext uri="{FF2B5EF4-FFF2-40B4-BE49-F238E27FC236}">
                <a16:creationId xmlns:a16="http://schemas.microsoft.com/office/drawing/2014/main" id="{CCF31BC2-86EE-4576-A8E8-9351E0BD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Rashid Faisal Al Suwaidi  |  Physical Address: Apartment 9, Building 3815, Al Zahra Terrace Street, Dubai, UAE</a:t>
            </a:r>
          </a:p>
        </p:txBody>
      </p:sp>
      <p:sp>
        <p:nvSpPr>
          <p:cNvPr id="6" name="record-evidence-17-1">
            <a:extLst xmlns:a="http://schemas.openxmlformats.org/drawingml/2006/main">
              <a:ext uri="{FF2B5EF4-FFF2-40B4-BE49-F238E27FC236}">
                <a16:creationId xmlns:a16="http://schemas.microsoft.com/office/drawing/2014/main" id="{7A44B0ED-C7F5-467F-8D25-0BBE8223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17-2">
            <a:extLst xmlns:a="http://schemas.openxmlformats.org/drawingml/2006/main">
              <a:ext uri="{FF2B5EF4-FFF2-40B4-BE49-F238E27FC236}">
                <a16:creationId xmlns:a16="http://schemas.microsoft.com/office/drawing/2014/main" id="{2C1E9AD5-0418-4FC9-ADBC-EA95BD69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7-2">
            <a:extLst xmlns:a="http://schemas.openxmlformats.org/drawingml/2006/main">
              <a:ext uri="{FF2B5EF4-FFF2-40B4-BE49-F238E27FC236}">
                <a16:creationId xmlns:a16="http://schemas.microsoft.com/office/drawing/2014/main" id="{D64A4642-7A36-4BD5-8282-E33D3C4C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TEST-082  |  UAE International Bank Account Number (IBAN): AE39 0330 0010 0000 0000 082</a:t>
            </a:r>
          </a:p>
        </p:txBody>
      </p:sp>
      <p:sp>
        <p:nvSpPr>
          <p:cNvPr id="9" name="record-person-17-2">
            <a:extLst xmlns:a="http://schemas.openxmlformats.org/drawingml/2006/main">
              <a:ext uri="{FF2B5EF4-FFF2-40B4-BE49-F238E27FC236}">
                <a16:creationId xmlns:a16="http://schemas.microsoft.com/office/drawing/2014/main" id="{653F4BAE-0299-4855-B374-02D3E3EF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Latifa Tariq Al Naqbi  |  Physical Address: Apartment 10, Building 3852, Corniche Terrace Street, Ajman, UAE</a:t>
            </a:r>
          </a:p>
        </p:txBody>
      </p:sp>
      <p:sp>
        <p:nvSpPr>
          <p:cNvPr id="10" name="record-evidence-17-2">
            <a:extLst xmlns:a="http://schemas.openxmlformats.org/drawingml/2006/main">
              <a:ext uri="{FF2B5EF4-FFF2-40B4-BE49-F238E27FC236}">
                <a16:creationId xmlns:a16="http://schemas.microsoft.com/office/drawing/2014/main" id="{162936EE-9E06-4E47-A989-801AB269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17-3">
            <a:extLst xmlns:a="http://schemas.openxmlformats.org/drawingml/2006/main">
              <a:ext uri="{FF2B5EF4-FFF2-40B4-BE49-F238E27FC236}">
                <a16:creationId xmlns:a16="http://schemas.microsoft.com/office/drawing/2014/main" id="{595AD075-0245-4009-B242-BEE119ED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7-3">
            <a:extLst xmlns:a="http://schemas.openxmlformats.org/drawingml/2006/main">
              <a:ext uri="{FF2B5EF4-FFF2-40B4-BE49-F238E27FC236}">
                <a16:creationId xmlns:a16="http://schemas.microsoft.com/office/drawing/2014/main" id="{FC551B6E-260D-4000-B030-AF1003F6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TEST-083  |  UAE International Bank Account Number (IBAN): AE12 0330 0010 0000 0000 083</a:t>
            </a:r>
          </a:p>
        </p:txBody>
      </p:sp>
      <p:sp>
        <p:nvSpPr>
          <p:cNvPr id="13" name="record-person-17-3">
            <a:extLst xmlns:a="http://schemas.openxmlformats.org/drawingml/2006/main">
              <a:ext uri="{FF2B5EF4-FFF2-40B4-BE49-F238E27FC236}">
                <a16:creationId xmlns:a16="http://schemas.microsoft.com/office/drawing/2014/main" id="{8E79F8C8-BF17-46C8-A1A3-C986B8DC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Hamdan Salama Al Kaabi  |  Physical Address: Apartment 11, Building 3889, Marina Terrace Street, Sharjah, UAE</a:t>
            </a:r>
          </a:p>
        </p:txBody>
      </p:sp>
      <p:sp>
        <p:nvSpPr>
          <p:cNvPr id="14" name="record-evidence-17-3">
            <a:extLst xmlns:a="http://schemas.openxmlformats.org/drawingml/2006/main">
              <a:ext uri="{FF2B5EF4-FFF2-40B4-BE49-F238E27FC236}">
                <a16:creationId xmlns:a16="http://schemas.microsoft.com/office/drawing/2014/main" id="{3551BECD-5842-415E-8BEF-23D4470B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17-4">
            <a:extLst xmlns:a="http://schemas.openxmlformats.org/drawingml/2006/main">
              <a:ext uri="{FF2B5EF4-FFF2-40B4-BE49-F238E27FC236}">
                <a16:creationId xmlns:a16="http://schemas.microsoft.com/office/drawing/2014/main" id="{AAFA53E4-0077-49E1-AE24-4E8CCFA2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7-4">
            <a:extLst xmlns:a="http://schemas.openxmlformats.org/drawingml/2006/main">
              <a:ext uri="{FF2B5EF4-FFF2-40B4-BE49-F238E27FC236}">
                <a16:creationId xmlns:a16="http://schemas.microsoft.com/office/drawing/2014/main" id="{746E47D2-8AB3-46E1-9A91-173D7196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TEST-084  |  UAE International Bank Account Number (IBAN): AE82 0330 0010 0000 0000 084</a:t>
            </a:r>
          </a:p>
        </p:txBody>
      </p:sp>
      <p:sp>
        <p:nvSpPr>
          <p:cNvPr id="17" name="record-person-17-4">
            <a:extLst xmlns:a="http://schemas.openxmlformats.org/drawingml/2006/main">
              <a:ext uri="{FF2B5EF4-FFF2-40B4-BE49-F238E27FC236}">
                <a16:creationId xmlns:a16="http://schemas.microsoft.com/office/drawing/2014/main" id="{24691E85-36C4-4013-A78A-3BEA33FE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Noora Omar Al Mansoori  |  Physical Address: Apartment 12, Building 3926, Oasis Terrace Street, Ras Al Khaimah, UAE</a:t>
            </a:r>
          </a:p>
        </p:txBody>
      </p:sp>
      <p:sp>
        <p:nvSpPr>
          <p:cNvPr id="18" name="record-evidence-17-4">
            <a:extLst xmlns:a="http://schemas.openxmlformats.org/drawingml/2006/main">
              <a:ext uri="{FF2B5EF4-FFF2-40B4-BE49-F238E27FC236}">
                <a16:creationId xmlns:a16="http://schemas.microsoft.com/office/drawing/2014/main" id="{16F9B14E-8C06-4627-80AF-277C2590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17-5">
            <a:extLst xmlns:a="http://schemas.openxmlformats.org/drawingml/2006/main">
              <a:ext uri="{FF2B5EF4-FFF2-40B4-BE49-F238E27FC236}">
                <a16:creationId xmlns:a16="http://schemas.microsoft.com/office/drawing/2014/main" id="{9B9D213D-DCE9-44C8-90FE-4DB7A4EE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7-5">
            <a:extLst xmlns:a="http://schemas.openxmlformats.org/drawingml/2006/main">
              <a:ext uri="{FF2B5EF4-FFF2-40B4-BE49-F238E27FC236}">
                <a16:creationId xmlns:a16="http://schemas.microsoft.com/office/drawing/2014/main" id="{1DBEAB79-C95B-4630-A8FB-EED16733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TEST-085  |  UAE International Bank Account Number (IBAN): AE55 0330 0010 0000 0000 085</a:t>
            </a:r>
          </a:p>
        </p:txBody>
      </p:sp>
      <p:sp>
        <p:nvSpPr>
          <p:cNvPr id="21" name="record-person-17-5">
            <a:extLst xmlns:a="http://schemas.openxmlformats.org/drawingml/2006/main">
              <a:ext uri="{FF2B5EF4-FFF2-40B4-BE49-F238E27FC236}">
                <a16:creationId xmlns:a16="http://schemas.microsoft.com/office/drawing/2014/main" id="{F4C7DDC2-96F3-4E6D-8DA9-A9FD84D2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Saeed Faisal Al Ameri  |  Physical Address: Apartment 13, Building 3963, Al Barsha Walk Street, Dubai, UAE</a:t>
            </a:r>
          </a:p>
        </p:txBody>
      </p:sp>
      <p:sp>
        <p:nvSpPr>
          <p:cNvPr id="22" name="record-evidence-17-5">
            <a:extLst xmlns:a="http://schemas.openxmlformats.org/drawingml/2006/main">
              <a:ext uri="{FF2B5EF4-FFF2-40B4-BE49-F238E27FC236}">
                <a16:creationId xmlns:a16="http://schemas.microsoft.com/office/drawing/2014/main" id="{D7C4B559-986F-44EB-8CC1-4D75C618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17">
            <a:extLst xmlns:a="http://schemas.openxmlformats.org/drawingml/2006/main">
              <a:ext uri="{FF2B5EF4-FFF2-40B4-BE49-F238E27FC236}">
                <a16:creationId xmlns:a16="http://schemas.microsoft.com/office/drawing/2014/main" id="{FC56B0C0-E553-4111-9E24-3A750DB1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9564900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FC01E976-7DDD-4624-8798-DB528315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18">
            <a:extLst xmlns:a="http://schemas.openxmlformats.org/drawingml/2006/main">
              <a:ext uri="{FF2B5EF4-FFF2-40B4-BE49-F238E27FC236}">
                <a16:creationId xmlns:a16="http://schemas.microsoft.com/office/drawing/2014/main" id="{8FAFE5F2-4A50-4DFF-9EA0-DBD5247E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86-90 of 150</a:t>
            </a:r>
          </a:p>
        </p:txBody>
      </p:sp>
      <p:sp>
        <p:nvSpPr>
          <p:cNvPr id="3" name="record-panel-18-1">
            <a:extLst xmlns:a="http://schemas.openxmlformats.org/drawingml/2006/main">
              <a:ext uri="{FF2B5EF4-FFF2-40B4-BE49-F238E27FC236}">
                <a16:creationId xmlns:a16="http://schemas.microsoft.com/office/drawing/2014/main" id="{A00E48D9-4A06-49DA-AF74-F613BA9E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8-1">
            <a:extLst xmlns:a="http://schemas.openxmlformats.org/drawingml/2006/main">
              <a:ext uri="{FF2B5EF4-FFF2-40B4-BE49-F238E27FC236}">
                <a16:creationId xmlns:a16="http://schemas.microsoft.com/office/drawing/2014/main" id="{64CE5125-A959-4114-94A5-95C9C13B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TEST-086  |  UAE International Bank Account Number (IBAN): AE28 0330 0010 0000 0000 086</a:t>
            </a:r>
          </a:p>
        </p:txBody>
      </p:sp>
      <p:sp>
        <p:nvSpPr>
          <p:cNvPr id="5" name="record-person-18-1">
            <a:extLst xmlns:a="http://schemas.openxmlformats.org/drawingml/2006/main">
              <a:ext uri="{FF2B5EF4-FFF2-40B4-BE49-F238E27FC236}">
                <a16:creationId xmlns:a16="http://schemas.microsoft.com/office/drawing/2014/main" id="{926736E9-C462-4DEB-A6D7-E5AF5BAE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Aisha Tariq Al Shamsi  |  Physical Address: Apartment 14, Building 4000, Al Dana Walk Street, Umm Al Quwain, UAE</a:t>
            </a:r>
          </a:p>
        </p:txBody>
      </p:sp>
      <p:sp>
        <p:nvSpPr>
          <p:cNvPr id="6" name="record-evidence-18-1">
            <a:extLst xmlns:a="http://schemas.openxmlformats.org/drawingml/2006/main">
              <a:ext uri="{FF2B5EF4-FFF2-40B4-BE49-F238E27FC236}">
                <a16:creationId xmlns:a16="http://schemas.microsoft.com/office/drawing/2014/main" id="{8AF9FA4F-8A38-4018-9540-A8FCE139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18-2">
            <a:extLst xmlns:a="http://schemas.openxmlformats.org/drawingml/2006/main">
              <a:ext uri="{FF2B5EF4-FFF2-40B4-BE49-F238E27FC236}">
                <a16:creationId xmlns:a16="http://schemas.microsoft.com/office/drawing/2014/main" id="{00CA5DC9-3AA3-43F9-9C38-F98953A6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8-2">
            <a:extLst xmlns:a="http://schemas.openxmlformats.org/drawingml/2006/main">
              <a:ext uri="{FF2B5EF4-FFF2-40B4-BE49-F238E27FC236}">
                <a16:creationId xmlns:a16="http://schemas.microsoft.com/office/drawing/2014/main" id="{858A728F-7C70-4172-89E9-3643162D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TEST-087  |  UAE International Bank Account Number (IBAN): AE98 0330 0010 0000 0000 087</a:t>
            </a:r>
          </a:p>
        </p:txBody>
      </p:sp>
      <p:sp>
        <p:nvSpPr>
          <p:cNvPr id="9" name="record-person-18-2">
            <a:extLst xmlns:a="http://schemas.openxmlformats.org/drawingml/2006/main">
              <a:ext uri="{FF2B5EF4-FFF2-40B4-BE49-F238E27FC236}">
                <a16:creationId xmlns:a16="http://schemas.microsoft.com/office/drawing/2014/main" id="{B209F6AB-D892-41CD-86FE-6A52A4E0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Khalid Hamdan Al Balooshi  |  Physical Address: Apartment 15, Building 4037, Al Falah Walk Street, Sharjah, UAE</a:t>
            </a:r>
          </a:p>
        </p:txBody>
      </p:sp>
      <p:sp>
        <p:nvSpPr>
          <p:cNvPr id="10" name="record-evidence-18-2">
            <a:extLst xmlns:a="http://schemas.openxmlformats.org/drawingml/2006/main">
              <a:ext uri="{FF2B5EF4-FFF2-40B4-BE49-F238E27FC236}">
                <a16:creationId xmlns:a16="http://schemas.microsoft.com/office/drawing/2014/main" id="{5D71975F-3B4F-46C0-A813-2A47E61B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18-3">
            <a:extLst xmlns:a="http://schemas.openxmlformats.org/drawingml/2006/main">
              <a:ext uri="{FF2B5EF4-FFF2-40B4-BE49-F238E27FC236}">
                <a16:creationId xmlns:a16="http://schemas.microsoft.com/office/drawing/2014/main" id="{094FD66F-C780-48DC-BCA9-25D3FA8B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8-3">
            <a:extLst xmlns:a="http://schemas.openxmlformats.org/drawingml/2006/main">
              <a:ext uri="{FF2B5EF4-FFF2-40B4-BE49-F238E27FC236}">
                <a16:creationId xmlns:a16="http://schemas.microsoft.com/office/drawing/2014/main" id="{71DD0A98-4F3E-4569-9AE7-F18A378E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TEST-088  |  UAE International Bank Account Number (IBAN): AE71 0330 0010 0000 0000 088</a:t>
            </a:r>
          </a:p>
        </p:txBody>
      </p:sp>
      <p:sp>
        <p:nvSpPr>
          <p:cNvPr id="13" name="record-person-18-3">
            <a:extLst xmlns:a="http://schemas.openxmlformats.org/drawingml/2006/main">
              <a:ext uri="{FF2B5EF4-FFF2-40B4-BE49-F238E27FC236}">
                <a16:creationId xmlns:a16="http://schemas.microsoft.com/office/drawing/2014/main" id="{DE3E9EBC-A0BE-4610-AF3E-76AE05CE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Maryam Omar Al Ketbi  |  Physical Address: Apartment 16, Building 4074, Al Jaddaf Walk Street, Abu Dhabi, UAE</a:t>
            </a:r>
          </a:p>
        </p:txBody>
      </p:sp>
      <p:sp>
        <p:nvSpPr>
          <p:cNvPr id="14" name="record-evidence-18-3">
            <a:extLst xmlns:a="http://schemas.openxmlformats.org/drawingml/2006/main">
              <a:ext uri="{FF2B5EF4-FFF2-40B4-BE49-F238E27FC236}">
                <a16:creationId xmlns:a16="http://schemas.microsoft.com/office/drawing/2014/main" id="{A57DF433-B132-4373-953E-55E1209B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18-4">
            <a:extLst xmlns:a="http://schemas.openxmlformats.org/drawingml/2006/main">
              <a:ext uri="{FF2B5EF4-FFF2-40B4-BE49-F238E27FC236}">
                <a16:creationId xmlns:a16="http://schemas.microsoft.com/office/drawing/2014/main" id="{3CCC2F60-244C-40E8-B97E-55767BC0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8-4">
            <a:extLst xmlns:a="http://schemas.openxmlformats.org/drawingml/2006/main">
              <a:ext uri="{FF2B5EF4-FFF2-40B4-BE49-F238E27FC236}">
                <a16:creationId xmlns:a16="http://schemas.microsoft.com/office/drawing/2014/main" id="{E55B2B4C-7D01-4554-9A03-416BD118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TEST-089  |  UAE International Bank Account Number (IBAN): AE44 0330 0010 0000 0000 089</a:t>
            </a:r>
          </a:p>
        </p:txBody>
      </p:sp>
      <p:sp>
        <p:nvSpPr>
          <p:cNvPr id="17" name="record-person-18-4">
            <a:extLst xmlns:a="http://schemas.openxmlformats.org/drawingml/2006/main">
              <a:ext uri="{FF2B5EF4-FFF2-40B4-BE49-F238E27FC236}">
                <a16:creationId xmlns:a16="http://schemas.microsoft.com/office/drawing/2014/main" id="{B85FF253-E819-4C9C-BA89-F7D2F4AF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Omar Faisal Al Naqbi  |  Physical Address: Apartment 17, Building 4111, Al Khalid Walk Street, Al Ain, UAE</a:t>
            </a:r>
          </a:p>
        </p:txBody>
      </p:sp>
      <p:sp>
        <p:nvSpPr>
          <p:cNvPr id="18" name="record-evidence-18-4">
            <a:extLst xmlns:a="http://schemas.openxmlformats.org/drawingml/2006/main">
              <a:ext uri="{FF2B5EF4-FFF2-40B4-BE49-F238E27FC236}">
                <a16:creationId xmlns:a16="http://schemas.microsoft.com/office/drawing/2014/main" id="{2D02C732-6907-4FCE-AEB3-4E8D5F0E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18-5">
            <a:extLst xmlns:a="http://schemas.openxmlformats.org/drawingml/2006/main">
              <a:ext uri="{FF2B5EF4-FFF2-40B4-BE49-F238E27FC236}">
                <a16:creationId xmlns:a16="http://schemas.microsoft.com/office/drawing/2014/main" id="{9A183A65-F8DD-4EA6-ADB5-9EF0B309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8-5">
            <a:extLst xmlns:a="http://schemas.openxmlformats.org/drawingml/2006/main">
              <a:ext uri="{FF2B5EF4-FFF2-40B4-BE49-F238E27FC236}">
                <a16:creationId xmlns:a16="http://schemas.microsoft.com/office/drawing/2014/main" id="{A1B0B2F9-92A8-4E97-984E-299F6899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TEST-090  |  UAE International Bank Account Number (IBAN): AE17 0330 0010 0000 0000 090</a:t>
            </a:r>
          </a:p>
        </p:txBody>
      </p:sp>
      <p:sp>
        <p:nvSpPr>
          <p:cNvPr id="21" name="record-person-18-5">
            <a:extLst xmlns:a="http://schemas.openxmlformats.org/drawingml/2006/main">
              <a:ext uri="{FF2B5EF4-FFF2-40B4-BE49-F238E27FC236}">
                <a16:creationId xmlns:a16="http://schemas.microsoft.com/office/drawing/2014/main" id="{FD60F5A4-1692-4A01-9782-F2480194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Fatima Tariq Al Kaabi  |  Physical Address: Apartment 18, Building 4148, Al Noor Walk Street, Al Ain, UAE</a:t>
            </a:r>
          </a:p>
        </p:txBody>
      </p:sp>
      <p:sp>
        <p:nvSpPr>
          <p:cNvPr id="22" name="record-evidence-18-5">
            <a:extLst xmlns:a="http://schemas.openxmlformats.org/drawingml/2006/main">
              <a:ext uri="{FF2B5EF4-FFF2-40B4-BE49-F238E27FC236}">
                <a16:creationId xmlns:a16="http://schemas.microsoft.com/office/drawing/2014/main" id="{92D66E1B-FD59-453B-93DD-2068DC41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18">
            <a:extLst xmlns:a="http://schemas.openxmlformats.org/drawingml/2006/main">
              <a:ext uri="{FF2B5EF4-FFF2-40B4-BE49-F238E27FC236}">
                <a16:creationId xmlns:a16="http://schemas.microsoft.com/office/drawing/2014/main" id="{16C25584-C212-4C9A-BC4D-E4685DBA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9527703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3478865A-EDE3-4538-BB39-BACFF21B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19">
            <a:extLst xmlns:a="http://schemas.openxmlformats.org/drawingml/2006/main">
              <a:ext uri="{FF2B5EF4-FFF2-40B4-BE49-F238E27FC236}">
                <a16:creationId xmlns:a16="http://schemas.microsoft.com/office/drawing/2014/main" id="{69275F1E-E6D2-4449-9E5E-F090F9FD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91-95 of 150</a:t>
            </a:r>
          </a:p>
        </p:txBody>
      </p:sp>
      <p:sp>
        <p:nvSpPr>
          <p:cNvPr id="3" name="record-panel-19-1">
            <a:extLst xmlns:a="http://schemas.openxmlformats.org/drawingml/2006/main">
              <a:ext uri="{FF2B5EF4-FFF2-40B4-BE49-F238E27FC236}">
                <a16:creationId xmlns:a16="http://schemas.microsoft.com/office/drawing/2014/main" id="{FD8E5AD1-1655-4BC0-BD25-C786B04C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9-1">
            <a:extLst xmlns:a="http://schemas.openxmlformats.org/drawingml/2006/main">
              <a:ext uri="{FF2B5EF4-FFF2-40B4-BE49-F238E27FC236}">
                <a16:creationId xmlns:a16="http://schemas.microsoft.com/office/drawing/2014/main" id="{EC413090-FDC3-4ED7-9F1F-37FC55A9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TEST-091  |  UAE International Bank Account Number (IBAN): AE87 0330 0010 0000 0000 091</a:t>
            </a:r>
          </a:p>
        </p:txBody>
      </p:sp>
      <p:sp>
        <p:nvSpPr>
          <p:cNvPr id="5" name="record-person-19-1">
            <a:extLst xmlns:a="http://schemas.openxmlformats.org/drawingml/2006/main">
              <a:ext uri="{FF2B5EF4-FFF2-40B4-BE49-F238E27FC236}">
                <a16:creationId xmlns:a16="http://schemas.microsoft.com/office/drawing/2014/main" id="{3ECE3D90-7197-46E7-A1EC-BF8030A8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Yousef Noora Al Mansoori  |  Physical Address: Apartment 19, Building 4185, Al Raha Walk Street, Fujairah, UAE</a:t>
            </a:r>
          </a:p>
        </p:txBody>
      </p:sp>
      <p:sp>
        <p:nvSpPr>
          <p:cNvPr id="6" name="record-evidence-19-1">
            <a:extLst xmlns:a="http://schemas.openxmlformats.org/drawingml/2006/main">
              <a:ext uri="{FF2B5EF4-FFF2-40B4-BE49-F238E27FC236}">
                <a16:creationId xmlns:a16="http://schemas.microsoft.com/office/drawing/2014/main" id="{F1B4FABC-BBB3-4CC8-A5EC-A6CC82F8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19-2">
            <a:extLst xmlns:a="http://schemas.openxmlformats.org/drawingml/2006/main">
              <a:ext uri="{FF2B5EF4-FFF2-40B4-BE49-F238E27FC236}">
                <a16:creationId xmlns:a16="http://schemas.microsoft.com/office/drawing/2014/main" id="{31BAE4DF-E4B6-4470-9F65-C88AB0EA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9-2">
            <a:extLst xmlns:a="http://schemas.openxmlformats.org/drawingml/2006/main">
              <a:ext uri="{FF2B5EF4-FFF2-40B4-BE49-F238E27FC236}">
                <a16:creationId xmlns:a16="http://schemas.microsoft.com/office/drawing/2014/main" id="{607673E4-F460-47B0-A734-2E960A55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TEST-092  |  UAE International Bank Account Number (IBAN): AE60 0330 0010 0000 0000 092</a:t>
            </a:r>
          </a:p>
        </p:txBody>
      </p:sp>
      <p:sp>
        <p:nvSpPr>
          <p:cNvPr id="9" name="record-person-19-2">
            <a:extLst xmlns:a="http://schemas.openxmlformats.org/drawingml/2006/main">
              <a:ext uri="{FF2B5EF4-FFF2-40B4-BE49-F238E27FC236}">
                <a16:creationId xmlns:a16="http://schemas.microsoft.com/office/drawing/2014/main" id="{0305696E-147E-4873-8874-AFA0DBC2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Dana Fatima Al Tunaiji  |  Physical Address: Apartment 20, Building 4222, Al Safa Walk Street, Abu Dhabi, UAE</a:t>
            </a:r>
          </a:p>
        </p:txBody>
      </p:sp>
      <p:sp>
        <p:nvSpPr>
          <p:cNvPr id="10" name="record-evidence-19-2">
            <a:extLst xmlns:a="http://schemas.openxmlformats.org/drawingml/2006/main">
              <a:ext uri="{FF2B5EF4-FFF2-40B4-BE49-F238E27FC236}">
                <a16:creationId xmlns:a16="http://schemas.microsoft.com/office/drawing/2014/main" id="{95D43735-CD2D-4700-9F75-B39A9A39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19-3">
            <a:extLst xmlns:a="http://schemas.openxmlformats.org/drawingml/2006/main">
              <a:ext uri="{FF2B5EF4-FFF2-40B4-BE49-F238E27FC236}">
                <a16:creationId xmlns:a16="http://schemas.microsoft.com/office/drawing/2014/main" id="{20770B51-5EE1-4B77-BA1F-C1D6AA0E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9-3">
            <a:extLst xmlns:a="http://schemas.openxmlformats.org/drawingml/2006/main">
              <a:ext uri="{FF2B5EF4-FFF2-40B4-BE49-F238E27FC236}">
                <a16:creationId xmlns:a16="http://schemas.microsoft.com/office/drawing/2014/main" id="{4B162EFB-858E-4F54-90FF-04DF38B9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TEST-093  |  UAE International Bank Account Number (IBAN): AE33 0330 0010 0000 0000 093</a:t>
            </a:r>
          </a:p>
        </p:txBody>
      </p:sp>
      <p:sp>
        <p:nvSpPr>
          <p:cNvPr id="13" name="record-person-19-3">
            <a:extLst xmlns:a="http://schemas.openxmlformats.org/drawingml/2006/main">
              <a:ext uri="{FF2B5EF4-FFF2-40B4-BE49-F238E27FC236}">
                <a16:creationId xmlns:a16="http://schemas.microsoft.com/office/drawing/2014/main" id="{0806ED86-FD80-4F71-A569-B966BDB9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Salem Maha Al Shamsi  |  Physical Address: Apartment 21, Building 4259, Al Zahra Walk Street, Dubai, UAE</a:t>
            </a:r>
          </a:p>
        </p:txBody>
      </p:sp>
      <p:sp>
        <p:nvSpPr>
          <p:cNvPr id="14" name="record-evidence-19-3">
            <a:extLst xmlns:a="http://schemas.openxmlformats.org/drawingml/2006/main">
              <a:ext uri="{FF2B5EF4-FFF2-40B4-BE49-F238E27FC236}">
                <a16:creationId xmlns:a16="http://schemas.microsoft.com/office/drawing/2014/main" id="{6D950CED-D837-4F63-923A-CC2F47E1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19-4">
            <a:extLst xmlns:a="http://schemas.openxmlformats.org/drawingml/2006/main">
              <a:ext uri="{FF2B5EF4-FFF2-40B4-BE49-F238E27FC236}">
                <a16:creationId xmlns:a16="http://schemas.microsoft.com/office/drawing/2014/main" id="{C1197D0A-7599-46D1-A0A7-A825E6F1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9-4">
            <a:extLst xmlns:a="http://schemas.openxmlformats.org/drawingml/2006/main">
              <a:ext uri="{FF2B5EF4-FFF2-40B4-BE49-F238E27FC236}">
                <a16:creationId xmlns:a16="http://schemas.microsoft.com/office/drawing/2014/main" id="{FF4A16FB-6062-44B4-BA13-AC571717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TEST-094  |  UAE International Bank Account Number (IBAN): AE06 0330 0010 0000 0000 094</a:t>
            </a:r>
          </a:p>
        </p:txBody>
      </p:sp>
      <p:sp>
        <p:nvSpPr>
          <p:cNvPr id="17" name="record-person-19-4">
            <a:extLst xmlns:a="http://schemas.openxmlformats.org/drawingml/2006/main">
              <a:ext uri="{FF2B5EF4-FFF2-40B4-BE49-F238E27FC236}">
                <a16:creationId xmlns:a16="http://schemas.microsoft.com/office/drawing/2014/main" id="{6789A5A7-6626-453A-9413-2D8D4012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Alya Amna Al Balooshi  |  Physical Address: Apartment 22, Building 4296, Corniche Walk Street, Ajman, UAE</a:t>
            </a:r>
          </a:p>
        </p:txBody>
      </p:sp>
      <p:sp>
        <p:nvSpPr>
          <p:cNvPr id="18" name="record-evidence-19-4">
            <a:extLst xmlns:a="http://schemas.openxmlformats.org/drawingml/2006/main">
              <a:ext uri="{FF2B5EF4-FFF2-40B4-BE49-F238E27FC236}">
                <a16:creationId xmlns:a16="http://schemas.microsoft.com/office/drawing/2014/main" id="{7781BE65-EDD9-4650-85AD-752E9E0C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19-5">
            <a:extLst xmlns:a="http://schemas.openxmlformats.org/drawingml/2006/main">
              <a:ext uri="{FF2B5EF4-FFF2-40B4-BE49-F238E27FC236}">
                <a16:creationId xmlns:a16="http://schemas.microsoft.com/office/drawing/2014/main" id="{036B2142-7F49-456E-BB86-865C1DA5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9-5">
            <a:extLst xmlns:a="http://schemas.openxmlformats.org/drawingml/2006/main">
              <a:ext uri="{FF2B5EF4-FFF2-40B4-BE49-F238E27FC236}">
                <a16:creationId xmlns:a16="http://schemas.microsoft.com/office/drawing/2014/main" id="{151E48A7-65F0-4BF5-B82D-88EF1E61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TEST-095  |  UAE International Bank Account Number (IBAN): AE76 0330 0010 0000 0000 095</a:t>
            </a:r>
          </a:p>
        </p:txBody>
      </p:sp>
      <p:sp>
        <p:nvSpPr>
          <p:cNvPr id="21" name="record-person-19-5">
            <a:extLst xmlns:a="http://schemas.openxmlformats.org/drawingml/2006/main">
              <a:ext uri="{FF2B5EF4-FFF2-40B4-BE49-F238E27FC236}">
                <a16:creationId xmlns:a16="http://schemas.microsoft.com/office/drawing/2014/main" id="{6C61604C-F62F-42D1-9817-E4CE746B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Faisal Noora Al Ketbi  |  Physical Address: Apartment 23, Building 4333, Marina Walk Street, Sharjah, UAE</a:t>
            </a:r>
          </a:p>
        </p:txBody>
      </p:sp>
      <p:sp>
        <p:nvSpPr>
          <p:cNvPr id="22" name="record-evidence-19-5">
            <a:extLst xmlns:a="http://schemas.openxmlformats.org/drawingml/2006/main">
              <a:ext uri="{FF2B5EF4-FFF2-40B4-BE49-F238E27FC236}">
                <a16:creationId xmlns:a16="http://schemas.microsoft.com/office/drawing/2014/main" id="{21E373CC-B6AF-4581-95C4-34CA74CC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19">
            <a:extLst xmlns:a="http://schemas.openxmlformats.org/drawingml/2006/main">
              <a:ext uri="{FF2B5EF4-FFF2-40B4-BE49-F238E27FC236}">
                <a16:creationId xmlns:a16="http://schemas.microsoft.com/office/drawing/2014/main" id="{89EB4256-5E9B-4E06-BF87-841C2E55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942919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2E9B4F9F-B555-46AF-B732-556CFE08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20">
            <a:extLst xmlns:a="http://schemas.openxmlformats.org/drawingml/2006/main">
              <a:ext uri="{FF2B5EF4-FFF2-40B4-BE49-F238E27FC236}">
                <a16:creationId xmlns:a16="http://schemas.microsoft.com/office/drawing/2014/main" id="{EDCB9617-E6EC-4066-9BB4-4F6AFCC2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96-100 of 150</a:t>
            </a:r>
          </a:p>
        </p:txBody>
      </p:sp>
      <p:sp>
        <p:nvSpPr>
          <p:cNvPr id="3" name="record-panel-20-1">
            <a:extLst xmlns:a="http://schemas.openxmlformats.org/drawingml/2006/main">
              <a:ext uri="{FF2B5EF4-FFF2-40B4-BE49-F238E27FC236}">
                <a16:creationId xmlns:a16="http://schemas.microsoft.com/office/drawing/2014/main" id="{3F5B321F-3C64-4D11-981D-3432A2AA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0-1">
            <a:extLst xmlns:a="http://schemas.openxmlformats.org/drawingml/2006/main">
              <a:ext uri="{FF2B5EF4-FFF2-40B4-BE49-F238E27FC236}">
                <a16:creationId xmlns:a16="http://schemas.microsoft.com/office/drawing/2014/main" id="{BE394E88-F7F7-49AC-9DD2-D94BB613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TEST-096  |  UAE International Bank Account Number (IBAN): AE49 0330 0010 0000 0000 096</a:t>
            </a:r>
          </a:p>
        </p:txBody>
      </p:sp>
      <p:sp>
        <p:nvSpPr>
          <p:cNvPr id="5" name="record-person-20-1">
            <a:extLst xmlns:a="http://schemas.openxmlformats.org/drawingml/2006/main">
              <a:ext uri="{FF2B5EF4-FFF2-40B4-BE49-F238E27FC236}">
                <a16:creationId xmlns:a16="http://schemas.microsoft.com/office/drawing/2014/main" id="{2E74F55B-E9BB-45FB-A311-B9B3961A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Maha Fatima Al Shehhi  |  Physical Address: Apartment 24, Building 4370, Oasis Walk Street, Ras Al Khaimah, UAE</a:t>
            </a:r>
          </a:p>
        </p:txBody>
      </p:sp>
      <p:sp>
        <p:nvSpPr>
          <p:cNvPr id="6" name="record-evidence-20-1">
            <a:extLst xmlns:a="http://schemas.openxmlformats.org/drawingml/2006/main">
              <a:ext uri="{FF2B5EF4-FFF2-40B4-BE49-F238E27FC236}">
                <a16:creationId xmlns:a16="http://schemas.microsoft.com/office/drawing/2014/main" id="{D05891A4-667F-42F6-96E7-2DCD0679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20-2">
            <a:extLst xmlns:a="http://schemas.openxmlformats.org/drawingml/2006/main">
              <a:ext uri="{FF2B5EF4-FFF2-40B4-BE49-F238E27FC236}">
                <a16:creationId xmlns:a16="http://schemas.microsoft.com/office/drawing/2014/main" id="{1F93A855-8EDF-46AF-B06F-8E9E9854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0-2">
            <a:extLst xmlns:a="http://schemas.openxmlformats.org/drawingml/2006/main">
              <a:ext uri="{FF2B5EF4-FFF2-40B4-BE49-F238E27FC236}">
                <a16:creationId xmlns:a16="http://schemas.microsoft.com/office/drawing/2014/main" id="{A0779EF0-4993-4A9F-98C7-78A7BE4D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TEST-097  |  UAE International Bank Account Number (IBAN): AE22 0330 0010 0000 0000 097</a:t>
            </a:r>
          </a:p>
        </p:txBody>
      </p:sp>
      <p:sp>
        <p:nvSpPr>
          <p:cNvPr id="9" name="record-person-20-2">
            <a:extLst xmlns:a="http://schemas.openxmlformats.org/drawingml/2006/main">
              <a:ext uri="{FF2B5EF4-FFF2-40B4-BE49-F238E27FC236}">
                <a16:creationId xmlns:a16="http://schemas.microsoft.com/office/drawing/2014/main" id="{2A3D85AD-978E-449B-94BC-9EAC190A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Nasser Maha Al Kaabi  |  Physical Address: Apartment 25, Building 4407, Al Barsha Boulevard Street, Dubai, UAE</a:t>
            </a:r>
          </a:p>
        </p:txBody>
      </p:sp>
      <p:sp>
        <p:nvSpPr>
          <p:cNvPr id="10" name="record-evidence-20-2">
            <a:extLst xmlns:a="http://schemas.openxmlformats.org/drawingml/2006/main">
              <a:ext uri="{FF2B5EF4-FFF2-40B4-BE49-F238E27FC236}">
                <a16:creationId xmlns:a16="http://schemas.microsoft.com/office/drawing/2014/main" id="{4967BF84-C56D-4608-950D-C6DB968A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20-3">
            <a:extLst xmlns:a="http://schemas.openxmlformats.org/drawingml/2006/main">
              <a:ext uri="{FF2B5EF4-FFF2-40B4-BE49-F238E27FC236}">
                <a16:creationId xmlns:a16="http://schemas.microsoft.com/office/drawing/2014/main" id="{34DC64DF-F83A-47FF-B5BF-E284F566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0-3">
            <a:extLst xmlns:a="http://schemas.openxmlformats.org/drawingml/2006/main">
              <a:ext uri="{FF2B5EF4-FFF2-40B4-BE49-F238E27FC236}">
                <a16:creationId xmlns:a16="http://schemas.microsoft.com/office/drawing/2014/main" id="{32BE3D68-122C-4BB4-B85F-9A595602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TEST-098  |  UAE International Bank Account Number (IBAN): AE92 0330 0010 0000 0000 098</a:t>
            </a:r>
          </a:p>
        </p:txBody>
      </p:sp>
      <p:sp>
        <p:nvSpPr>
          <p:cNvPr id="13" name="record-person-20-3">
            <a:extLst xmlns:a="http://schemas.openxmlformats.org/drawingml/2006/main">
              <a:ext uri="{FF2B5EF4-FFF2-40B4-BE49-F238E27FC236}">
                <a16:creationId xmlns:a16="http://schemas.microsoft.com/office/drawing/2014/main" id="{7003DA83-128E-4F7F-98D5-3770C01C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Reem Amna Al Mansoori  |  Physical Address: Apartment 26, Building 4444, Al Dana Boulevard Street, Umm Al Quwain, UAE</a:t>
            </a:r>
          </a:p>
        </p:txBody>
      </p:sp>
      <p:sp>
        <p:nvSpPr>
          <p:cNvPr id="14" name="record-evidence-20-3">
            <a:extLst xmlns:a="http://schemas.openxmlformats.org/drawingml/2006/main">
              <a:ext uri="{FF2B5EF4-FFF2-40B4-BE49-F238E27FC236}">
                <a16:creationId xmlns:a16="http://schemas.microsoft.com/office/drawing/2014/main" id="{35FD051E-42EE-4629-BFF4-4DCA5A81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20-4">
            <a:extLst xmlns:a="http://schemas.openxmlformats.org/drawingml/2006/main">
              <a:ext uri="{FF2B5EF4-FFF2-40B4-BE49-F238E27FC236}">
                <a16:creationId xmlns:a16="http://schemas.microsoft.com/office/drawing/2014/main" id="{710C264A-C85E-46CE-A7E4-EBE50DDB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0-4">
            <a:extLst xmlns:a="http://schemas.openxmlformats.org/drawingml/2006/main">
              <a:ext uri="{FF2B5EF4-FFF2-40B4-BE49-F238E27FC236}">
                <a16:creationId xmlns:a16="http://schemas.microsoft.com/office/drawing/2014/main" id="{1BD33826-5246-46C7-9C9B-E67671C5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TEST-099  |  UAE International Bank Account Number (IBAN): AE65 0330 0010 0000 0000 099</a:t>
            </a:r>
          </a:p>
        </p:txBody>
      </p:sp>
      <p:sp>
        <p:nvSpPr>
          <p:cNvPr id="17" name="record-person-20-4">
            <a:extLst xmlns:a="http://schemas.openxmlformats.org/drawingml/2006/main">
              <a:ext uri="{FF2B5EF4-FFF2-40B4-BE49-F238E27FC236}">
                <a16:creationId xmlns:a16="http://schemas.microsoft.com/office/drawing/2014/main" id="{24406A66-924E-4AFF-94D6-B7D86D51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Zayed Noora Al Tunaiji  |  Physical Address: Apartment 27, Building 4481, Al Falah Boulevard Street, Sharjah, UAE</a:t>
            </a:r>
          </a:p>
        </p:txBody>
      </p:sp>
      <p:sp>
        <p:nvSpPr>
          <p:cNvPr id="18" name="record-evidence-20-4">
            <a:extLst xmlns:a="http://schemas.openxmlformats.org/drawingml/2006/main">
              <a:ext uri="{FF2B5EF4-FFF2-40B4-BE49-F238E27FC236}">
                <a16:creationId xmlns:a16="http://schemas.microsoft.com/office/drawing/2014/main" id="{1DC1C76E-2998-4989-A17D-17C9B3B6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20-5">
            <a:extLst xmlns:a="http://schemas.openxmlformats.org/drawingml/2006/main">
              <a:ext uri="{FF2B5EF4-FFF2-40B4-BE49-F238E27FC236}">
                <a16:creationId xmlns:a16="http://schemas.microsoft.com/office/drawing/2014/main" id="{5F66696A-047C-4664-9611-A8C297AC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0-5">
            <a:extLst xmlns:a="http://schemas.openxmlformats.org/drawingml/2006/main">
              <a:ext uri="{FF2B5EF4-FFF2-40B4-BE49-F238E27FC236}">
                <a16:creationId xmlns:a16="http://schemas.microsoft.com/office/drawing/2014/main" id="{4CAED769-9231-4484-91A6-3485842C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TEST-100  |  UAE International Bank Account Number (IBAN): AE38 0330 0010 0000 0000 100</a:t>
            </a:r>
          </a:p>
        </p:txBody>
      </p:sp>
      <p:sp>
        <p:nvSpPr>
          <p:cNvPr id="21" name="record-person-20-5">
            <a:extLst xmlns:a="http://schemas.openxmlformats.org/drawingml/2006/main">
              <a:ext uri="{FF2B5EF4-FFF2-40B4-BE49-F238E27FC236}">
                <a16:creationId xmlns:a16="http://schemas.microsoft.com/office/drawing/2014/main" id="{AB89EBE4-8014-4C85-8799-80DEC2D4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Salama Fatima Al Dhaheri  |  Physical Address: Apartment 28, Building 4518, Al Jaddaf Boulevard Street, Abu Dhabi, UAE</a:t>
            </a:r>
          </a:p>
        </p:txBody>
      </p:sp>
      <p:sp>
        <p:nvSpPr>
          <p:cNvPr id="22" name="record-evidence-20-5">
            <a:extLst xmlns:a="http://schemas.openxmlformats.org/drawingml/2006/main">
              <a:ext uri="{FF2B5EF4-FFF2-40B4-BE49-F238E27FC236}">
                <a16:creationId xmlns:a16="http://schemas.microsoft.com/office/drawing/2014/main" id="{9327AED9-AECE-4FD8-B3D7-11BD6F79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20">
            <a:extLst xmlns:a="http://schemas.openxmlformats.org/drawingml/2006/main">
              <a:ext uri="{FF2B5EF4-FFF2-40B4-BE49-F238E27FC236}">
                <a16:creationId xmlns:a16="http://schemas.microsoft.com/office/drawing/2014/main" id="{AC785734-A619-4BD1-B0C2-36A5E306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84048532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B9226C99-E70F-4D0B-895C-DD47DC01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21">
            <a:extLst xmlns:a="http://schemas.openxmlformats.org/drawingml/2006/main">
              <a:ext uri="{FF2B5EF4-FFF2-40B4-BE49-F238E27FC236}">
                <a16:creationId xmlns:a16="http://schemas.microsoft.com/office/drawing/2014/main" id="{CF970B24-5B66-4C11-A0B3-95F25563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101-105 of 150</a:t>
            </a:r>
          </a:p>
        </p:txBody>
      </p:sp>
      <p:sp>
        <p:nvSpPr>
          <p:cNvPr id="3" name="record-panel-21-1">
            <a:extLst xmlns:a="http://schemas.openxmlformats.org/drawingml/2006/main">
              <a:ext uri="{FF2B5EF4-FFF2-40B4-BE49-F238E27FC236}">
                <a16:creationId xmlns:a16="http://schemas.microsoft.com/office/drawing/2014/main" id="{95AAB615-60D2-4873-9DD0-9F7F5A8D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1-1">
            <a:extLst xmlns:a="http://schemas.openxmlformats.org/drawingml/2006/main">
              <a:ext uri="{FF2B5EF4-FFF2-40B4-BE49-F238E27FC236}">
                <a16:creationId xmlns:a16="http://schemas.microsoft.com/office/drawing/2014/main" id="{FF6FBCF8-590C-41B9-955A-3AC2F2B5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TEST-101  |  UAE International Bank Account Number (IBAN): AE11 0330 0010 0000 0000 101</a:t>
            </a:r>
          </a:p>
        </p:txBody>
      </p:sp>
      <p:sp>
        <p:nvSpPr>
          <p:cNvPr id="5" name="record-person-21-1">
            <a:extLst xmlns:a="http://schemas.openxmlformats.org/drawingml/2006/main">
              <a:ext uri="{FF2B5EF4-FFF2-40B4-BE49-F238E27FC236}">
                <a16:creationId xmlns:a16="http://schemas.microsoft.com/office/drawing/2014/main" id="{C2958BA4-56C2-4048-B304-727D05F6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Tariq Maha Al Balooshi  |  Physical Address: Apartment 29, Building 4555, Al Khalid Boulevard Street, Al Ain, UAE</a:t>
            </a:r>
          </a:p>
        </p:txBody>
      </p:sp>
      <p:sp>
        <p:nvSpPr>
          <p:cNvPr id="6" name="record-evidence-21-1">
            <a:extLst xmlns:a="http://schemas.openxmlformats.org/drawingml/2006/main">
              <a:ext uri="{FF2B5EF4-FFF2-40B4-BE49-F238E27FC236}">
                <a16:creationId xmlns:a16="http://schemas.microsoft.com/office/drawing/2014/main" id="{B6EA3644-D177-4FC3-A069-5C92774C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21-2">
            <a:extLst xmlns:a="http://schemas.openxmlformats.org/drawingml/2006/main">
              <a:ext uri="{FF2B5EF4-FFF2-40B4-BE49-F238E27FC236}">
                <a16:creationId xmlns:a16="http://schemas.microsoft.com/office/drawing/2014/main" id="{E6DBA052-4055-456C-8153-7194F445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1-2">
            <a:extLst xmlns:a="http://schemas.openxmlformats.org/drawingml/2006/main">
              <a:ext uri="{FF2B5EF4-FFF2-40B4-BE49-F238E27FC236}">
                <a16:creationId xmlns:a16="http://schemas.microsoft.com/office/drawing/2014/main" id="{20B31EE9-42AD-438A-9C83-7AECFA1A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TEST-102  |  UAE International Bank Account Number (IBAN): AE81 0330 0010 0000 0000 102</a:t>
            </a:r>
          </a:p>
        </p:txBody>
      </p:sp>
      <p:sp>
        <p:nvSpPr>
          <p:cNvPr id="9" name="record-person-21-2">
            <a:extLst xmlns:a="http://schemas.openxmlformats.org/drawingml/2006/main">
              <a:ext uri="{FF2B5EF4-FFF2-40B4-BE49-F238E27FC236}">
                <a16:creationId xmlns:a16="http://schemas.microsoft.com/office/drawing/2014/main" id="{8720DA66-1F7C-41CA-9F70-5A60462F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Amna Faisal Al Ketbi  |  Physical Address: Apartment 30, Building 4592, Al Noor Boulevard Street, Al Ain, UAE</a:t>
            </a:r>
          </a:p>
        </p:txBody>
      </p:sp>
      <p:sp>
        <p:nvSpPr>
          <p:cNvPr id="10" name="record-evidence-21-2">
            <a:extLst xmlns:a="http://schemas.openxmlformats.org/drawingml/2006/main">
              <a:ext uri="{FF2B5EF4-FFF2-40B4-BE49-F238E27FC236}">
                <a16:creationId xmlns:a16="http://schemas.microsoft.com/office/drawing/2014/main" id="{F8F4ADE7-CD33-47F6-8413-2B27FC84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21-3">
            <a:extLst xmlns:a="http://schemas.openxmlformats.org/drawingml/2006/main">
              <a:ext uri="{FF2B5EF4-FFF2-40B4-BE49-F238E27FC236}">
                <a16:creationId xmlns:a16="http://schemas.microsoft.com/office/drawing/2014/main" id="{79794659-D840-4502-988A-7EF515FC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1-3">
            <a:extLst xmlns:a="http://schemas.openxmlformats.org/drawingml/2006/main">
              <a:ext uri="{FF2B5EF4-FFF2-40B4-BE49-F238E27FC236}">
                <a16:creationId xmlns:a16="http://schemas.microsoft.com/office/drawing/2014/main" id="{25D9FA54-5664-4635-9CF1-1E233153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TEST-103  |  UAE International Bank Account Number (IBAN): AE54 0330 0010 0000 0000 103</a:t>
            </a:r>
          </a:p>
        </p:txBody>
      </p:sp>
      <p:sp>
        <p:nvSpPr>
          <p:cNvPr id="13" name="record-person-21-3">
            <a:extLst xmlns:a="http://schemas.openxmlformats.org/drawingml/2006/main">
              <a:ext uri="{FF2B5EF4-FFF2-40B4-BE49-F238E27FC236}">
                <a16:creationId xmlns:a16="http://schemas.microsoft.com/office/drawing/2014/main" id="{756E2DB3-B35B-4FA6-BC56-1C714D81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Majid Noora Al Shehhi  |  Physical Address: Apartment 31, Building 4629, Al Raha Boulevard Street, Fujairah, UAE</a:t>
            </a:r>
          </a:p>
        </p:txBody>
      </p:sp>
      <p:sp>
        <p:nvSpPr>
          <p:cNvPr id="14" name="record-evidence-21-3">
            <a:extLst xmlns:a="http://schemas.openxmlformats.org/drawingml/2006/main">
              <a:ext uri="{FF2B5EF4-FFF2-40B4-BE49-F238E27FC236}">
                <a16:creationId xmlns:a16="http://schemas.microsoft.com/office/drawing/2014/main" id="{77A72DF9-2B9E-4B79-8235-E9E306D5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21-4">
            <a:extLst xmlns:a="http://schemas.openxmlformats.org/drawingml/2006/main">
              <a:ext uri="{FF2B5EF4-FFF2-40B4-BE49-F238E27FC236}">
                <a16:creationId xmlns:a16="http://schemas.microsoft.com/office/drawing/2014/main" id="{4EBD9D5D-593E-41F0-9F65-FB8B6D56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1-4">
            <a:extLst xmlns:a="http://schemas.openxmlformats.org/drawingml/2006/main">
              <a:ext uri="{FF2B5EF4-FFF2-40B4-BE49-F238E27FC236}">
                <a16:creationId xmlns:a16="http://schemas.microsoft.com/office/drawing/2014/main" id="{6A4E14C5-3B1B-482E-86CA-233AC7EC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TEST-104  |  UAE International Bank Account Number (IBAN): AE27 0330 0010 0000 0000 104</a:t>
            </a:r>
          </a:p>
        </p:txBody>
      </p:sp>
      <p:sp>
        <p:nvSpPr>
          <p:cNvPr id="17" name="record-person-21-4">
            <a:extLst xmlns:a="http://schemas.openxmlformats.org/drawingml/2006/main">
              <a:ext uri="{FF2B5EF4-FFF2-40B4-BE49-F238E27FC236}">
                <a16:creationId xmlns:a16="http://schemas.microsoft.com/office/drawing/2014/main" id="{FB5E32B1-EF3C-4237-AC31-61BBE7D7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Hessa Fatima Al Qasimi  |  Physical Address: Apartment 32, Building 4666, Al Safa Boulevard Street, Abu Dhabi, UAE</a:t>
            </a:r>
          </a:p>
        </p:txBody>
      </p:sp>
      <p:sp>
        <p:nvSpPr>
          <p:cNvPr id="18" name="record-evidence-21-4">
            <a:extLst xmlns:a="http://schemas.openxmlformats.org/drawingml/2006/main">
              <a:ext uri="{FF2B5EF4-FFF2-40B4-BE49-F238E27FC236}">
                <a16:creationId xmlns:a16="http://schemas.microsoft.com/office/drawing/2014/main" id="{FE7B8AC9-E663-4AD7-96D2-885B40C2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21-5">
            <a:extLst xmlns:a="http://schemas.openxmlformats.org/drawingml/2006/main">
              <a:ext uri="{FF2B5EF4-FFF2-40B4-BE49-F238E27FC236}">
                <a16:creationId xmlns:a16="http://schemas.microsoft.com/office/drawing/2014/main" id="{912FF1A6-B5BE-4801-831C-80B7C0AE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1-5">
            <a:extLst xmlns:a="http://schemas.openxmlformats.org/drawingml/2006/main">
              <a:ext uri="{FF2B5EF4-FFF2-40B4-BE49-F238E27FC236}">
                <a16:creationId xmlns:a16="http://schemas.microsoft.com/office/drawing/2014/main" id="{ED1490D5-C1DD-4941-9126-C0F7E2B7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TEST-105  |  UAE International Bank Account Number (IBAN): AE97 0330 0010 0000 0000 105</a:t>
            </a:r>
          </a:p>
        </p:txBody>
      </p:sp>
      <p:sp>
        <p:nvSpPr>
          <p:cNvPr id="21" name="record-person-21-5">
            <a:extLst xmlns:a="http://schemas.openxmlformats.org/drawingml/2006/main">
              <a:ext uri="{FF2B5EF4-FFF2-40B4-BE49-F238E27FC236}">
                <a16:creationId xmlns:a16="http://schemas.microsoft.com/office/drawing/2014/main" id="{97597702-53F5-44F0-B05A-F478F338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Rashid Maha Al Mansoori  |  Physical Address: Apartment 33, Building 4703, Al Zahra Boulevard Street, Dubai, UAE</a:t>
            </a:r>
          </a:p>
        </p:txBody>
      </p:sp>
      <p:sp>
        <p:nvSpPr>
          <p:cNvPr id="22" name="record-evidence-21-5">
            <a:extLst xmlns:a="http://schemas.openxmlformats.org/drawingml/2006/main">
              <a:ext uri="{FF2B5EF4-FFF2-40B4-BE49-F238E27FC236}">
                <a16:creationId xmlns:a16="http://schemas.microsoft.com/office/drawing/2014/main" id="{7168CEF9-2123-4442-BA63-1FF25378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21">
            <a:extLst xmlns:a="http://schemas.openxmlformats.org/drawingml/2006/main">
              <a:ext uri="{FF2B5EF4-FFF2-40B4-BE49-F238E27FC236}">
                <a16:creationId xmlns:a16="http://schemas.microsoft.com/office/drawing/2014/main" id="{CD92B728-2F4D-4E2E-B5E0-236FA7E9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94697786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52A99950-6866-4CA5-A9C1-91ABD431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22">
            <a:extLst xmlns:a="http://schemas.openxmlformats.org/drawingml/2006/main">
              <a:ext uri="{FF2B5EF4-FFF2-40B4-BE49-F238E27FC236}">
                <a16:creationId xmlns:a16="http://schemas.microsoft.com/office/drawing/2014/main" id="{4F3B3F21-C7AF-47D0-BCB5-D0029B9F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106-110 of 150</a:t>
            </a:r>
          </a:p>
        </p:txBody>
      </p:sp>
      <p:sp>
        <p:nvSpPr>
          <p:cNvPr id="3" name="record-panel-22-1">
            <a:extLst xmlns:a="http://schemas.openxmlformats.org/drawingml/2006/main">
              <a:ext uri="{FF2B5EF4-FFF2-40B4-BE49-F238E27FC236}">
                <a16:creationId xmlns:a16="http://schemas.microsoft.com/office/drawing/2014/main" id="{BF3F2C7D-D06B-419D-9C7D-164486F7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2-1">
            <a:extLst xmlns:a="http://schemas.openxmlformats.org/drawingml/2006/main">
              <a:ext uri="{FF2B5EF4-FFF2-40B4-BE49-F238E27FC236}">
                <a16:creationId xmlns:a16="http://schemas.microsoft.com/office/drawing/2014/main" id="{A075ADEA-978A-48EA-9479-78DCB2B9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TEST-106  |  UAE International Bank Account Number (IBAN): AE70 0330 0010 0000 0000 106</a:t>
            </a:r>
          </a:p>
        </p:txBody>
      </p:sp>
      <p:sp>
        <p:nvSpPr>
          <p:cNvPr id="5" name="record-person-22-1">
            <a:extLst xmlns:a="http://schemas.openxmlformats.org/drawingml/2006/main">
              <a:ext uri="{FF2B5EF4-FFF2-40B4-BE49-F238E27FC236}">
                <a16:creationId xmlns:a16="http://schemas.microsoft.com/office/drawing/2014/main" id="{5AE7F9AA-8AD5-4EFD-A9C5-57112A19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Latifa Amna Al Tunaiji  |  Physical Address: Apartment 34, Building 4740, Corniche Boulevard Street, Ajman, UAE</a:t>
            </a:r>
          </a:p>
        </p:txBody>
      </p:sp>
      <p:sp>
        <p:nvSpPr>
          <p:cNvPr id="6" name="record-evidence-22-1">
            <a:extLst xmlns:a="http://schemas.openxmlformats.org/drawingml/2006/main">
              <a:ext uri="{FF2B5EF4-FFF2-40B4-BE49-F238E27FC236}">
                <a16:creationId xmlns:a16="http://schemas.microsoft.com/office/drawing/2014/main" id="{94B2A773-FB67-4474-BB90-9E16EA7C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22-2">
            <a:extLst xmlns:a="http://schemas.openxmlformats.org/drawingml/2006/main">
              <a:ext uri="{FF2B5EF4-FFF2-40B4-BE49-F238E27FC236}">
                <a16:creationId xmlns:a16="http://schemas.microsoft.com/office/drawing/2014/main" id="{D3997B31-5126-49B9-9998-06C308DA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2-2">
            <a:extLst xmlns:a="http://schemas.openxmlformats.org/drawingml/2006/main">
              <a:ext uri="{FF2B5EF4-FFF2-40B4-BE49-F238E27FC236}">
                <a16:creationId xmlns:a16="http://schemas.microsoft.com/office/drawing/2014/main" id="{8A57A0E3-5F91-4286-B25E-D779D673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TEST-107  |  UAE International Bank Account Number (IBAN): AE43 0330 0010 0000 0000 107</a:t>
            </a:r>
          </a:p>
        </p:txBody>
      </p:sp>
      <p:sp>
        <p:nvSpPr>
          <p:cNvPr id="9" name="record-person-22-2">
            <a:extLst xmlns:a="http://schemas.openxmlformats.org/drawingml/2006/main">
              <a:ext uri="{FF2B5EF4-FFF2-40B4-BE49-F238E27FC236}">
                <a16:creationId xmlns:a16="http://schemas.microsoft.com/office/drawing/2014/main" id="{D53AB1C3-1919-47ED-846F-BBE32CA3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Hamdan Noora Al Dhaheri  |  Physical Address: Apartment 35, Building 4777, Marina Boulevard Street, Sharjah, UAE</a:t>
            </a:r>
          </a:p>
        </p:txBody>
      </p:sp>
      <p:sp>
        <p:nvSpPr>
          <p:cNvPr id="10" name="record-evidence-22-2">
            <a:extLst xmlns:a="http://schemas.openxmlformats.org/drawingml/2006/main">
              <a:ext uri="{FF2B5EF4-FFF2-40B4-BE49-F238E27FC236}">
                <a16:creationId xmlns:a16="http://schemas.microsoft.com/office/drawing/2014/main" id="{180FB595-3F3E-4CDE-B850-BC55B7FC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22-3">
            <a:extLst xmlns:a="http://schemas.openxmlformats.org/drawingml/2006/main">
              <a:ext uri="{FF2B5EF4-FFF2-40B4-BE49-F238E27FC236}">
                <a16:creationId xmlns:a16="http://schemas.microsoft.com/office/drawing/2014/main" id="{F7F68ADD-959D-47D8-B611-D4CD65A5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2-3">
            <a:extLst xmlns:a="http://schemas.openxmlformats.org/drawingml/2006/main">
              <a:ext uri="{FF2B5EF4-FFF2-40B4-BE49-F238E27FC236}">
                <a16:creationId xmlns:a16="http://schemas.microsoft.com/office/drawing/2014/main" id="{7C3D25C6-43BE-4FD7-B698-BF86BFC7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TEST-108  |  UAE International Bank Account Number (IBAN): AE16 0330 0010 0000 0000 108</a:t>
            </a:r>
          </a:p>
        </p:txBody>
      </p:sp>
      <p:sp>
        <p:nvSpPr>
          <p:cNvPr id="13" name="record-person-22-3">
            <a:extLst xmlns:a="http://schemas.openxmlformats.org/drawingml/2006/main">
              <a:ext uri="{FF2B5EF4-FFF2-40B4-BE49-F238E27FC236}">
                <a16:creationId xmlns:a16="http://schemas.microsoft.com/office/drawing/2014/main" id="{7E084536-88BA-4CB4-A2F0-C0A34318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Noora Fatima Al Ali  |  Physical Address: Apartment 36, Building 4814, Oasis Boulevard Street, Ras Al Khaimah, UAE</a:t>
            </a:r>
          </a:p>
        </p:txBody>
      </p:sp>
      <p:sp>
        <p:nvSpPr>
          <p:cNvPr id="14" name="record-evidence-22-3">
            <a:extLst xmlns:a="http://schemas.openxmlformats.org/drawingml/2006/main">
              <a:ext uri="{FF2B5EF4-FFF2-40B4-BE49-F238E27FC236}">
                <a16:creationId xmlns:a16="http://schemas.microsoft.com/office/drawing/2014/main" id="{C94962A7-7E34-4A21-8ACD-5E85F6A1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22-4">
            <a:extLst xmlns:a="http://schemas.openxmlformats.org/drawingml/2006/main">
              <a:ext uri="{FF2B5EF4-FFF2-40B4-BE49-F238E27FC236}">
                <a16:creationId xmlns:a16="http://schemas.microsoft.com/office/drawing/2014/main" id="{46817A28-77EA-43F0-B28B-B069BE35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2-4">
            <a:extLst xmlns:a="http://schemas.openxmlformats.org/drawingml/2006/main">
              <a:ext uri="{FF2B5EF4-FFF2-40B4-BE49-F238E27FC236}">
                <a16:creationId xmlns:a16="http://schemas.microsoft.com/office/drawing/2014/main" id="{B0AA94EB-7D95-4172-849A-98446BE1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TEST-109  |  UAE International Bank Account Number (IBAN): AE86 0330 0010 0000 0000 109</a:t>
            </a:r>
          </a:p>
        </p:txBody>
      </p:sp>
      <p:sp>
        <p:nvSpPr>
          <p:cNvPr id="17" name="record-person-22-4">
            <a:extLst xmlns:a="http://schemas.openxmlformats.org/drawingml/2006/main">
              <a:ext uri="{FF2B5EF4-FFF2-40B4-BE49-F238E27FC236}">
                <a16:creationId xmlns:a16="http://schemas.microsoft.com/office/drawing/2014/main" id="{A62297D6-70D1-45C0-899A-63BC9D91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Saeed Maha Al Ketbi  |  Physical Address: Apartment 37, Building 4851, Al Barsha Centre Street, Dubai, UAE</a:t>
            </a:r>
          </a:p>
        </p:txBody>
      </p:sp>
      <p:sp>
        <p:nvSpPr>
          <p:cNvPr id="18" name="record-evidence-22-4">
            <a:extLst xmlns:a="http://schemas.openxmlformats.org/drawingml/2006/main">
              <a:ext uri="{FF2B5EF4-FFF2-40B4-BE49-F238E27FC236}">
                <a16:creationId xmlns:a16="http://schemas.microsoft.com/office/drawing/2014/main" id="{811AF5FC-0C5C-4F3C-BFCD-03734FCA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22-5">
            <a:extLst xmlns:a="http://schemas.openxmlformats.org/drawingml/2006/main">
              <a:ext uri="{FF2B5EF4-FFF2-40B4-BE49-F238E27FC236}">
                <a16:creationId xmlns:a16="http://schemas.microsoft.com/office/drawing/2014/main" id="{ABD6F734-1423-4DCA-9B92-B2913D0B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2-5">
            <a:extLst xmlns:a="http://schemas.openxmlformats.org/drawingml/2006/main">
              <a:ext uri="{FF2B5EF4-FFF2-40B4-BE49-F238E27FC236}">
                <a16:creationId xmlns:a16="http://schemas.microsoft.com/office/drawing/2014/main" id="{C596578F-1E96-459F-AF4A-DCAA19B0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TEST-110  |  UAE International Bank Account Number (IBAN): AE59 0330 0010 0000 0000 110</a:t>
            </a:r>
          </a:p>
        </p:txBody>
      </p:sp>
      <p:sp>
        <p:nvSpPr>
          <p:cNvPr id="21" name="record-person-22-5">
            <a:extLst xmlns:a="http://schemas.openxmlformats.org/drawingml/2006/main">
              <a:ext uri="{FF2B5EF4-FFF2-40B4-BE49-F238E27FC236}">
                <a16:creationId xmlns:a16="http://schemas.microsoft.com/office/drawing/2014/main" id="{23C154F0-2369-400D-9F98-C21E52E0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Aisha Amna Al Shehhi  |  Physical Address: Apartment 38, Building 4888, Al Dana Centre Street, Umm Al Quwain, UAE</a:t>
            </a:r>
          </a:p>
        </p:txBody>
      </p:sp>
      <p:sp>
        <p:nvSpPr>
          <p:cNvPr id="22" name="record-evidence-22-5">
            <a:extLst xmlns:a="http://schemas.openxmlformats.org/drawingml/2006/main">
              <a:ext uri="{FF2B5EF4-FFF2-40B4-BE49-F238E27FC236}">
                <a16:creationId xmlns:a16="http://schemas.microsoft.com/office/drawing/2014/main" id="{86B3E13F-7C77-4E94-A7CB-BD87E1B6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22">
            <a:extLst xmlns:a="http://schemas.openxmlformats.org/drawingml/2006/main">
              <a:ext uri="{FF2B5EF4-FFF2-40B4-BE49-F238E27FC236}">
                <a16:creationId xmlns:a16="http://schemas.microsoft.com/office/drawing/2014/main" id="{D5A30D45-102C-4095-8909-6664783F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06550473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E36210DC-0E70-40DF-BAC4-5BD9C234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23">
            <a:extLst xmlns:a="http://schemas.openxmlformats.org/drawingml/2006/main">
              <a:ext uri="{FF2B5EF4-FFF2-40B4-BE49-F238E27FC236}">
                <a16:creationId xmlns:a16="http://schemas.microsoft.com/office/drawing/2014/main" id="{2D8E59B0-D9D0-4A9C-A9CD-D7BED06E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111-115 of 150</a:t>
            </a:r>
          </a:p>
        </p:txBody>
      </p:sp>
      <p:sp>
        <p:nvSpPr>
          <p:cNvPr id="3" name="record-panel-23-1">
            <a:extLst xmlns:a="http://schemas.openxmlformats.org/drawingml/2006/main">
              <a:ext uri="{FF2B5EF4-FFF2-40B4-BE49-F238E27FC236}">
                <a16:creationId xmlns:a16="http://schemas.microsoft.com/office/drawing/2014/main" id="{39554101-B2E7-43C3-8B75-D976DBFE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3-1">
            <a:extLst xmlns:a="http://schemas.openxmlformats.org/drawingml/2006/main">
              <a:ext uri="{FF2B5EF4-FFF2-40B4-BE49-F238E27FC236}">
                <a16:creationId xmlns:a16="http://schemas.microsoft.com/office/drawing/2014/main" id="{5F37A178-AE3F-471F-AC13-2DB4C4FA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TEST-111  |  UAE International Bank Account Number (IBAN): AE32 0330 0010 0000 0000 111</a:t>
            </a:r>
          </a:p>
        </p:txBody>
      </p:sp>
      <p:sp>
        <p:nvSpPr>
          <p:cNvPr id="5" name="record-person-23-1">
            <a:extLst xmlns:a="http://schemas.openxmlformats.org/drawingml/2006/main">
              <a:ext uri="{FF2B5EF4-FFF2-40B4-BE49-F238E27FC236}">
                <a16:creationId xmlns:a16="http://schemas.microsoft.com/office/drawing/2014/main" id="{54B552D2-C5F4-42E7-9310-9B0E6036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Khalid Noora Al Qasimi  |  Physical Address: Apartment 39, Building 4925, Al Falah Centre Street, Sharjah, UAE</a:t>
            </a:r>
          </a:p>
        </p:txBody>
      </p:sp>
      <p:sp>
        <p:nvSpPr>
          <p:cNvPr id="6" name="record-evidence-23-1">
            <a:extLst xmlns:a="http://schemas.openxmlformats.org/drawingml/2006/main">
              <a:ext uri="{FF2B5EF4-FFF2-40B4-BE49-F238E27FC236}">
                <a16:creationId xmlns:a16="http://schemas.microsoft.com/office/drawing/2014/main" id="{236CDCB0-E83F-4508-81F9-35EA9FEF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23-2">
            <a:extLst xmlns:a="http://schemas.openxmlformats.org/drawingml/2006/main">
              <a:ext uri="{FF2B5EF4-FFF2-40B4-BE49-F238E27FC236}">
                <a16:creationId xmlns:a16="http://schemas.microsoft.com/office/drawing/2014/main" id="{17EBB55D-A397-4EF7-9F08-8DDCC250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3-2">
            <a:extLst xmlns:a="http://schemas.openxmlformats.org/drawingml/2006/main">
              <a:ext uri="{FF2B5EF4-FFF2-40B4-BE49-F238E27FC236}">
                <a16:creationId xmlns:a16="http://schemas.microsoft.com/office/drawing/2014/main" id="{FD995149-AF06-4E6D-B742-6720424B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TEST-112  |  UAE International Bank Account Number (IBAN): AE05 0330 0010 0000 0000 112</a:t>
            </a:r>
          </a:p>
        </p:txBody>
      </p:sp>
      <p:sp>
        <p:nvSpPr>
          <p:cNvPr id="9" name="record-person-23-2">
            <a:extLst xmlns:a="http://schemas.openxmlformats.org/drawingml/2006/main">
              <a:ext uri="{FF2B5EF4-FFF2-40B4-BE49-F238E27FC236}">
                <a16:creationId xmlns:a16="http://schemas.microsoft.com/office/drawing/2014/main" id="{44917952-0623-4405-B836-D847AF3A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Maryam Fatima Al Mazrouei  |  Physical Address: Apartment 40, Building 4962, Al Jaddaf Centre Street, Abu Dhabi, UAE</a:t>
            </a:r>
          </a:p>
        </p:txBody>
      </p:sp>
      <p:sp>
        <p:nvSpPr>
          <p:cNvPr id="10" name="record-evidence-23-2">
            <a:extLst xmlns:a="http://schemas.openxmlformats.org/drawingml/2006/main">
              <a:ext uri="{FF2B5EF4-FFF2-40B4-BE49-F238E27FC236}">
                <a16:creationId xmlns:a16="http://schemas.microsoft.com/office/drawing/2014/main" id="{617493F2-5196-45C5-B882-B0ABEB49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23-3">
            <a:extLst xmlns:a="http://schemas.openxmlformats.org/drawingml/2006/main">
              <a:ext uri="{FF2B5EF4-FFF2-40B4-BE49-F238E27FC236}">
                <a16:creationId xmlns:a16="http://schemas.microsoft.com/office/drawing/2014/main" id="{47B945BD-1A39-43E3-9B18-5467E4C5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3-3">
            <a:extLst xmlns:a="http://schemas.openxmlformats.org/drawingml/2006/main">
              <a:ext uri="{FF2B5EF4-FFF2-40B4-BE49-F238E27FC236}">
                <a16:creationId xmlns:a16="http://schemas.microsoft.com/office/drawing/2014/main" id="{98950B09-893E-4F0D-864D-E4654FCF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TEST-113  |  UAE International Bank Account Number (IBAN): AE75 0330 0010 0000 0000 113</a:t>
            </a:r>
          </a:p>
        </p:txBody>
      </p:sp>
      <p:sp>
        <p:nvSpPr>
          <p:cNvPr id="13" name="record-person-23-3">
            <a:extLst xmlns:a="http://schemas.openxmlformats.org/drawingml/2006/main">
              <a:ext uri="{FF2B5EF4-FFF2-40B4-BE49-F238E27FC236}">
                <a16:creationId xmlns:a16="http://schemas.microsoft.com/office/drawing/2014/main" id="{3458E095-D000-49EE-B063-0C26F7BF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Omar Maha Al Tunaiji  |  Physical Address: Apartment 41, Building 4999, Al Khalid Centre Street, Al Ain, UAE</a:t>
            </a:r>
          </a:p>
        </p:txBody>
      </p:sp>
      <p:sp>
        <p:nvSpPr>
          <p:cNvPr id="14" name="record-evidence-23-3">
            <a:extLst xmlns:a="http://schemas.openxmlformats.org/drawingml/2006/main">
              <a:ext uri="{FF2B5EF4-FFF2-40B4-BE49-F238E27FC236}">
                <a16:creationId xmlns:a16="http://schemas.microsoft.com/office/drawing/2014/main" id="{0716F1CF-2B07-4204-8F3E-A2C73C9A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23-4">
            <a:extLst xmlns:a="http://schemas.openxmlformats.org/drawingml/2006/main">
              <a:ext uri="{FF2B5EF4-FFF2-40B4-BE49-F238E27FC236}">
                <a16:creationId xmlns:a16="http://schemas.microsoft.com/office/drawing/2014/main" id="{4360981E-40B6-44BD-9AE5-6DD0576B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3-4">
            <a:extLst xmlns:a="http://schemas.openxmlformats.org/drawingml/2006/main">
              <a:ext uri="{FF2B5EF4-FFF2-40B4-BE49-F238E27FC236}">
                <a16:creationId xmlns:a16="http://schemas.microsoft.com/office/drawing/2014/main" id="{B3796D45-A065-44AB-A79A-05437793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TEST-114  |  UAE International Bank Account Number (IBAN): AE48 0330 0010 0000 0000 114</a:t>
            </a:r>
          </a:p>
        </p:txBody>
      </p:sp>
      <p:sp>
        <p:nvSpPr>
          <p:cNvPr id="17" name="record-person-23-4">
            <a:extLst xmlns:a="http://schemas.openxmlformats.org/drawingml/2006/main">
              <a:ext uri="{FF2B5EF4-FFF2-40B4-BE49-F238E27FC236}">
                <a16:creationId xmlns:a16="http://schemas.microsoft.com/office/drawing/2014/main" id="{0352F263-2AB5-4E55-BFC3-4413AD6E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Fatima Amna Al Dhaheri  |  Physical Address: Apartment 42, Building 5036, Al Noor Centre Street, Al Ain, UAE</a:t>
            </a:r>
          </a:p>
        </p:txBody>
      </p:sp>
      <p:sp>
        <p:nvSpPr>
          <p:cNvPr id="18" name="record-evidence-23-4">
            <a:extLst xmlns:a="http://schemas.openxmlformats.org/drawingml/2006/main">
              <a:ext uri="{FF2B5EF4-FFF2-40B4-BE49-F238E27FC236}">
                <a16:creationId xmlns:a16="http://schemas.microsoft.com/office/drawing/2014/main" id="{DD6A1B54-15AD-4C71-B500-D412474B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23-5">
            <a:extLst xmlns:a="http://schemas.openxmlformats.org/drawingml/2006/main">
              <a:ext uri="{FF2B5EF4-FFF2-40B4-BE49-F238E27FC236}">
                <a16:creationId xmlns:a16="http://schemas.microsoft.com/office/drawing/2014/main" id="{10CDAAA8-F193-415C-9FAE-DEAF52DA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3-5">
            <a:extLst xmlns:a="http://schemas.openxmlformats.org/drawingml/2006/main">
              <a:ext uri="{FF2B5EF4-FFF2-40B4-BE49-F238E27FC236}">
                <a16:creationId xmlns:a16="http://schemas.microsoft.com/office/drawing/2014/main" id="{B2B700A4-718D-4CE5-AFCD-1D5B177A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TEST-115  |  UAE International Bank Account Number (IBAN): AE21 0330 0010 0000 0000 115</a:t>
            </a:r>
          </a:p>
        </p:txBody>
      </p:sp>
      <p:sp>
        <p:nvSpPr>
          <p:cNvPr id="21" name="record-person-23-5">
            <a:extLst xmlns:a="http://schemas.openxmlformats.org/drawingml/2006/main">
              <a:ext uri="{FF2B5EF4-FFF2-40B4-BE49-F238E27FC236}">
                <a16:creationId xmlns:a16="http://schemas.microsoft.com/office/drawing/2014/main" id="{E27A7BCB-4B69-48CB-A8AD-0E14A8CF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Yousef Saeed Al Ali  |  Physical Address: Apartment 43, Building 5073, Al Raha Centre Street, Fujairah, UAE</a:t>
            </a:r>
          </a:p>
        </p:txBody>
      </p:sp>
      <p:sp>
        <p:nvSpPr>
          <p:cNvPr id="22" name="record-evidence-23-5">
            <a:extLst xmlns:a="http://schemas.openxmlformats.org/drawingml/2006/main">
              <a:ext uri="{FF2B5EF4-FFF2-40B4-BE49-F238E27FC236}">
                <a16:creationId xmlns:a16="http://schemas.microsoft.com/office/drawing/2014/main" id="{5A8975A2-6923-407B-82E8-09867D9D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23">
            <a:extLst xmlns:a="http://schemas.openxmlformats.org/drawingml/2006/main">
              <a:ext uri="{FF2B5EF4-FFF2-40B4-BE49-F238E27FC236}">
                <a16:creationId xmlns:a16="http://schemas.microsoft.com/office/drawing/2014/main" id="{083F7866-16F5-4D41-889A-8C037B7C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992001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6BA01E99-FD22-4CA2-8EFD-E97D9C96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24">
            <a:extLst xmlns:a="http://schemas.openxmlformats.org/drawingml/2006/main">
              <a:ext uri="{FF2B5EF4-FFF2-40B4-BE49-F238E27FC236}">
                <a16:creationId xmlns:a16="http://schemas.microsoft.com/office/drawing/2014/main" id="{D60F1C73-D0C6-496B-A594-36B4A5DC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116-120 of 150</a:t>
            </a:r>
          </a:p>
        </p:txBody>
      </p:sp>
      <p:sp>
        <p:nvSpPr>
          <p:cNvPr id="3" name="record-panel-24-1">
            <a:extLst xmlns:a="http://schemas.openxmlformats.org/drawingml/2006/main">
              <a:ext uri="{FF2B5EF4-FFF2-40B4-BE49-F238E27FC236}">
                <a16:creationId xmlns:a16="http://schemas.microsoft.com/office/drawing/2014/main" id="{B8A688DC-964C-472E-B0C9-C73D68EC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4-1">
            <a:extLst xmlns:a="http://schemas.openxmlformats.org/drawingml/2006/main">
              <a:ext uri="{FF2B5EF4-FFF2-40B4-BE49-F238E27FC236}">
                <a16:creationId xmlns:a16="http://schemas.microsoft.com/office/drawing/2014/main" id="{26F74E29-7333-4978-89D1-86C127F4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TEST-116  |  UAE International Bank Account Number (IBAN): AE91 0330 0010 0000 0000 116</a:t>
            </a:r>
          </a:p>
        </p:txBody>
      </p:sp>
      <p:sp>
        <p:nvSpPr>
          <p:cNvPr id="5" name="record-person-24-1">
            <a:extLst xmlns:a="http://schemas.openxmlformats.org/drawingml/2006/main">
              <a:ext uri="{FF2B5EF4-FFF2-40B4-BE49-F238E27FC236}">
                <a16:creationId xmlns:a16="http://schemas.microsoft.com/office/drawing/2014/main" id="{F366259B-5529-429E-8E69-E69030E0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Dana Yousef Al Ketbi  |  Physical Address: Apartment 44, Building 5110, Al Safa Centre Street, Abu Dhabi, UAE</a:t>
            </a:r>
          </a:p>
        </p:txBody>
      </p:sp>
      <p:sp>
        <p:nvSpPr>
          <p:cNvPr id="6" name="record-evidence-24-1">
            <a:extLst xmlns:a="http://schemas.openxmlformats.org/drawingml/2006/main">
              <a:ext uri="{FF2B5EF4-FFF2-40B4-BE49-F238E27FC236}">
                <a16:creationId xmlns:a16="http://schemas.microsoft.com/office/drawing/2014/main" id="{841871BA-9241-4AE1-B89E-102DFF7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24-2">
            <a:extLst xmlns:a="http://schemas.openxmlformats.org/drawingml/2006/main">
              <a:ext uri="{FF2B5EF4-FFF2-40B4-BE49-F238E27FC236}">
                <a16:creationId xmlns:a16="http://schemas.microsoft.com/office/drawing/2014/main" id="{8738F837-5D5B-4DCB-9F7C-1AB38063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4-2">
            <a:extLst xmlns:a="http://schemas.openxmlformats.org/drawingml/2006/main">
              <a:ext uri="{FF2B5EF4-FFF2-40B4-BE49-F238E27FC236}">
                <a16:creationId xmlns:a16="http://schemas.microsoft.com/office/drawing/2014/main" id="{248D61FB-CAC3-4FF6-B18E-2AD4E103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TEST-117  |  UAE International Bank Account Number (IBAN): AE64 0330 0010 0000 0000 117</a:t>
            </a:r>
          </a:p>
        </p:txBody>
      </p:sp>
      <p:sp>
        <p:nvSpPr>
          <p:cNvPr id="9" name="record-person-24-2">
            <a:extLst xmlns:a="http://schemas.openxmlformats.org/drawingml/2006/main">
              <a:ext uri="{FF2B5EF4-FFF2-40B4-BE49-F238E27FC236}">
                <a16:creationId xmlns:a16="http://schemas.microsoft.com/office/drawing/2014/main" id="{1214507E-ECF1-4F45-B8E2-49FCD44E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Salem Nasser Al Shehhi  |  Physical Address: Apartment 45, Building 5147, Al Zahra Centre Street, Dubai, UAE</a:t>
            </a:r>
          </a:p>
        </p:txBody>
      </p:sp>
      <p:sp>
        <p:nvSpPr>
          <p:cNvPr id="10" name="record-evidence-24-2">
            <a:extLst xmlns:a="http://schemas.openxmlformats.org/drawingml/2006/main">
              <a:ext uri="{FF2B5EF4-FFF2-40B4-BE49-F238E27FC236}">
                <a16:creationId xmlns:a16="http://schemas.microsoft.com/office/drawing/2014/main" id="{BB86B33C-5668-4BC6-8BA6-9A2A45F6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24-3">
            <a:extLst xmlns:a="http://schemas.openxmlformats.org/drawingml/2006/main">
              <a:ext uri="{FF2B5EF4-FFF2-40B4-BE49-F238E27FC236}">
                <a16:creationId xmlns:a16="http://schemas.microsoft.com/office/drawing/2014/main" id="{A6CA9E1F-1F05-4F3C-BA50-F547D2D2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4-3">
            <a:extLst xmlns:a="http://schemas.openxmlformats.org/drawingml/2006/main">
              <a:ext uri="{FF2B5EF4-FFF2-40B4-BE49-F238E27FC236}">
                <a16:creationId xmlns:a16="http://schemas.microsoft.com/office/drawing/2014/main" id="{84784B0B-1A65-4D98-AB8A-438F45F1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TEST-118  |  UAE International Bank Account Number (IBAN): AE37 0330 0010 0000 0000 118</a:t>
            </a:r>
          </a:p>
        </p:txBody>
      </p:sp>
      <p:sp>
        <p:nvSpPr>
          <p:cNvPr id="13" name="record-person-24-3">
            <a:extLst xmlns:a="http://schemas.openxmlformats.org/drawingml/2006/main">
              <a:ext uri="{FF2B5EF4-FFF2-40B4-BE49-F238E27FC236}">
                <a16:creationId xmlns:a16="http://schemas.microsoft.com/office/drawing/2014/main" id="{0ED31BBB-49F6-4579-AFE2-EA0DB452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Alya Majid Al Qasimi  |  Physical Address: Apartment 46, Building 5184, Corniche Centre Street, Ajman, UAE</a:t>
            </a:r>
          </a:p>
        </p:txBody>
      </p:sp>
      <p:sp>
        <p:nvSpPr>
          <p:cNvPr id="14" name="record-evidence-24-3">
            <a:extLst xmlns:a="http://schemas.openxmlformats.org/drawingml/2006/main">
              <a:ext uri="{FF2B5EF4-FFF2-40B4-BE49-F238E27FC236}">
                <a16:creationId xmlns:a16="http://schemas.microsoft.com/office/drawing/2014/main" id="{166C63BA-C7A9-433B-88FA-89B9D3CE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24-4">
            <a:extLst xmlns:a="http://schemas.openxmlformats.org/drawingml/2006/main">
              <a:ext uri="{FF2B5EF4-FFF2-40B4-BE49-F238E27FC236}">
                <a16:creationId xmlns:a16="http://schemas.microsoft.com/office/drawing/2014/main" id="{37316EF8-3F69-4FF0-A60C-6841062D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4-4">
            <a:extLst xmlns:a="http://schemas.openxmlformats.org/drawingml/2006/main">
              <a:ext uri="{FF2B5EF4-FFF2-40B4-BE49-F238E27FC236}">
                <a16:creationId xmlns:a16="http://schemas.microsoft.com/office/drawing/2014/main" id="{A1E13BFC-385B-4055-A60D-28B4723C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TEST-119  |  UAE International Bank Account Number (IBAN): AE10 0330 0010 0000 0000 119</a:t>
            </a:r>
          </a:p>
        </p:txBody>
      </p:sp>
      <p:sp>
        <p:nvSpPr>
          <p:cNvPr id="17" name="record-person-24-4">
            <a:extLst xmlns:a="http://schemas.openxmlformats.org/drawingml/2006/main">
              <a:ext uri="{FF2B5EF4-FFF2-40B4-BE49-F238E27FC236}">
                <a16:creationId xmlns:a16="http://schemas.microsoft.com/office/drawing/2014/main" id="{4CE6FC65-6245-4CEF-B4FE-D41C4731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Faisal Saeed Al Mazrouei  |  Physical Address: Apartment 47, Building 5221, Marina Centre Street, Sharjah, UAE</a:t>
            </a:r>
          </a:p>
        </p:txBody>
      </p:sp>
      <p:sp>
        <p:nvSpPr>
          <p:cNvPr id="18" name="record-evidence-24-4">
            <a:extLst xmlns:a="http://schemas.openxmlformats.org/drawingml/2006/main">
              <a:ext uri="{FF2B5EF4-FFF2-40B4-BE49-F238E27FC236}">
                <a16:creationId xmlns:a16="http://schemas.microsoft.com/office/drawing/2014/main" id="{60CBA11F-DD96-4519-B8F9-5E118080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24-5">
            <a:extLst xmlns:a="http://schemas.openxmlformats.org/drawingml/2006/main">
              <a:ext uri="{FF2B5EF4-FFF2-40B4-BE49-F238E27FC236}">
                <a16:creationId xmlns:a16="http://schemas.microsoft.com/office/drawing/2014/main" id="{DFD7BE5F-BC75-4F66-A787-7FB8FE5E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4-5">
            <a:extLst xmlns:a="http://schemas.openxmlformats.org/drawingml/2006/main">
              <a:ext uri="{FF2B5EF4-FFF2-40B4-BE49-F238E27FC236}">
                <a16:creationId xmlns:a16="http://schemas.microsoft.com/office/drawing/2014/main" id="{161EC774-C3B3-4846-B28E-4431C688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TEST-120  |  UAE International Bank Account Number (IBAN): AE80 0330 0010 0000 0000 120</a:t>
            </a:r>
          </a:p>
        </p:txBody>
      </p:sp>
      <p:sp>
        <p:nvSpPr>
          <p:cNvPr id="21" name="record-person-24-5">
            <a:extLst xmlns:a="http://schemas.openxmlformats.org/drawingml/2006/main">
              <a:ext uri="{FF2B5EF4-FFF2-40B4-BE49-F238E27FC236}">
                <a16:creationId xmlns:a16="http://schemas.microsoft.com/office/drawing/2014/main" id="{C24C3B69-8EB5-4A56-BE90-4FB40DDB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Maha Yousef Al Tunaiji  |  Physical Address: Apartment 48, Building 5258, Oasis Centre Street, Ras Al Khaimah, UAE</a:t>
            </a:r>
          </a:p>
        </p:txBody>
      </p:sp>
      <p:sp>
        <p:nvSpPr>
          <p:cNvPr id="22" name="record-evidence-24-5">
            <a:extLst xmlns:a="http://schemas.openxmlformats.org/drawingml/2006/main">
              <a:ext uri="{FF2B5EF4-FFF2-40B4-BE49-F238E27FC236}">
                <a16:creationId xmlns:a16="http://schemas.microsoft.com/office/drawing/2014/main" id="{32139C7A-9C36-4ACC-BCE4-D451B676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24">
            <a:extLst xmlns:a="http://schemas.openxmlformats.org/drawingml/2006/main">
              <a:ext uri="{FF2B5EF4-FFF2-40B4-BE49-F238E27FC236}">
                <a16:creationId xmlns:a16="http://schemas.microsoft.com/office/drawing/2014/main" id="{DD6E4A4C-9AA6-4E90-AD60-9649F5B2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34064098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8FD47D62-AC54-4BA9-8C8E-5479CEDC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25">
            <a:extLst xmlns:a="http://schemas.openxmlformats.org/drawingml/2006/main">
              <a:ext uri="{FF2B5EF4-FFF2-40B4-BE49-F238E27FC236}">
                <a16:creationId xmlns:a16="http://schemas.microsoft.com/office/drawing/2014/main" id="{9600605D-FD46-4550-B894-820C97C2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121-125 of 150</a:t>
            </a:r>
          </a:p>
        </p:txBody>
      </p:sp>
      <p:sp>
        <p:nvSpPr>
          <p:cNvPr id="3" name="record-panel-25-1">
            <a:extLst xmlns:a="http://schemas.openxmlformats.org/drawingml/2006/main">
              <a:ext uri="{FF2B5EF4-FFF2-40B4-BE49-F238E27FC236}">
                <a16:creationId xmlns:a16="http://schemas.microsoft.com/office/drawing/2014/main" id="{22C23561-3055-4134-B796-7143DB40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5-1">
            <a:extLst xmlns:a="http://schemas.openxmlformats.org/drawingml/2006/main">
              <a:ext uri="{FF2B5EF4-FFF2-40B4-BE49-F238E27FC236}">
                <a16:creationId xmlns:a16="http://schemas.microsoft.com/office/drawing/2014/main" id="{B11F5EA2-105A-43E9-A83A-80B1EE45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TEST-121  |  UAE International Bank Account Number (IBAN): AE53 0330 0010 0000 0000 121</a:t>
            </a:r>
          </a:p>
        </p:txBody>
      </p:sp>
      <p:sp>
        <p:nvSpPr>
          <p:cNvPr id="5" name="record-person-25-1">
            <a:extLst xmlns:a="http://schemas.openxmlformats.org/drawingml/2006/main">
              <a:ext uri="{FF2B5EF4-FFF2-40B4-BE49-F238E27FC236}">
                <a16:creationId xmlns:a16="http://schemas.microsoft.com/office/drawing/2014/main" id="{6871719C-DABB-4E18-8FE0-BB9C154D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Nasser Fatima Al Dhaheri  |  Physical Address: Apartment 49, Building 5295, Al Barsha District Street, Dubai, UAE</a:t>
            </a:r>
          </a:p>
        </p:txBody>
      </p:sp>
      <p:sp>
        <p:nvSpPr>
          <p:cNvPr id="6" name="record-evidence-25-1">
            <a:extLst xmlns:a="http://schemas.openxmlformats.org/drawingml/2006/main">
              <a:ext uri="{FF2B5EF4-FFF2-40B4-BE49-F238E27FC236}">
                <a16:creationId xmlns:a16="http://schemas.microsoft.com/office/drawing/2014/main" id="{B1A4C849-1E2D-4BAF-A6D4-ED55C50C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25-2">
            <a:extLst xmlns:a="http://schemas.openxmlformats.org/drawingml/2006/main">
              <a:ext uri="{FF2B5EF4-FFF2-40B4-BE49-F238E27FC236}">
                <a16:creationId xmlns:a16="http://schemas.microsoft.com/office/drawing/2014/main" id="{CEE5BF01-87D4-4F23-A35D-BF941576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5-2">
            <a:extLst xmlns:a="http://schemas.openxmlformats.org/drawingml/2006/main">
              <a:ext uri="{FF2B5EF4-FFF2-40B4-BE49-F238E27FC236}">
                <a16:creationId xmlns:a16="http://schemas.microsoft.com/office/drawing/2014/main" id="{6AFE0746-2A15-492D-B190-6BFB4F1F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TEST-122  |  UAE International Bank Account Number (IBAN): AE26 0330 0010 0000 0000 122</a:t>
            </a:r>
          </a:p>
        </p:txBody>
      </p:sp>
      <p:sp>
        <p:nvSpPr>
          <p:cNvPr id="9" name="record-person-25-2">
            <a:extLst xmlns:a="http://schemas.openxmlformats.org/drawingml/2006/main">
              <a:ext uri="{FF2B5EF4-FFF2-40B4-BE49-F238E27FC236}">
                <a16:creationId xmlns:a16="http://schemas.microsoft.com/office/drawing/2014/main" id="{A1CCA971-63A6-48FF-9C8B-C82041F2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Reem Majid Al Ali  |  Physical Address: Apartment 50, Building 5332, Al Dana District Street, Umm Al Quwain, UAE</a:t>
            </a:r>
          </a:p>
        </p:txBody>
      </p:sp>
      <p:sp>
        <p:nvSpPr>
          <p:cNvPr id="10" name="record-evidence-25-2">
            <a:extLst xmlns:a="http://schemas.openxmlformats.org/drawingml/2006/main">
              <a:ext uri="{FF2B5EF4-FFF2-40B4-BE49-F238E27FC236}">
                <a16:creationId xmlns:a16="http://schemas.microsoft.com/office/drawing/2014/main" id="{A4865EE0-8D07-41D7-A1C3-AEBCEEDC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25-3">
            <a:extLst xmlns:a="http://schemas.openxmlformats.org/drawingml/2006/main">
              <a:ext uri="{FF2B5EF4-FFF2-40B4-BE49-F238E27FC236}">
                <a16:creationId xmlns:a16="http://schemas.microsoft.com/office/drawing/2014/main" id="{8CCFC874-551D-49EA-BD8C-8305883D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5-3">
            <a:extLst xmlns:a="http://schemas.openxmlformats.org/drawingml/2006/main">
              <a:ext uri="{FF2B5EF4-FFF2-40B4-BE49-F238E27FC236}">
                <a16:creationId xmlns:a16="http://schemas.microsoft.com/office/drawing/2014/main" id="{59E013CE-FB43-401C-A0A2-A5F90574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TEST-123  |  UAE International Bank Account Number (IBAN): AE96 0330 0010 0000 0000 123</a:t>
            </a:r>
          </a:p>
        </p:txBody>
      </p:sp>
      <p:sp>
        <p:nvSpPr>
          <p:cNvPr id="13" name="record-person-25-3">
            <a:extLst xmlns:a="http://schemas.openxmlformats.org/drawingml/2006/main">
              <a:ext uri="{FF2B5EF4-FFF2-40B4-BE49-F238E27FC236}">
                <a16:creationId xmlns:a16="http://schemas.microsoft.com/office/drawing/2014/main" id="{18DE8187-791B-4A14-A302-8B1985F3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Zayed Saeed Al Falasi  |  Physical Address: Apartment 51, Building 5369, Al Falah District Street, Sharjah, UAE</a:t>
            </a:r>
          </a:p>
        </p:txBody>
      </p:sp>
      <p:sp>
        <p:nvSpPr>
          <p:cNvPr id="14" name="record-evidence-25-3">
            <a:extLst xmlns:a="http://schemas.openxmlformats.org/drawingml/2006/main">
              <a:ext uri="{FF2B5EF4-FFF2-40B4-BE49-F238E27FC236}">
                <a16:creationId xmlns:a16="http://schemas.microsoft.com/office/drawing/2014/main" id="{11DD9B93-F7DD-444F-B4B9-1B87D717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25-4">
            <a:extLst xmlns:a="http://schemas.openxmlformats.org/drawingml/2006/main">
              <a:ext uri="{FF2B5EF4-FFF2-40B4-BE49-F238E27FC236}">
                <a16:creationId xmlns:a16="http://schemas.microsoft.com/office/drawing/2014/main" id="{C390F551-E5C2-4579-8EAB-0D32BCE8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5-4">
            <a:extLst xmlns:a="http://schemas.openxmlformats.org/drawingml/2006/main">
              <a:ext uri="{FF2B5EF4-FFF2-40B4-BE49-F238E27FC236}">
                <a16:creationId xmlns:a16="http://schemas.microsoft.com/office/drawing/2014/main" id="{0B1C3914-8D6D-44C7-9D79-3E47F783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TEST-124  |  UAE International Bank Account Number (IBAN): AE69 0330 0010 0000 0000 124</a:t>
            </a:r>
          </a:p>
        </p:txBody>
      </p:sp>
      <p:sp>
        <p:nvSpPr>
          <p:cNvPr id="17" name="record-person-25-4">
            <a:extLst xmlns:a="http://schemas.openxmlformats.org/drawingml/2006/main">
              <a:ext uri="{FF2B5EF4-FFF2-40B4-BE49-F238E27FC236}">
                <a16:creationId xmlns:a16="http://schemas.microsoft.com/office/drawing/2014/main" id="{30938933-6EF1-43CC-91DA-933B4CA3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Salama Yousef Al Shehhi  |  Physical Address: Apartment 52, Building 5406, Al Jaddaf District Street, Abu Dhabi, UAE</a:t>
            </a:r>
          </a:p>
        </p:txBody>
      </p:sp>
      <p:sp>
        <p:nvSpPr>
          <p:cNvPr id="18" name="record-evidence-25-4">
            <a:extLst xmlns:a="http://schemas.openxmlformats.org/drawingml/2006/main">
              <a:ext uri="{FF2B5EF4-FFF2-40B4-BE49-F238E27FC236}">
                <a16:creationId xmlns:a16="http://schemas.microsoft.com/office/drawing/2014/main" id="{AFB658A9-612F-4183-AF20-C6E1DA49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25-5">
            <a:extLst xmlns:a="http://schemas.openxmlformats.org/drawingml/2006/main">
              <a:ext uri="{FF2B5EF4-FFF2-40B4-BE49-F238E27FC236}">
                <a16:creationId xmlns:a16="http://schemas.microsoft.com/office/drawing/2014/main" id="{DA9C1DFD-CE04-4DC1-A985-3647BC06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5-5">
            <a:extLst xmlns:a="http://schemas.openxmlformats.org/drawingml/2006/main">
              <a:ext uri="{FF2B5EF4-FFF2-40B4-BE49-F238E27FC236}">
                <a16:creationId xmlns:a16="http://schemas.microsoft.com/office/drawing/2014/main" id="{7CCB8D2E-61AA-4E5B-8620-3E9ABBF1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TEST-125  |  UAE International Bank Account Number (IBAN): AE42 0330 0010 0000 0000 125</a:t>
            </a:r>
          </a:p>
        </p:txBody>
      </p:sp>
      <p:sp>
        <p:nvSpPr>
          <p:cNvPr id="21" name="record-person-25-5">
            <a:extLst xmlns:a="http://schemas.openxmlformats.org/drawingml/2006/main">
              <a:ext uri="{FF2B5EF4-FFF2-40B4-BE49-F238E27FC236}">
                <a16:creationId xmlns:a16="http://schemas.microsoft.com/office/drawing/2014/main" id="{C1B5AB10-D5B4-4EB7-B255-EDFFF0FB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Tariq Nasser Al Qasimi  |  Physical Address: Apartment 53, Building 5443, Al Khalid District Street, Al Ain, UAE</a:t>
            </a:r>
          </a:p>
        </p:txBody>
      </p:sp>
      <p:sp>
        <p:nvSpPr>
          <p:cNvPr id="22" name="record-evidence-25-5">
            <a:extLst xmlns:a="http://schemas.openxmlformats.org/drawingml/2006/main">
              <a:ext uri="{FF2B5EF4-FFF2-40B4-BE49-F238E27FC236}">
                <a16:creationId xmlns:a16="http://schemas.microsoft.com/office/drawing/2014/main" id="{74763877-D4A7-4795-85D1-841A5AB1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25">
            <a:extLst xmlns:a="http://schemas.openxmlformats.org/drawingml/2006/main">
              <a:ext uri="{FF2B5EF4-FFF2-40B4-BE49-F238E27FC236}">
                <a16:creationId xmlns:a16="http://schemas.microsoft.com/office/drawing/2014/main" id="{D6C51F18-ECBB-41EF-AF36-4D225E50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06374907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451C5802-88FA-453E-A4DC-1E117E2C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26">
            <a:extLst xmlns:a="http://schemas.openxmlformats.org/drawingml/2006/main">
              <a:ext uri="{FF2B5EF4-FFF2-40B4-BE49-F238E27FC236}">
                <a16:creationId xmlns:a16="http://schemas.microsoft.com/office/drawing/2014/main" id="{4537293F-A01A-4D9B-9872-897E0406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126-130 of 150</a:t>
            </a:r>
          </a:p>
        </p:txBody>
      </p:sp>
      <p:sp>
        <p:nvSpPr>
          <p:cNvPr id="3" name="record-panel-26-1">
            <a:extLst xmlns:a="http://schemas.openxmlformats.org/drawingml/2006/main">
              <a:ext uri="{FF2B5EF4-FFF2-40B4-BE49-F238E27FC236}">
                <a16:creationId xmlns:a16="http://schemas.microsoft.com/office/drawing/2014/main" id="{460DBE7B-80BC-4F76-A30A-F4FC1EB4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6-1">
            <a:extLst xmlns:a="http://schemas.openxmlformats.org/drawingml/2006/main">
              <a:ext uri="{FF2B5EF4-FFF2-40B4-BE49-F238E27FC236}">
                <a16:creationId xmlns:a16="http://schemas.microsoft.com/office/drawing/2014/main" id="{C63AF7AB-AEA3-4269-A022-B226E031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TEST-126  |  UAE International Bank Account Number (IBAN): AE15 0330 0010 0000 0000 126</a:t>
            </a:r>
          </a:p>
        </p:txBody>
      </p:sp>
      <p:sp>
        <p:nvSpPr>
          <p:cNvPr id="5" name="record-person-26-1">
            <a:extLst xmlns:a="http://schemas.openxmlformats.org/drawingml/2006/main">
              <a:ext uri="{FF2B5EF4-FFF2-40B4-BE49-F238E27FC236}">
                <a16:creationId xmlns:a16="http://schemas.microsoft.com/office/drawing/2014/main" id="{253F53C8-87D2-4764-A8AD-C5FF6226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Amna Majid Al Mazrouei  |  Physical Address: Apartment 54, Building 5480, Al Noor District Street, Al Ain, UAE</a:t>
            </a:r>
          </a:p>
        </p:txBody>
      </p:sp>
      <p:sp>
        <p:nvSpPr>
          <p:cNvPr id="6" name="record-evidence-26-1">
            <a:extLst xmlns:a="http://schemas.openxmlformats.org/drawingml/2006/main">
              <a:ext uri="{FF2B5EF4-FFF2-40B4-BE49-F238E27FC236}">
                <a16:creationId xmlns:a16="http://schemas.microsoft.com/office/drawing/2014/main" id="{B0636246-D3E9-4C7D-A7C4-3B3FC67D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26-2">
            <a:extLst xmlns:a="http://schemas.openxmlformats.org/drawingml/2006/main">
              <a:ext uri="{FF2B5EF4-FFF2-40B4-BE49-F238E27FC236}">
                <a16:creationId xmlns:a16="http://schemas.microsoft.com/office/drawing/2014/main" id="{4E4D0B00-AFD8-4183-92DD-AFA6B37F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6-2">
            <a:extLst xmlns:a="http://schemas.openxmlformats.org/drawingml/2006/main">
              <a:ext uri="{FF2B5EF4-FFF2-40B4-BE49-F238E27FC236}">
                <a16:creationId xmlns:a16="http://schemas.microsoft.com/office/drawing/2014/main" id="{4086C4B8-412C-4584-A772-142AF0CE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TEST-127  |  UAE International Bank Account Number (IBAN): AE85 0330 0010 0000 0000 127</a:t>
            </a:r>
          </a:p>
        </p:txBody>
      </p:sp>
      <p:sp>
        <p:nvSpPr>
          <p:cNvPr id="9" name="record-person-26-2">
            <a:extLst xmlns:a="http://schemas.openxmlformats.org/drawingml/2006/main">
              <a:ext uri="{FF2B5EF4-FFF2-40B4-BE49-F238E27FC236}">
                <a16:creationId xmlns:a16="http://schemas.microsoft.com/office/drawing/2014/main" id="{8C554FA1-68C4-4B55-8C56-D16A4762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Majid Saeed Al Muhairi  |  Physical Address: Apartment 55, Building 5517, Al Raha District Street, Fujairah, UAE</a:t>
            </a:r>
          </a:p>
        </p:txBody>
      </p:sp>
      <p:sp>
        <p:nvSpPr>
          <p:cNvPr id="10" name="record-evidence-26-2">
            <a:extLst xmlns:a="http://schemas.openxmlformats.org/drawingml/2006/main">
              <a:ext uri="{FF2B5EF4-FFF2-40B4-BE49-F238E27FC236}">
                <a16:creationId xmlns:a16="http://schemas.microsoft.com/office/drawing/2014/main" id="{15BC577F-A8FA-44F3-AE06-9D0B91DF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26-3">
            <a:extLst xmlns:a="http://schemas.openxmlformats.org/drawingml/2006/main">
              <a:ext uri="{FF2B5EF4-FFF2-40B4-BE49-F238E27FC236}">
                <a16:creationId xmlns:a16="http://schemas.microsoft.com/office/drawing/2014/main" id="{6B436A2B-7A23-452F-9D72-4F402385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6-3">
            <a:extLst xmlns:a="http://schemas.openxmlformats.org/drawingml/2006/main">
              <a:ext uri="{FF2B5EF4-FFF2-40B4-BE49-F238E27FC236}">
                <a16:creationId xmlns:a16="http://schemas.microsoft.com/office/drawing/2014/main" id="{BFE95CF2-E1AC-4926-805B-1A1C05E9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TEST-128  |  UAE International Bank Account Number (IBAN): AE58 0330 0010 0000 0000 128</a:t>
            </a:r>
          </a:p>
        </p:txBody>
      </p:sp>
      <p:sp>
        <p:nvSpPr>
          <p:cNvPr id="13" name="record-person-26-3">
            <a:extLst xmlns:a="http://schemas.openxmlformats.org/drawingml/2006/main">
              <a:ext uri="{FF2B5EF4-FFF2-40B4-BE49-F238E27FC236}">
                <a16:creationId xmlns:a16="http://schemas.microsoft.com/office/drawing/2014/main" id="{90873080-30BD-4BB7-98D7-C1FE6573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Hessa Yousef Al Dhaheri  |  Physical Address: Apartment 56, Building 5554, Al Safa District Street, Abu Dhabi, UAE</a:t>
            </a:r>
          </a:p>
        </p:txBody>
      </p:sp>
      <p:sp>
        <p:nvSpPr>
          <p:cNvPr id="14" name="record-evidence-26-3">
            <a:extLst xmlns:a="http://schemas.openxmlformats.org/drawingml/2006/main">
              <a:ext uri="{FF2B5EF4-FFF2-40B4-BE49-F238E27FC236}">
                <a16:creationId xmlns:a16="http://schemas.microsoft.com/office/drawing/2014/main" id="{77633D74-589E-4FB9-B411-526C068C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26-4">
            <a:extLst xmlns:a="http://schemas.openxmlformats.org/drawingml/2006/main">
              <a:ext uri="{FF2B5EF4-FFF2-40B4-BE49-F238E27FC236}">
                <a16:creationId xmlns:a16="http://schemas.microsoft.com/office/drawing/2014/main" id="{B77DA3FF-C329-49DC-8CDD-656110E1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6-4">
            <a:extLst xmlns:a="http://schemas.openxmlformats.org/drawingml/2006/main">
              <a:ext uri="{FF2B5EF4-FFF2-40B4-BE49-F238E27FC236}">
                <a16:creationId xmlns:a16="http://schemas.microsoft.com/office/drawing/2014/main" id="{B6AB82AC-DD2D-4BAE-903C-82044B41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TEST-129  |  UAE International Bank Account Number (IBAN): AE31 0330 0010 0000 0000 129</a:t>
            </a:r>
          </a:p>
        </p:txBody>
      </p:sp>
      <p:sp>
        <p:nvSpPr>
          <p:cNvPr id="17" name="record-person-26-4">
            <a:extLst xmlns:a="http://schemas.openxmlformats.org/drawingml/2006/main">
              <a:ext uri="{FF2B5EF4-FFF2-40B4-BE49-F238E27FC236}">
                <a16:creationId xmlns:a16="http://schemas.microsoft.com/office/drawing/2014/main" id="{E13413BF-DCAA-4102-B22D-45942CBF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Rashid Nasser Al Ali  |  Physical Address: Apartment 57, Building 5591, Al Zahra District Street, Dubai, UAE</a:t>
            </a:r>
          </a:p>
        </p:txBody>
      </p:sp>
      <p:sp>
        <p:nvSpPr>
          <p:cNvPr id="18" name="record-evidence-26-4">
            <a:extLst xmlns:a="http://schemas.openxmlformats.org/drawingml/2006/main">
              <a:ext uri="{FF2B5EF4-FFF2-40B4-BE49-F238E27FC236}">
                <a16:creationId xmlns:a16="http://schemas.microsoft.com/office/drawing/2014/main" id="{2D269ACA-FC98-40D0-895B-41EAAF16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26-5">
            <a:extLst xmlns:a="http://schemas.openxmlformats.org/drawingml/2006/main">
              <a:ext uri="{FF2B5EF4-FFF2-40B4-BE49-F238E27FC236}">
                <a16:creationId xmlns:a16="http://schemas.microsoft.com/office/drawing/2014/main" id="{D38B1C88-D33D-4A4A-ADFD-AFC41887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6-5">
            <a:extLst xmlns:a="http://schemas.openxmlformats.org/drawingml/2006/main">
              <a:ext uri="{FF2B5EF4-FFF2-40B4-BE49-F238E27FC236}">
                <a16:creationId xmlns:a16="http://schemas.microsoft.com/office/drawing/2014/main" id="{2423F356-EC9D-4009-9B6C-015822F5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TEST-130  |  UAE International Bank Account Number (IBAN): AE04 0330 0010 0000 0000 130</a:t>
            </a:r>
          </a:p>
        </p:txBody>
      </p:sp>
      <p:sp>
        <p:nvSpPr>
          <p:cNvPr id="21" name="record-person-26-5">
            <a:extLst xmlns:a="http://schemas.openxmlformats.org/drawingml/2006/main">
              <a:ext uri="{FF2B5EF4-FFF2-40B4-BE49-F238E27FC236}">
                <a16:creationId xmlns:a16="http://schemas.microsoft.com/office/drawing/2014/main" id="{36821188-4F0F-4C11-B14C-4D5F0A6C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Latifa Majid Al Falasi  |  Physical Address: Apartment 58, Building 5628, Corniche District Street, Ajman, UAE</a:t>
            </a:r>
          </a:p>
        </p:txBody>
      </p:sp>
      <p:sp>
        <p:nvSpPr>
          <p:cNvPr id="22" name="record-evidence-26-5">
            <a:extLst xmlns:a="http://schemas.openxmlformats.org/drawingml/2006/main">
              <a:ext uri="{FF2B5EF4-FFF2-40B4-BE49-F238E27FC236}">
                <a16:creationId xmlns:a16="http://schemas.microsoft.com/office/drawing/2014/main" id="{FAFDEC1E-9004-4CFA-A36D-01CC4A7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26">
            <a:extLst xmlns:a="http://schemas.openxmlformats.org/drawingml/2006/main">
              <a:ext uri="{FF2B5EF4-FFF2-40B4-BE49-F238E27FC236}">
                <a16:creationId xmlns:a16="http://schemas.microsoft.com/office/drawing/2014/main" id="{873DDB9C-4668-41DA-8810-87818891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64568385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282AA627-F7E4-491D-9909-FCEC889E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27">
            <a:extLst xmlns:a="http://schemas.openxmlformats.org/drawingml/2006/main">
              <a:ext uri="{FF2B5EF4-FFF2-40B4-BE49-F238E27FC236}">
                <a16:creationId xmlns:a16="http://schemas.microsoft.com/office/drawing/2014/main" id="{F7F570F1-5DFB-4B42-AD3D-341F9393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131-135 of 150</a:t>
            </a:r>
          </a:p>
        </p:txBody>
      </p:sp>
      <p:sp>
        <p:nvSpPr>
          <p:cNvPr id="3" name="record-panel-27-1">
            <a:extLst xmlns:a="http://schemas.openxmlformats.org/drawingml/2006/main">
              <a:ext uri="{FF2B5EF4-FFF2-40B4-BE49-F238E27FC236}">
                <a16:creationId xmlns:a16="http://schemas.microsoft.com/office/drawing/2014/main" id="{7FA1EAE4-E625-4C76-90FF-5D491B1A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7-1">
            <a:extLst xmlns:a="http://schemas.openxmlformats.org/drawingml/2006/main">
              <a:ext uri="{FF2B5EF4-FFF2-40B4-BE49-F238E27FC236}">
                <a16:creationId xmlns:a16="http://schemas.microsoft.com/office/drawing/2014/main" id="{50105C32-1591-43EC-AF3D-8E6590D0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TEST-131  |  UAE International Bank Account Number (IBAN): AE74 0330 0010 0000 0000 131</a:t>
            </a:r>
          </a:p>
        </p:txBody>
      </p:sp>
      <p:sp>
        <p:nvSpPr>
          <p:cNvPr id="5" name="record-person-27-1">
            <a:extLst xmlns:a="http://schemas.openxmlformats.org/drawingml/2006/main">
              <a:ext uri="{FF2B5EF4-FFF2-40B4-BE49-F238E27FC236}">
                <a16:creationId xmlns:a16="http://schemas.microsoft.com/office/drawing/2014/main" id="{866AB58C-A02B-485F-847D-4172697C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Hamdan Saeed Al Yammahi  |  Physical Address: Apartment 59, Building 5665, Marina District Street, Sharjah, UAE</a:t>
            </a:r>
          </a:p>
        </p:txBody>
      </p:sp>
      <p:sp>
        <p:nvSpPr>
          <p:cNvPr id="6" name="record-evidence-27-1">
            <a:extLst xmlns:a="http://schemas.openxmlformats.org/drawingml/2006/main">
              <a:ext uri="{FF2B5EF4-FFF2-40B4-BE49-F238E27FC236}">
                <a16:creationId xmlns:a16="http://schemas.microsoft.com/office/drawing/2014/main" id="{025265C1-0008-41A4-8F4E-78FF19B9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27-2">
            <a:extLst xmlns:a="http://schemas.openxmlformats.org/drawingml/2006/main">
              <a:ext uri="{FF2B5EF4-FFF2-40B4-BE49-F238E27FC236}">
                <a16:creationId xmlns:a16="http://schemas.microsoft.com/office/drawing/2014/main" id="{57E119E3-0D88-428F-BD26-1815A766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7-2">
            <a:extLst xmlns:a="http://schemas.openxmlformats.org/drawingml/2006/main">
              <a:ext uri="{FF2B5EF4-FFF2-40B4-BE49-F238E27FC236}">
                <a16:creationId xmlns:a16="http://schemas.microsoft.com/office/drawing/2014/main" id="{58BE7A36-2F61-40B4-961E-3C995DDE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TEST-132  |  UAE International Bank Account Number (IBAN): AE47 0330 0010 0000 0000 132</a:t>
            </a:r>
          </a:p>
        </p:txBody>
      </p:sp>
      <p:sp>
        <p:nvSpPr>
          <p:cNvPr id="9" name="record-person-27-2">
            <a:extLst xmlns:a="http://schemas.openxmlformats.org/drawingml/2006/main">
              <a:ext uri="{FF2B5EF4-FFF2-40B4-BE49-F238E27FC236}">
                <a16:creationId xmlns:a16="http://schemas.microsoft.com/office/drawing/2014/main" id="{FA6AA906-D999-4B77-A4B1-9721EB60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Noora Yousef Al Qasimi  |  Physical Address: Apartment 60, Building 5702, Oasis District Street, Ras Al Khaimah, UAE</a:t>
            </a:r>
          </a:p>
        </p:txBody>
      </p:sp>
      <p:sp>
        <p:nvSpPr>
          <p:cNvPr id="10" name="record-evidence-27-2">
            <a:extLst xmlns:a="http://schemas.openxmlformats.org/drawingml/2006/main">
              <a:ext uri="{FF2B5EF4-FFF2-40B4-BE49-F238E27FC236}">
                <a16:creationId xmlns:a16="http://schemas.microsoft.com/office/drawing/2014/main" id="{7F50550D-4B40-40B5-8E61-F53180EA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27-3">
            <a:extLst xmlns:a="http://schemas.openxmlformats.org/drawingml/2006/main">
              <a:ext uri="{FF2B5EF4-FFF2-40B4-BE49-F238E27FC236}">
                <a16:creationId xmlns:a16="http://schemas.microsoft.com/office/drawing/2014/main" id="{7284BAA3-9533-43FE-B478-6D801E6B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7-3">
            <a:extLst xmlns:a="http://schemas.openxmlformats.org/drawingml/2006/main">
              <a:ext uri="{FF2B5EF4-FFF2-40B4-BE49-F238E27FC236}">
                <a16:creationId xmlns:a16="http://schemas.microsoft.com/office/drawing/2014/main" id="{AEB83907-635F-48C0-8E84-39CAB2D7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TEST-133  |  UAE International Bank Account Number (IBAN): AE20 0330 0010 0000 0000 133</a:t>
            </a:r>
          </a:p>
        </p:txBody>
      </p:sp>
      <p:sp>
        <p:nvSpPr>
          <p:cNvPr id="13" name="record-person-27-3">
            <a:extLst xmlns:a="http://schemas.openxmlformats.org/drawingml/2006/main">
              <a:ext uri="{FF2B5EF4-FFF2-40B4-BE49-F238E27FC236}">
                <a16:creationId xmlns:a16="http://schemas.microsoft.com/office/drawing/2014/main" id="{AABCBFD0-0575-4056-98E8-695512E7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Saeed Nasser Al Mazrouei  |  Physical Address: Apartment 61, Building 5739, Al Barsha Point Street, Dubai, UAE</a:t>
            </a:r>
          </a:p>
        </p:txBody>
      </p:sp>
      <p:sp>
        <p:nvSpPr>
          <p:cNvPr id="14" name="record-evidence-27-3">
            <a:extLst xmlns:a="http://schemas.openxmlformats.org/drawingml/2006/main">
              <a:ext uri="{FF2B5EF4-FFF2-40B4-BE49-F238E27FC236}">
                <a16:creationId xmlns:a16="http://schemas.microsoft.com/office/drawing/2014/main" id="{64A5A852-6B25-472D-BD7F-B9A903F7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27-4">
            <a:extLst xmlns:a="http://schemas.openxmlformats.org/drawingml/2006/main">
              <a:ext uri="{FF2B5EF4-FFF2-40B4-BE49-F238E27FC236}">
                <a16:creationId xmlns:a16="http://schemas.microsoft.com/office/drawing/2014/main" id="{E37DF4FD-8E4E-49DF-9B91-F0E73FC4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7-4">
            <a:extLst xmlns:a="http://schemas.openxmlformats.org/drawingml/2006/main">
              <a:ext uri="{FF2B5EF4-FFF2-40B4-BE49-F238E27FC236}">
                <a16:creationId xmlns:a16="http://schemas.microsoft.com/office/drawing/2014/main" id="{8AF50BB6-1C1E-4601-A53B-FE84D8F5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TEST-134  |  UAE International Bank Account Number (IBAN): AE90 0330 0010 0000 0000 134</a:t>
            </a:r>
          </a:p>
        </p:txBody>
      </p:sp>
      <p:sp>
        <p:nvSpPr>
          <p:cNvPr id="17" name="record-person-27-4">
            <a:extLst xmlns:a="http://schemas.openxmlformats.org/drawingml/2006/main">
              <a:ext uri="{FF2B5EF4-FFF2-40B4-BE49-F238E27FC236}">
                <a16:creationId xmlns:a16="http://schemas.microsoft.com/office/drawing/2014/main" id="{BB32A412-0346-4C14-A954-6C778006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Aisha Majid Al Muhairi  |  Physical Address: Apartment 62, Building 5776, Al Dana Point Street, Umm Al Quwain, UAE</a:t>
            </a:r>
          </a:p>
        </p:txBody>
      </p:sp>
      <p:sp>
        <p:nvSpPr>
          <p:cNvPr id="18" name="record-evidence-27-4">
            <a:extLst xmlns:a="http://schemas.openxmlformats.org/drawingml/2006/main">
              <a:ext uri="{FF2B5EF4-FFF2-40B4-BE49-F238E27FC236}">
                <a16:creationId xmlns:a16="http://schemas.microsoft.com/office/drawing/2014/main" id="{CDF31D0B-D057-45C7-AEFD-672CFD1D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27-5">
            <a:extLst xmlns:a="http://schemas.openxmlformats.org/drawingml/2006/main">
              <a:ext uri="{FF2B5EF4-FFF2-40B4-BE49-F238E27FC236}">
                <a16:creationId xmlns:a16="http://schemas.microsoft.com/office/drawing/2014/main" id="{7C01D94D-59A4-457B-85B1-86A19A0A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7-5">
            <a:extLst xmlns:a="http://schemas.openxmlformats.org/drawingml/2006/main">
              <a:ext uri="{FF2B5EF4-FFF2-40B4-BE49-F238E27FC236}">
                <a16:creationId xmlns:a16="http://schemas.microsoft.com/office/drawing/2014/main" id="{6BDF5036-5B8E-46CD-B534-B42BF4D1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TEST-135  |  UAE International Bank Account Number (IBAN): AE63 0330 0010 0000 0000 135</a:t>
            </a:r>
          </a:p>
        </p:txBody>
      </p:sp>
      <p:sp>
        <p:nvSpPr>
          <p:cNvPr id="21" name="record-person-27-5">
            <a:extLst xmlns:a="http://schemas.openxmlformats.org/drawingml/2006/main">
              <a:ext uri="{FF2B5EF4-FFF2-40B4-BE49-F238E27FC236}">
                <a16:creationId xmlns:a16="http://schemas.microsoft.com/office/drawing/2014/main" id="{098F0BEE-590F-47A9-AD3F-C8AE9C9C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Khalid Saeed Al Hammadi  |  Physical Address: Apartment 63, Building 5813, Al Falah Point Street, Sharjah, UAE</a:t>
            </a:r>
          </a:p>
        </p:txBody>
      </p:sp>
      <p:sp>
        <p:nvSpPr>
          <p:cNvPr id="22" name="record-evidence-27-5">
            <a:extLst xmlns:a="http://schemas.openxmlformats.org/drawingml/2006/main">
              <a:ext uri="{FF2B5EF4-FFF2-40B4-BE49-F238E27FC236}">
                <a16:creationId xmlns:a16="http://schemas.microsoft.com/office/drawing/2014/main" id="{8CECA699-547B-46D9-A637-8654609A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27">
            <a:extLst xmlns:a="http://schemas.openxmlformats.org/drawingml/2006/main">
              <a:ext uri="{FF2B5EF4-FFF2-40B4-BE49-F238E27FC236}">
                <a16:creationId xmlns:a16="http://schemas.microsoft.com/office/drawing/2014/main" id="{500C22D7-64B2-4600-AAAB-6720F8B1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752748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8EACB46E-8162-4E0D-9750-3CA01433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28">
            <a:extLst xmlns:a="http://schemas.openxmlformats.org/drawingml/2006/main">
              <a:ext uri="{FF2B5EF4-FFF2-40B4-BE49-F238E27FC236}">
                <a16:creationId xmlns:a16="http://schemas.microsoft.com/office/drawing/2014/main" id="{78BBC335-B523-4AEA-BB43-E2A8917F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136-140 of 150</a:t>
            </a:r>
          </a:p>
        </p:txBody>
      </p:sp>
      <p:sp>
        <p:nvSpPr>
          <p:cNvPr id="3" name="record-panel-28-1">
            <a:extLst xmlns:a="http://schemas.openxmlformats.org/drawingml/2006/main">
              <a:ext uri="{FF2B5EF4-FFF2-40B4-BE49-F238E27FC236}">
                <a16:creationId xmlns:a16="http://schemas.microsoft.com/office/drawing/2014/main" id="{FD418541-17C9-493D-958A-47CF4D1E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8-1">
            <a:extLst xmlns:a="http://schemas.openxmlformats.org/drawingml/2006/main">
              <a:ext uri="{FF2B5EF4-FFF2-40B4-BE49-F238E27FC236}">
                <a16:creationId xmlns:a16="http://schemas.microsoft.com/office/drawing/2014/main" id="{E497923F-BC7D-43B2-BA95-3204C91C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TEST-136  |  UAE International Bank Account Number (IBAN): AE36 0330 0010 0000 0000 136</a:t>
            </a:r>
          </a:p>
        </p:txBody>
      </p:sp>
      <p:sp>
        <p:nvSpPr>
          <p:cNvPr id="5" name="record-person-28-1">
            <a:extLst xmlns:a="http://schemas.openxmlformats.org/drawingml/2006/main">
              <a:ext uri="{FF2B5EF4-FFF2-40B4-BE49-F238E27FC236}">
                <a16:creationId xmlns:a16="http://schemas.microsoft.com/office/drawing/2014/main" id="{2FE6C2CA-3CCF-461A-9C91-1AF8A197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Maryam Yousef Al Ali  |  Physical Address: Apartment 64, Building 5850, Al Jaddaf Point Street, Abu Dhabi, UAE</a:t>
            </a:r>
          </a:p>
        </p:txBody>
      </p:sp>
      <p:sp>
        <p:nvSpPr>
          <p:cNvPr id="6" name="record-evidence-28-1">
            <a:extLst xmlns:a="http://schemas.openxmlformats.org/drawingml/2006/main">
              <a:ext uri="{FF2B5EF4-FFF2-40B4-BE49-F238E27FC236}">
                <a16:creationId xmlns:a16="http://schemas.microsoft.com/office/drawing/2014/main" id="{B1A5E259-7A04-4E93-9B07-B00F95F1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28-2">
            <a:extLst xmlns:a="http://schemas.openxmlformats.org/drawingml/2006/main">
              <a:ext uri="{FF2B5EF4-FFF2-40B4-BE49-F238E27FC236}">
                <a16:creationId xmlns:a16="http://schemas.microsoft.com/office/drawing/2014/main" id="{8CE65870-6338-4B65-BAE9-EC991B3E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8-2">
            <a:extLst xmlns:a="http://schemas.openxmlformats.org/drawingml/2006/main">
              <a:ext uri="{FF2B5EF4-FFF2-40B4-BE49-F238E27FC236}">
                <a16:creationId xmlns:a16="http://schemas.microsoft.com/office/drawing/2014/main" id="{C5AF2BC9-1058-487B-A0AA-59CA37A5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TEST-137  |  UAE International Bank Account Number (IBAN): AE09 0330 0010 0000 0000 137</a:t>
            </a:r>
          </a:p>
        </p:txBody>
      </p:sp>
      <p:sp>
        <p:nvSpPr>
          <p:cNvPr id="9" name="record-person-28-2">
            <a:extLst xmlns:a="http://schemas.openxmlformats.org/drawingml/2006/main">
              <a:ext uri="{FF2B5EF4-FFF2-40B4-BE49-F238E27FC236}">
                <a16:creationId xmlns:a16="http://schemas.microsoft.com/office/drawing/2014/main" id="{BA8A0A63-A5AC-4D6B-8E71-01688FBF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Omar Nasser Al Falasi  |  Physical Address: Apartment 65, Building 5887, Al Khalid Point Street, Al Ain, UAE</a:t>
            </a:r>
          </a:p>
        </p:txBody>
      </p:sp>
      <p:sp>
        <p:nvSpPr>
          <p:cNvPr id="10" name="record-evidence-28-2">
            <a:extLst xmlns:a="http://schemas.openxmlformats.org/drawingml/2006/main">
              <a:ext uri="{FF2B5EF4-FFF2-40B4-BE49-F238E27FC236}">
                <a16:creationId xmlns:a16="http://schemas.microsoft.com/office/drawing/2014/main" id="{914DF3A4-4CBA-4C81-B93B-645A2100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28-3">
            <a:extLst xmlns:a="http://schemas.openxmlformats.org/drawingml/2006/main">
              <a:ext uri="{FF2B5EF4-FFF2-40B4-BE49-F238E27FC236}">
                <a16:creationId xmlns:a16="http://schemas.microsoft.com/office/drawing/2014/main" id="{AD7B30BD-DFF6-47C9-A983-B5180612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8-3">
            <a:extLst xmlns:a="http://schemas.openxmlformats.org/drawingml/2006/main">
              <a:ext uri="{FF2B5EF4-FFF2-40B4-BE49-F238E27FC236}">
                <a16:creationId xmlns:a16="http://schemas.microsoft.com/office/drawing/2014/main" id="{8F5FDBEB-8EB2-4659-84D6-3FDC4B5E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TEST-138  |  UAE International Bank Account Number (IBAN): AE79 0330 0010 0000 0000 138</a:t>
            </a:r>
          </a:p>
        </p:txBody>
      </p:sp>
      <p:sp>
        <p:nvSpPr>
          <p:cNvPr id="13" name="record-person-28-3">
            <a:extLst xmlns:a="http://schemas.openxmlformats.org/drawingml/2006/main">
              <a:ext uri="{FF2B5EF4-FFF2-40B4-BE49-F238E27FC236}">
                <a16:creationId xmlns:a16="http://schemas.microsoft.com/office/drawing/2014/main" id="{89F9F858-86A1-42C7-82F5-38653019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Fatima Majid Al Yammahi  |  Physical Address: Apartment 66, Building 5924, Al Noor Point Street, Al Ain, UAE</a:t>
            </a:r>
          </a:p>
        </p:txBody>
      </p:sp>
      <p:sp>
        <p:nvSpPr>
          <p:cNvPr id="14" name="record-evidence-28-3">
            <a:extLst xmlns:a="http://schemas.openxmlformats.org/drawingml/2006/main">
              <a:ext uri="{FF2B5EF4-FFF2-40B4-BE49-F238E27FC236}">
                <a16:creationId xmlns:a16="http://schemas.microsoft.com/office/drawing/2014/main" id="{0FD4FA13-DF82-4CC3-B78E-EAF23820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28-4">
            <a:extLst xmlns:a="http://schemas.openxmlformats.org/drawingml/2006/main">
              <a:ext uri="{FF2B5EF4-FFF2-40B4-BE49-F238E27FC236}">
                <a16:creationId xmlns:a16="http://schemas.microsoft.com/office/drawing/2014/main" id="{BEB616C0-F172-4F74-A8D3-CB61233A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8-4">
            <a:extLst xmlns:a="http://schemas.openxmlformats.org/drawingml/2006/main">
              <a:ext uri="{FF2B5EF4-FFF2-40B4-BE49-F238E27FC236}">
                <a16:creationId xmlns:a16="http://schemas.microsoft.com/office/drawing/2014/main" id="{8AC53693-8724-474A-BDDC-BD050FCF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TEST-139  |  UAE International Bank Account Number (IBAN): AE52 0330 0010 0000 0000 139</a:t>
            </a:r>
          </a:p>
        </p:txBody>
      </p:sp>
      <p:sp>
        <p:nvSpPr>
          <p:cNvPr id="17" name="record-person-28-4">
            <a:extLst xmlns:a="http://schemas.openxmlformats.org/drawingml/2006/main">
              <a:ext uri="{FF2B5EF4-FFF2-40B4-BE49-F238E27FC236}">
                <a16:creationId xmlns:a16="http://schemas.microsoft.com/office/drawing/2014/main" id="{0590C830-0591-4CF3-BAC3-3B129BF7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Yousef Aisha Al Zaabi  |  Physical Address: Apartment 67, Building 5961, Al Raha Point Street, Fujairah, UAE</a:t>
            </a:r>
          </a:p>
        </p:txBody>
      </p:sp>
      <p:sp>
        <p:nvSpPr>
          <p:cNvPr id="18" name="record-evidence-28-4">
            <a:extLst xmlns:a="http://schemas.openxmlformats.org/drawingml/2006/main">
              <a:ext uri="{FF2B5EF4-FFF2-40B4-BE49-F238E27FC236}">
                <a16:creationId xmlns:a16="http://schemas.microsoft.com/office/drawing/2014/main" id="{EE845F1B-93EF-4883-97E6-214F81B5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28-5">
            <a:extLst xmlns:a="http://schemas.openxmlformats.org/drawingml/2006/main">
              <a:ext uri="{FF2B5EF4-FFF2-40B4-BE49-F238E27FC236}">
                <a16:creationId xmlns:a16="http://schemas.microsoft.com/office/drawing/2014/main" id="{94C72F64-1800-45EE-BB64-7C49954A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8-5">
            <a:extLst xmlns:a="http://schemas.openxmlformats.org/drawingml/2006/main">
              <a:ext uri="{FF2B5EF4-FFF2-40B4-BE49-F238E27FC236}">
                <a16:creationId xmlns:a16="http://schemas.microsoft.com/office/drawing/2014/main" id="{01A58F44-8565-4D82-89AA-E2BF980B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TEST-140  |  UAE International Bank Account Number (IBAN): AE25 0330 0010 0000 0000 140</a:t>
            </a:r>
          </a:p>
        </p:txBody>
      </p:sp>
      <p:sp>
        <p:nvSpPr>
          <p:cNvPr id="21" name="record-person-28-5">
            <a:extLst xmlns:a="http://schemas.openxmlformats.org/drawingml/2006/main">
              <a:ext uri="{FF2B5EF4-FFF2-40B4-BE49-F238E27FC236}">
                <a16:creationId xmlns:a16="http://schemas.microsoft.com/office/drawing/2014/main" id="{B99933D9-1BF9-457B-A3E4-5E1387E1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Dana Saeed Al Mazrouei  |  Physical Address: Apartment 68, Building 5998, Al Safa Point Street, Abu Dhabi, UAE</a:t>
            </a:r>
          </a:p>
        </p:txBody>
      </p:sp>
      <p:sp>
        <p:nvSpPr>
          <p:cNvPr id="22" name="record-evidence-28-5">
            <a:extLst xmlns:a="http://schemas.openxmlformats.org/drawingml/2006/main">
              <a:ext uri="{FF2B5EF4-FFF2-40B4-BE49-F238E27FC236}">
                <a16:creationId xmlns:a16="http://schemas.microsoft.com/office/drawing/2014/main" id="{105BF96D-4EA9-4A55-8348-2D980F86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28">
            <a:extLst xmlns:a="http://schemas.openxmlformats.org/drawingml/2006/main">
              <a:ext uri="{FF2B5EF4-FFF2-40B4-BE49-F238E27FC236}">
                <a16:creationId xmlns:a16="http://schemas.microsoft.com/office/drawing/2014/main" id="{3AA944B9-2523-4337-88D2-05657A20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8028568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45097315-40B2-47E6-86F3-BFD82951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29">
            <a:extLst xmlns:a="http://schemas.openxmlformats.org/drawingml/2006/main">
              <a:ext uri="{FF2B5EF4-FFF2-40B4-BE49-F238E27FC236}">
                <a16:creationId xmlns:a16="http://schemas.microsoft.com/office/drawing/2014/main" id="{B84B89B1-195F-426A-AE00-46A3F698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141-145 of 150</a:t>
            </a:r>
          </a:p>
        </p:txBody>
      </p:sp>
      <p:sp>
        <p:nvSpPr>
          <p:cNvPr id="3" name="record-panel-29-1">
            <a:extLst xmlns:a="http://schemas.openxmlformats.org/drawingml/2006/main">
              <a:ext uri="{FF2B5EF4-FFF2-40B4-BE49-F238E27FC236}">
                <a16:creationId xmlns:a16="http://schemas.microsoft.com/office/drawing/2014/main" id="{D3CEF010-C55C-4887-9C02-F64250AC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9-1">
            <a:extLst xmlns:a="http://schemas.openxmlformats.org/drawingml/2006/main">
              <a:ext uri="{FF2B5EF4-FFF2-40B4-BE49-F238E27FC236}">
                <a16:creationId xmlns:a16="http://schemas.microsoft.com/office/drawing/2014/main" id="{1FFA6985-1218-473F-AF1D-9647A668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TEST-141  |  UAE International Bank Account Number (IBAN): AE95 0330 0010 0000 0000 141</a:t>
            </a:r>
          </a:p>
        </p:txBody>
      </p:sp>
      <p:sp>
        <p:nvSpPr>
          <p:cNvPr id="5" name="record-person-29-1">
            <a:extLst xmlns:a="http://schemas.openxmlformats.org/drawingml/2006/main">
              <a:ext uri="{FF2B5EF4-FFF2-40B4-BE49-F238E27FC236}">
                <a16:creationId xmlns:a16="http://schemas.microsoft.com/office/drawing/2014/main" id="{5905D5F2-666F-498B-B815-309E6619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Salem Reem Al Muhairi  |  Physical Address: Apartment 69, Building 6035, Al Zahra Point Street, Dubai, UAE</a:t>
            </a:r>
          </a:p>
        </p:txBody>
      </p:sp>
      <p:sp>
        <p:nvSpPr>
          <p:cNvPr id="6" name="record-evidence-29-1">
            <a:extLst xmlns:a="http://schemas.openxmlformats.org/drawingml/2006/main">
              <a:ext uri="{FF2B5EF4-FFF2-40B4-BE49-F238E27FC236}">
                <a16:creationId xmlns:a16="http://schemas.microsoft.com/office/drawing/2014/main" id="{91F33888-6889-4835-9EAF-D27B6715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29-2">
            <a:extLst xmlns:a="http://schemas.openxmlformats.org/drawingml/2006/main">
              <a:ext uri="{FF2B5EF4-FFF2-40B4-BE49-F238E27FC236}">
                <a16:creationId xmlns:a16="http://schemas.microsoft.com/office/drawing/2014/main" id="{91D976CA-FDC5-474D-AF8E-DBD960DB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9-2">
            <a:extLst xmlns:a="http://schemas.openxmlformats.org/drawingml/2006/main">
              <a:ext uri="{FF2B5EF4-FFF2-40B4-BE49-F238E27FC236}">
                <a16:creationId xmlns:a16="http://schemas.microsoft.com/office/drawing/2014/main" id="{E040C95E-9BEC-467D-91A4-D56ABF3D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TEST-142  |  UAE International Bank Account Number (IBAN): AE68 0330 0010 0000 0000 142</a:t>
            </a:r>
          </a:p>
        </p:txBody>
      </p:sp>
      <p:sp>
        <p:nvSpPr>
          <p:cNvPr id="9" name="record-person-29-2">
            <a:extLst xmlns:a="http://schemas.openxmlformats.org/drawingml/2006/main">
              <a:ext uri="{FF2B5EF4-FFF2-40B4-BE49-F238E27FC236}">
                <a16:creationId xmlns:a16="http://schemas.microsoft.com/office/drawing/2014/main" id="{23C3CDD5-E82D-45E1-ACDD-F8BB4841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Alya Hessa Al Hammadi  |  Physical Address: Apartment 70, Building 6072, Corniche Point Street, Ajman, UAE</a:t>
            </a:r>
          </a:p>
        </p:txBody>
      </p:sp>
      <p:sp>
        <p:nvSpPr>
          <p:cNvPr id="10" name="record-evidence-29-2">
            <a:extLst xmlns:a="http://schemas.openxmlformats.org/drawingml/2006/main">
              <a:ext uri="{FF2B5EF4-FFF2-40B4-BE49-F238E27FC236}">
                <a16:creationId xmlns:a16="http://schemas.microsoft.com/office/drawing/2014/main" id="{85013D0F-AD35-4506-9F64-1D6D3343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29-3">
            <a:extLst xmlns:a="http://schemas.openxmlformats.org/drawingml/2006/main">
              <a:ext uri="{FF2B5EF4-FFF2-40B4-BE49-F238E27FC236}">
                <a16:creationId xmlns:a16="http://schemas.microsoft.com/office/drawing/2014/main" id="{39E9704E-0480-47A3-84DE-528270B0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9-3">
            <a:extLst xmlns:a="http://schemas.openxmlformats.org/drawingml/2006/main">
              <a:ext uri="{FF2B5EF4-FFF2-40B4-BE49-F238E27FC236}">
                <a16:creationId xmlns:a16="http://schemas.microsoft.com/office/drawing/2014/main" id="{255F1354-F621-420C-B8EF-9D81335B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TEST-143  |  UAE International Bank Account Number (IBAN): AE41 0330 0010 0000 0000 143</a:t>
            </a:r>
          </a:p>
        </p:txBody>
      </p:sp>
      <p:sp>
        <p:nvSpPr>
          <p:cNvPr id="13" name="record-person-29-3">
            <a:extLst xmlns:a="http://schemas.openxmlformats.org/drawingml/2006/main">
              <a:ext uri="{FF2B5EF4-FFF2-40B4-BE49-F238E27FC236}">
                <a16:creationId xmlns:a16="http://schemas.microsoft.com/office/drawing/2014/main" id="{35F50705-3F50-441F-897C-90A92AB5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Faisal Aisha Al Mheiri  |  Physical Address: Apartment 71, Building 6109, Marina Point Street, Sharjah, UAE</a:t>
            </a:r>
          </a:p>
        </p:txBody>
      </p:sp>
      <p:sp>
        <p:nvSpPr>
          <p:cNvPr id="14" name="record-evidence-29-3">
            <a:extLst xmlns:a="http://schemas.openxmlformats.org/drawingml/2006/main">
              <a:ext uri="{FF2B5EF4-FFF2-40B4-BE49-F238E27FC236}">
                <a16:creationId xmlns:a16="http://schemas.microsoft.com/office/drawing/2014/main" id="{D180F278-96E3-4874-8800-01F1D70B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29-4">
            <a:extLst xmlns:a="http://schemas.openxmlformats.org/drawingml/2006/main">
              <a:ext uri="{FF2B5EF4-FFF2-40B4-BE49-F238E27FC236}">
                <a16:creationId xmlns:a16="http://schemas.microsoft.com/office/drawing/2014/main" id="{C5235D47-F660-48B2-9DEC-FA5DC9FD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9-4">
            <a:extLst xmlns:a="http://schemas.openxmlformats.org/drawingml/2006/main">
              <a:ext uri="{FF2B5EF4-FFF2-40B4-BE49-F238E27FC236}">
                <a16:creationId xmlns:a16="http://schemas.microsoft.com/office/drawing/2014/main" id="{141B8E7A-47B6-496F-AF72-DF83BD6B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TEST-144  |  UAE International Bank Account Number (IBAN): AE14 0330 0010 0000 0000 144</a:t>
            </a:r>
          </a:p>
        </p:txBody>
      </p:sp>
      <p:sp>
        <p:nvSpPr>
          <p:cNvPr id="17" name="record-person-29-4">
            <a:extLst xmlns:a="http://schemas.openxmlformats.org/drawingml/2006/main">
              <a:ext uri="{FF2B5EF4-FFF2-40B4-BE49-F238E27FC236}">
                <a16:creationId xmlns:a16="http://schemas.microsoft.com/office/drawing/2014/main" id="{8FC0F8D9-4A06-4384-8A60-05E127FC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Maha Dana Al Falasi  |  Physical Address: Apartment 72, Building 6146, Oasis Point Street, Ras Al Khaimah, UAE</a:t>
            </a:r>
          </a:p>
        </p:txBody>
      </p:sp>
      <p:sp>
        <p:nvSpPr>
          <p:cNvPr id="18" name="record-evidence-29-4">
            <a:extLst xmlns:a="http://schemas.openxmlformats.org/drawingml/2006/main">
              <a:ext uri="{FF2B5EF4-FFF2-40B4-BE49-F238E27FC236}">
                <a16:creationId xmlns:a16="http://schemas.microsoft.com/office/drawing/2014/main" id="{2A94D8E5-4F80-416B-9B4D-39381C51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29-5">
            <a:extLst xmlns:a="http://schemas.openxmlformats.org/drawingml/2006/main">
              <a:ext uri="{FF2B5EF4-FFF2-40B4-BE49-F238E27FC236}">
                <a16:creationId xmlns:a16="http://schemas.microsoft.com/office/drawing/2014/main" id="{747363B5-1E5F-4E17-A350-8EDF387C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9-5">
            <a:extLst xmlns:a="http://schemas.openxmlformats.org/drawingml/2006/main">
              <a:ext uri="{FF2B5EF4-FFF2-40B4-BE49-F238E27FC236}">
                <a16:creationId xmlns:a16="http://schemas.microsoft.com/office/drawing/2014/main" id="{5434EEA8-17E2-4E01-BBED-4EA7C05F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TEST-145  |  UAE International Bank Account Number (IBAN): AE84 0330 0010 0000 0000 145</a:t>
            </a:r>
          </a:p>
        </p:txBody>
      </p:sp>
      <p:sp>
        <p:nvSpPr>
          <p:cNvPr id="21" name="record-person-29-5">
            <a:extLst xmlns:a="http://schemas.openxmlformats.org/drawingml/2006/main">
              <a:ext uri="{FF2B5EF4-FFF2-40B4-BE49-F238E27FC236}">
                <a16:creationId xmlns:a16="http://schemas.microsoft.com/office/drawing/2014/main" id="{CFD40656-7A5B-4D47-BB97-7186CA8B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Nasser Reem Al Yammahi  |  Physical Address: Apartment 1, Building 6183, Al Barsha Gardens Road, Dubai, UAE</a:t>
            </a:r>
          </a:p>
        </p:txBody>
      </p:sp>
      <p:sp>
        <p:nvSpPr>
          <p:cNvPr id="22" name="record-evidence-29-5">
            <a:extLst xmlns:a="http://schemas.openxmlformats.org/drawingml/2006/main">
              <a:ext uri="{FF2B5EF4-FFF2-40B4-BE49-F238E27FC236}">
                <a16:creationId xmlns:a16="http://schemas.microsoft.com/office/drawing/2014/main" id="{0B74ED63-920D-4E02-B9AD-B025B381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29">
            <a:extLst xmlns:a="http://schemas.openxmlformats.org/drawingml/2006/main">
              <a:ext uri="{FF2B5EF4-FFF2-40B4-BE49-F238E27FC236}">
                <a16:creationId xmlns:a16="http://schemas.microsoft.com/office/drawing/2014/main" id="{8ED74CBC-C479-4CC7-92B3-7E64FCF9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60208281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18DC11D3-F7DE-4958-8EFF-C0B669BE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UAE IBAN Codes</a:t>
            </a:r>
          </a:p>
        </p:txBody>
      </p:sp>
      <p:sp>
        <p:nvSpPr>
          <p:cNvPr id="2" name="counter-30">
            <a:extLst xmlns:a="http://schemas.openxmlformats.org/drawingml/2006/main">
              <a:ext uri="{FF2B5EF4-FFF2-40B4-BE49-F238E27FC236}">
                <a16:creationId xmlns:a16="http://schemas.microsoft.com/office/drawing/2014/main" id="{C56E19CD-AEFF-4791-B87C-2C220192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146-150 of 150</a:t>
            </a:r>
          </a:p>
        </p:txBody>
      </p:sp>
      <p:sp>
        <p:nvSpPr>
          <p:cNvPr id="3" name="record-panel-30-1">
            <a:extLst xmlns:a="http://schemas.openxmlformats.org/drawingml/2006/main">
              <a:ext uri="{FF2B5EF4-FFF2-40B4-BE49-F238E27FC236}">
                <a16:creationId xmlns:a16="http://schemas.microsoft.com/office/drawing/2014/main" id="{9B57651F-F5AE-4DAE-AEA4-E325BC5E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0-1">
            <a:extLst xmlns:a="http://schemas.openxmlformats.org/drawingml/2006/main">
              <a:ext uri="{FF2B5EF4-FFF2-40B4-BE49-F238E27FC236}">
                <a16:creationId xmlns:a16="http://schemas.microsoft.com/office/drawing/2014/main" id="{D1323928-55D9-4E53-AD59-8D647E0C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TEST-146  |  UAE International Bank Account Number (IBAN): AE57 0330 0010 0000 0000 146</a:t>
            </a:r>
          </a:p>
        </p:txBody>
      </p:sp>
      <p:sp>
        <p:nvSpPr>
          <p:cNvPr id="5" name="record-person-30-1">
            <a:extLst xmlns:a="http://schemas.openxmlformats.org/drawingml/2006/main">
              <a:ext uri="{FF2B5EF4-FFF2-40B4-BE49-F238E27FC236}">
                <a16:creationId xmlns:a16="http://schemas.microsoft.com/office/drawing/2014/main" id="{EF0FDCCB-466E-4A17-AD1E-2207C0DE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Reem Hessa Al Zaabi  |  Physical Address: Apartment 2, Building 6220, Al Dana Gardens Road, Umm Al Quwain, UAE</a:t>
            </a:r>
          </a:p>
        </p:txBody>
      </p:sp>
      <p:sp>
        <p:nvSpPr>
          <p:cNvPr id="6" name="record-evidence-30-1">
            <a:extLst xmlns:a="http://schemas.openxmlformats.org/drawingml/2006/main">
              <a:ext uri="{FF2B5EF4-FFF2-40B4-BE49-F238E27FC236}">
                <a16:creationId xmlns:a16="http://schemas.microsoft.com/office/drawing/2014/main" id="{0661BDA9-FA5E-468D-B6F1-F9A55D36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7" name="record-panel-30-2">
            <a:extLst xmlns:a="http://schemas.openxmlformats.org/drawingml/2006/main">
              <a:ext uri="{FF2B5EF4-FFF2-40B4-BE49-F238E27FC236}">
                <a16:creationId xmlns:a16="http://schemas.microsoft.com/office/drawing/2014/main" id="{606D61F0-4942-4E11-A9C4-47B3B305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0-2">
            <a:extLst xmlns:a="http://schemas.openxmlformats.org/drawingml/2006/main">
              <a:ext uri="{FF2B5EF4-FFF2-40B4-BE49-F238E27FC236}">
                <a16:creationId xmlns:a16="http://schemas.microsoft.com/office/drawing/2014/main" id="{2CC0648F-1470-4A52-83A0-6A9FB7CD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TEST-147  |  UAE International Bank Account Number (IBAN): AE30 0330 0010 0000 0000 147</a:t>
            </a:r>
          </a:p>
        </p:txBody>
      </p:sp>
      <p:sp>
        <p:nvSpPr>
          <p:cNvPr id="9" name="record-person-30-2">
            <a:extLst xmlns:a="http://schemas.openxmlformats.org/drawingml/2006/main">
              <a:ext uri="{FF2B5EF4-FFF2-40B4-BE49-F238E27FC236}">
                <a16:creationId xmlns:a16="http://schemas.microsoft.com/office/drawing/2014/main" id="{1CB83746-E53F-44BF-AB94-DAFDA9F8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Zayed Aisha Al Nuaimi  |  Physical Address: Apartment 3, Building 6257, Al Falah Gardens Road, Sharjah, UAE</a:t>
            </a:r>
          </a:p>
        </p:txBody>
      </p:sp>
      <p:sp>
        <p:nvSpPr>
          <p:cNvPr id="10" name="record-evidence-30-2">
            <a:extLst xmlns:a="http://schemas.openxmlformats.org/drawingml/2006/main">
              <a:ext uri="{FF2B5EF4-FFF2-40B4-BE49-F238E27FC236}">
                <a16:creationId xmlns:a16="http://schemas.microsoft.com/office/drawing/2014/main" id="{6DD8EBC4-B82E-4E93-AEED-9A942830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1" name="record-panel-30-3">
            <a:extLst xmlns:a="http://schemas.openxmlformats.org/drawingml/2006/main">
              <a:ext uri="{FF2B5EF4-FFF2-40B4-BE49-F238E27FC236}">
                <a16:creationId xmlns:a16="http://schemas.microsoft.com/office/drawing/2014/main" id="{58EFF991-E291-4C25-88A1-08BACE24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0-3">
            <a:extLst xmlns:a="http://schemas.openxmlformats.org/drawingml/2006/main">
              <a:ext uri="{FF2B5EF4-FFF2-40B4-BE49-F238E27FC236}">
                <a16:creationId xmlns:a16="http://schemas.microsoft.com/office/drawing/2014/main" id="{FA3459BE-8A43-4402-9516-4E127844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TEST-148  |  UAE International Bank Account Number (IBAN): AE03 0330 0010 0000 0000 148</a:t>
            </a:r>
          </a:p>
        </p:txBody>
      </p:sp>
      <p:sp>
        <p:nvSpPr>
          <p:cNvPr id="13" name="record-person-30-3">
            <a:extLst xmlns:a="http://schemas.openxmlformats.org/drawingml/2006/main">
              <a:ext uri="{FF2B5EF4-FFF2-40B4-BE49-F238E27FC236}">
                <a16:creationId xmlns:a16="http://schemas.microsoft.com/office/drawing/2014/main" id="{2AB1B78A-A329-4FB4-978C-90B68829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Salama Dana Al Muhairi  |  Physical Address: Apartment 4, Building 6294, Al Jaddaf Gardens Road, Abu Dhabi, UAE</a:t>
            </a:r>
          </a:p>
        </p:txBody>
      </p:sp>
      <p:sp>
        <p:nvSpPr>
          <p:cNvPr id="14" name="record-evidence-30-3">
            <a:extLst xmlns:a="http://schemas.openxmlformats.org/drawingml/2006/main">
              <a:ext uri="{FF2B5EF4-FFF2-40B4-BE49-F238E27FC236}">
                <a16:creationId xmlns:a16="http://schemas.microsoft.com/office/drawing/2014/main" id="{DF94651A-0F16-4EC7-998E-06A3BFCF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5" name="record-panel-30-4">
            <a:extLst xmlns:a="http://schemas.openxmlformats.org/drawingml/2006/main">
              <a:ext uri="{FF2B5EF4-FFF2-40B4-BE49-F238E27FC236}">
                <a16:creationId xmlns:a16="http://schemas.microsoft.com/office/drawing/2014/main" id="{2320E037-5EDD-439D-8CE1-DBE15302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0-4">
            <a:extLst xmlns:a="http://schemas.openxmlformats.org/drawingml/2006/main">
              <a:ext uri="{FF2B5EF4-FFF2-40B4-BE49-F238E27FC236}">
                <a16:creationId xmlns:a16="http://schemas.microsoft.com/office/drawing/2014/main" id="{D9F52D6A-31FC-439B-B529-0C800642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TEST-149  |  UAE International Bank Account Number (IBAN): AE73 0330 0010 0000 0000 149</a:t>
            </a:r>
          </a:p>
        </p:txBody>
      </p:sp>
      <p:sp>
        <p:nvSpPr>
          <p:cNvPr id="17" name="record-person-30-4">
            <a:extLst xmlns:a="http://schemas.openxmlformats.org/drawingml/2006/main">
              <a:ext uri="{FF2B5EF4-FFF2-40B4-BE49-F238E27FC236}">
                <a16:creationId xmlns:a16="http://schemas.microsoft.com/office/drawing/2014/main" id="{A5EC4FE9-A0A3-4618-B23C-11DD7FDD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Tariq Reem Al Hammadi  |  Physical Address: Apartment 5, Building 6331, Al Khalid Gardens Road, Al Ain, UAE</a:t>
            </a:r>
          </a:p>
        </p:txBody>
      </p:sp>
      <p:sp>
        <p:nvSpPr>
          <p:cNvPr id="18" name="record-evidence-30-4">
            <a:extLst xmlns:a="http://schemas.openxmlformats.org/drawingml/2006/main">
              <a:ext uri="{FF2B5EF4-FFF2-40B4-BE49-F238E27FC236}">
                <a16:creationId xmlns:a16="http://schemas.microsoft.com/office/drawing/2014/main" id="{E83B6D98-A675-4248-815F-352382ED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19" name="record-panel-30-5">
            <a:extLst xmlns:a="http://schemas.openxmlformats.org/drawingml/2006/main">
              <a:ext uri="{FF2B5EF4-FFF2-40B4-BE49-F238E27FC236}">
                <a16:creationId xmlns:a16="http://schemas.microsoft.com/office/drawing/2014/main" id="{3EBB7226-2CDD-4E42-9D39-EA5480BB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0-5">
            <a:extLst xmlns:a="http://schemas.openxmlformats.org/drawingml/2006/main">
              <a:ext uri="{FF2B5EF4-FFF2-40B4-BE49-F238E27FC236}">
                <a16:creationId xmlns:a16="http://schemas.microsoft.com/office/drawing/2014/main" id="{4CB90DDD-9337-4DE2-899B-0D339E15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TEST-150  |  UAE International Bank Account Number (IBAN): AE46 0330 0010 0000 0000 150</a:t>
            </a:r>
          </a:p>
        </p:txBody>
      </p:sp>
      <p:sp>
        <p:nvSpPr>
          <p:cNvPr id="21" name="record-person-30-5">
            <a:extLst xmlns:a="http://schemas.openxmlformats.org/drawingml/2006/main">
              <a:ext uri="{FF2B5EF4-FFF2-40B4-BE49-F238E27FC236}">
                <a16:creationId xmlns:a16="http://schemas.microsoft.com/office/drawing/2014/main" id="{5CFBA941-C9AE-47E4-BB48-22301841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Amna Hessa Al Mheiri  |  Physical Address: Apartment 6, Building 6368, Al Noor Gardens Road, Al Ain, UAE</a:t>
            </a:r>
          </a:p>
        </p:txBody>
      </p:sp>
      <p:sp>
        <p:nvSpPr>
          <p:cNvPr id="22" name="record-evidence-30-5">
            <a:extLst xmlns:a="http://schemas.openxmlformats.org/drawingml/2006/main">
              <a:ext uri="{FF2B5EF4-FFF2-40B4-BE49-F238E27FC236}">
                <a16:creationId xmlns:a16="http://schemas.microsoft.com/office/drawing/2014/main" id="{59372BFB-B884-46B1-89B9-BB58D291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United Arab Emirates bank transfer beneficiary; IBAN; international bank account number</a:t>
            </a:r>
          </a:p>
        </p:txBody>
      </p:sp>
      <p:sp>
        <p:nvSpPr>
          <p:cNvPr id="23" name="footer-30">
            <a:extLst xmlns:a="http://schemas.openxmlformats.org/drawingml/2006/main">
              <a:ext uri="{FF2B5EF4-FFF2-40B4-BE49-F238E27FC236}">
                <a16:creationId xmlns:a16="http://schemas.microsoft.com/office/drawing/2014/main" id="{5BCB289D-89B2-4147-8444-E6A813BD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88938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2026-07-31T08:57:14.4790000Z</dcterms:created>
  <dcterms:modified xsi:type="dcterms:W3CDTF">2026-07-31T08:57:14.4790000Z</dcterms:modified>
</coreProperties>
</file>
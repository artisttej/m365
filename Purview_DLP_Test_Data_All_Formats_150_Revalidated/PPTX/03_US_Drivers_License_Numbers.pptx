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fd9632d6334c52" /><Relationship Type="http://schemas.openxmlformats.org/officeDocument/2006/relationships/extended-properties" Target="/docProps/app.xml" Id="Ra5e847844b94450e" /><Relationship Type="http://schemas.openxmlformats.org/officeDocument/2006/relationships/officeDocument" Target="/ppt/presentation.xml" Id="R65a4d2f1314040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cffd0d86b49bb"/>
  </p:sldMasterIdLst>
  <p:notesMasterIdLst>
    <p:notesMasterId xmlns:r="http://schemas.openxmlformats.org/officeDocument/2006/relationships" r:id="R13a7a11ccfb94d6c"/>
  </p:notesMasterIdLst>
  <p:sldIdLst>
    <p:sldId xmlns:r="http://schemas.openxmlformats.org/officeDocument/2006/relationships" id="256" r:id="Rd5deaaef4a1b4f93"/>
    <p:sldId xmlns:r="http://schemas.openxmlformats.org/officeDocument/2006/relationships" id="257" r:id="R3cccee56700347fb"/>
    <p:sldId xmlns:r="http://schemas.openxmlformats.org/officeDocument/2006/relationships" id="258" r:id="R9a105af337274683"/>
    <p:sldId xmlns:r="http://schemas.openxmlformats.org/officeDocument/2006/relationships" id="259" r:id="R2636db62674449c5"/>
    <p:sldId xmlns:r="http://schemas.openxmlformats.org/officeDocument/2006/relationships" id="260" r:id="R4272835dced043c4"/>
    <p:sldId xmlns:r="http://schemas.openxmlformats.org/officeDocument/2006/relationships" id="261" r:id="R05be95a379d04ceb"/>
    <p:sldId xmlns:r="http://schemas.openxmlformats.org/officeDocument/2006/relationships" id="262" r:id="R8b402ac3f3a64284"/>
    <p:sldId xmlns:r="http://schemas.openxmlformats.org/officeDocument/2006/relationships" id="263" r:id="R8234be414c474813"/>
    <p:sldId xmlns:r="http://schemas.openxmlformats.org/officeDocument/2006/relationships" id="264" r:id="R38ac7cc821f3416b"/>
    <p:sldId xmlns:r="http://schemas.openxmlformats.org/officeDocument/2006/relationships" id="265" r:id="Reaefbdd1020b42ca"/>
    <p:sldId xmlns:r="http://schemas.openxmlformats.org/officeDocument/2006/relationships" id="266" r:id="R23e0e2c849274e33"/>
    <p:sldId xmlns:r="http://schemas.openxmlformats.org/officeDocument/2006/relationships" id="267" r:id="R5af4a4f9231f46f6"/>
    <p:sldId xmlns:r="http://schemas.openxmlformats.org/officeDocument/2006/relationships" id="268" r:id="R4c71332e710749e9"/>
    <p:sldId xmlns:r="http://schemas.openxmlformats.org/officeDocument/2006/relationships" id="269" r:id="Ra16529d5fa8640a0"/>
    <p:sldId xmlns:r="http://schemas.openxmlformats.org/officeDocument/2006/relationships" id="270" r:id="Rafe1692060f74c23"/>
    <p:sldId xmlns:r="http://schemas.openxmlformats.org/officeDocument/2006/relationships" id="271" r:id="R7b58ac57865349ab"/>
    <p:sldId xmlns:r="http://schemas.openxmlformats.org/officeDocument/2006/relationships" id="272" r:id="R437310f9ef004972"/>
    <p:sldId xmlns:r="http://schemas.openxmlformats.org/officeDocument/2006/relationships" id="273" r:id="R8d398649b2ee44cf"/>
    <p:sldId xmlns:r="http://schemas.openxmlformats.org/officeDocument/2006/relationships" id="274" r:id="R55fb455c340b4788"/>
    <p:sldId xmlns:r="http://schemas.openxmlformats.org/officeDocument/2006/relationships" id="275" r:id="R170dc57c595b4397"/>
    <p:sldId xmlns:r="http://schemas.openxmlformats.org/officeDocument/2006/relationships" id="276" r:id="R7e2ff538afdb4d77"/>
    <p:sldId xmlns:r="http://schemas.openxmlformats.org/officeDocument/2006/relationships" id="277" r:id="Ra34105e1cbf94e87"/>
    <p:sldId xmlns:r="http://schemas.openxmlformats.org/officeDocument/2006/relationships" id="278" r:id="R09535e1755cd4990"/>
    <p:sldId xmlns:r="http://schemas.openxmlformats.org/officeDocument/2006/relationships" id="279" r:id="R93f028a42d2148ca"/>
    <p:sldId xmlns:r="http://schemas.openxmlformats.org/officeDocument/2006/relationships" id="280" r:id="Re3ac4a4b9a884527"/>
    <p:sldId xmlns:r="http://schemas.openxmlformats.org/officeDocument/2006/relationships" id="281" r:id="R1dc5eb668de84b64"/>
    <p:sldId xmlns:r="http://schemas.openxmlformats.org/officeDocument/2006/relationships" id="282" r:id="R48d5691101ad4900"/>
    <p:sldId xmlns:r="http://schemas.openxmlformats.org/officeDocument/2006/relationships" id="283" r:id="R4131a27cd27e494f"/>
    <p:sldId xmlns:r="http://schemas.openxmlformats.org/officeDocument/2006/relationships" id="284" r:id="R457b4d912275467f"/>
    <p:sldId xmlns:r="http://schemas.openxmlformats.org/officeDocument/2006/relationships" id="285" r:id="Re89d888eb17142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5142b3d653423c" /><Relationship Type="http://schemas.openxmlformats.org/officeDocument/2006/relationships/slideMaster" Target="/ppt/slideMasters/slideMaster1.xml" Id="Rb90cffd0d86b49bb" /><Relationship Type="http://schemas.openxmlformats.org/officeDocument/2006/relationships/notesMaster" Target="/ppt/notesMasters/notesMaster1.xml" Id="R13a7a11ccfb94d6c" /><Relationship Type="http://schemas.openxmlformats.org/officeDocument/2006/relationships/presProps" Target="/ppt/presProps.xml" Id="R726157a7473d4fa6" /><Relationship Type="http://schemas.openxmlformats.org/officeDocument/2006/relationships/tableStyles" Target="/ppt/tableStyles.xml" Id="Rdd253983b4974051" /><Relationship Type="http://schemas.openxmlformats.org/officeDocument/2006/relationships/slide" Target="/ppt/slides/slide1.xml" Id="Rd5deaaef4a1b4f93" /><Relationship Type="http://schemas.openxmlformats.org/officeDocument/2006/relationships/slide" Target="/ppt/slides/slide2.xml" Id="R3cccee56700347fb" /><Relationship Type="http://schemas.openxmlformats.org/officeDocument/2006/relationships/slide" Target="/ppt/slides/slide3.xml" Id="R9a105af337274683" /><Relationship Type="http://schemas.openxmlformats.org/officeDocument/2006/relationships/slide" Target="/ppt/slides/slide4.xml" Id="R2636db62674449c5" /><Relationship Type="http://schemas.openxmlformats.org/officeDocument/2006/relationships/slide" Target="/ppt/slides/slide5.xml" Id="R4272835dced043c4" /><Relationship Type="http://schemas.openxmlformats.org/officeDocument/2006/relationships/slide" Target="/ppt/slides/slide6.xml" Id="R05be95a379d04ceb" /><Relationship Type="http://schemas.openxmlformats.org/officeDocument/2006/relationships/slide" Target="/ppt/slides/slide7.xml" Id="R8b402ac3f3a64284" /><Relationship Type="http://schemas.openxmlformats.org/officeDocument/2006/relationships/slide" Target="/ppt/slides/slide8.xml" Id="R8234be414c474813" /><Relationship Type="http://schemas.openxmlformats.org/officeDocument/2006/relationships/slide" Target="/ppt/slides/slide9.xml" Id="R38ac7cc821f3416b" /><Relationship Type="http://schemas.openxmlformats.org/officeDocument/2006/relationships/slide" Target="/ppt/slides/slide10.xml" Id="Reaefbdd1020b42ca" /><Relationship Type="http://schemas.openxmlformats.org/officeDocument/2006/relationships/slide" Target="/ppt/slides/slide11.xml" Id="R23e0e2c849274e33" /><Relationship Type="http://schemas.openxmlformats.org/officeDocument/2006/relationships/slide" Target="/ppt/slides/slide12.xml" Id="R5af4a4f9231f46f6" /><Relationship Type="http://schemas.openxmlformats.org/officeDocument/2006/relationships/slide" Target="/ppt/slides/slide13.xml" Id="R4c71332e710749e9" /><Relationship Type="http://schemas.openxmlformats.org/officeDocument/2006/relationships/slide" Target="/ppt/slides/slide14.xml" Id="Ra16529d5fa8640a0" /><Relationship Type="http://schemas.openxmlformats.org/officeDocument/2006/relationships/slide" Target="/ppt/slides/slide15.xml" Id="Rafe1692060f74c23" /><Relationship Type="http://schemas.openxmlformats.org/officeDocument/2006/relationships/slide" Target="/ppt/slides/slide16.xml" Id="R7b58ac57865349ab" /><Relationship Type="http://schemas.openxmlformats.org/officeDocument/2006/relationships/slide" Target="/ppt/slides/slide17.xml" Id="R437310f9ef004972" /><Relationship Type="http://schemas.openxmlformats.org/officeDocument/2006/relationships/slide" Target="/ppt/slides/slide18.xml" Id="R8d398649b2ee44cf" /><Relationship Type="http://schemas.openxmlformats.org/officeDocument/2006/relationships/slide" Target="/ppt/slides/slide19.xml" Id="R55fb455c340b4788" /><Relationship Type="http://schemas.openxmlformats.org/officeDocument/2006/relationships/slide" Target="/ppt/slides/slide20.xml" Id="R170dc57c595b4397" /><Relationship Type="http://schemas.openxmlformats.org/officeDocument/2006/relationships/slide" Target="/ppt/slides/slide21.xml" Id="R7e2ff538afdb4d77" /><Relationship Type="http://schemas.openxmlformats.org/officeDocument/2006/relationships/slide" Target="/ppt/slides/slide22.xml" Id="Ra34105e1cbf94e87" /><Relationship Type="http://schemas.openxmlformats.org/officeDocument/2006/relationships/slide" Target="/ppt/slides/slide23.xml" Id="R09535e1755cd4990" /><Relationship Type="http://schemas.openxmlformats.org/officeDocument/2006/relationships/slide" Target="/ppt/slides/slide24.xml" Id="R93f028a42d2148ca" /><Relationship Type="http://schemas.openxmlformats.org/officeDocument/2006/relationships/slide" Target="/ppt/slides/slide25.xml" Id="Re3ac4a4b9a884527" /><Relationship Type="http://schemas.openxmlformats.org/officeDocument/2006/relationships/slide" Target="/ppt/slides/slide26.xml" Id="R1dc5eb668de84b64" /><Relationship Type="http://schemas.openxmlformats.org/officeDocument/2006/relationships/slide" Target="/ppt/slides/slide27.xml" Id="R48d5691101ad4900" /><Relationship Type="http://schemas.openxmlformats.org/officeDocument/2006/relationships/slide" Target="/ppt/slides/slide28.xml" Id="R4131a27cd27e494f" /><Relationship Type="http://schemas.openxmlformats.org/officeDocument/2006/relationships/slide" Target="/ppt/slides/slide29.xml" Id="R457b4d912275467f" /><Relationship Type="http://schemas.openxmlformats.org/officeDocument/2006/relationships/slide" Target="/ppt/slides/slide30.xml" Id="Re89d888eb17142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21fe8193d241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d980a8b94948d9" /><Relationship Type="http://schemas.openxmlformats.org/officeDocument/2006/relationships/notesMaster" Target="/ppt/notesMasters/notesMaster1.xml" Id="Re4110283e3494a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5e2489f404eef" /><Relationship Type="http://schemas.openxmlformats.org/officeDocument/2006/relationships/notesMaster" Target="/ppt/notesMasters/notesMaster1.xml" Id="R0787298874d149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6bd264f1b34a05" /><Relationship Type="http://schemas.openxmlformats.org/officeDocument/2006/relationships/notesMaster" Target="/ppt/notesMasters/notesMaster1.xml" Id="R46d7e21cdb8b40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4602a74d404be8" /><Relationship Type="http://schemas.openxmlformats.org/officeDocument/2006/relationships/notesMaster" Target="/ppt/notesMasters/notesMaster1.xml" Id="R382b257ed5624b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127e1c1b3d4d9b" /><Relationship Type="http://schemas.openxmlformats.org/officeDocument/2006/relationships/notesMaster" Target="/ppt/notesMasters/notesMaster1.xml" Id="Rccdb0d8669454b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cc85df26cc46ae" /><Relationship Type="http://schemas.openxmlformats.org/officeDocument/2006/relationships/notesMaster" Target="/ppt/notesMasters/notesMaster1.xml" Id="R3dac240f955c45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a9406b5e544f12" /><Relationship Type="http://schemas.openxmlformats.org/officeDocument/2006/relationships/notesMaster" Target="/ppt/notesMasters/notesMaster1.xml" Id="R356da1b9580544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d2b0dce1f341d2" /><Relationship Type="http://schemas.openxmlformats.org/officeDocument/2006/relationships/notesMaster" Target="/ppt/notesMasters/notesMaster1.xml" Id="Rfe279ad6cd8845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c38966106c47ca" /><Relationship Type="http://schemas.openxmlformats.org/officeDocument/2006/relationships/notesMaster" Target="/ppt/notesMasters/notesMaster1.xml" Id="Ra63d3fb712294b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127cdfdbac4bfd" /><Relationship Type="http://schemas.openxmlformats.org/officeDocument/2006/relationships/notesMaster" Target="/ppt/notesMasters/notesMaster1.xml" Id="R46362c29e4674b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ceaaaaa7d04564" /><Relationship Type="http://schemas.openxmlformats.org/officeDocument/2006/relationships/notesMaster" Target="/ppt/notesMasters/notesMaster1.xml" Id="R2f30bc03ea8d49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72170b918244fd" /><Relationship Type="http://schemas.openxmlformats.org/officeDocument/2006/relationships/notesMaster" Target="/ppt/notesMasters/notesMaster1.xml" Id="Ra3c0f747f88848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b7ea4082664a8c" /><Relationship Type="http://schemas.openxmlformats.org/officeDocument/2006/relationships/notesMaster" Target="/ppt/notesMasters/notesMaster1.xml" Id="R9f64e638cda346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8b3d4104664e0e" /><Relationship Type="http://schemas.openxmlformats.org/officeDocument/2006/relationships/notesMaster" Target="/ppt/notesMasters/notesMaster1.xml" Id="Rcd626e5cedfc4a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bbe59213ba4701" /><Relationship Type="http://schemas.openxmlformats.org/officeDocument/2006/relationships/notesMaster" Target="/ppt/notesMasters/notesMaster1.xml" Id="R893ab04315684f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3b49243b1246cc" /><Relationship Type="http://schemas.openxmlformats.org/officeDocument/2006/relationships/notesMaster" Target="/ppt/notesMasters/notesMaster1.xml" Id="R17ebcf3572124b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0981ef73c54170" /><Relationship Type="http://schemas.openxmlformats.org/officeDocument/2006/relationships/notesMaster" Target="/ppt/notesMasters/notesMaster1.xml" Id="Rc66c75581bf64f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7bc25ef7574f03" /><Relationship Type="http://schemas.openxmlformats.org/officeDocument/2006/relationships/notesMaster" Target="/ppt/notesMasters/notesMaster1.xml" Id="Ra9c6b8c0b1294a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d198d51f094922" /><Relationship Type="http://schemas.openxmlformats.org/officeDocument/2006/relationships/notesMaster" Target="/ppt/notesMasters/notesMaster1.xml" Id="R4f3c2e0a3a4c417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a40194f3374cab" /><Relationship Type="http://schemas.openxmlformats.org/officeDocument/2006/relationships/notesMaster" Target="/ppt/notesMasters/notesMaster1.xml" Id="Rfa5ca6ae63954d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76a8619cc44946" /><Relationship Type="http://schemas.openxmlformats.org/officeDocument/2006/relationships/notesMaster" Target="/ppt/notesMasters/notesMaster1.xml" Id="Rb286c9005a004c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aca8ca9de54aa3" /><Relationship Type="http://schemas.openxmlformats.org/officeDocument/2006/relationships/notesMaster" Target="/ppt/notesMasters/notesMaster1.xml" Id="Re8dbfb9c2b954ef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b590c5dfbc4ff2" /><Relationship Type="http://schemas.openxmlformats.org/officeDocument/2006/relationships/notesMaster" Target="/ppt/notesMasters/notesMaster1.xml" Id="R5091f53e423746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cdb1aa14334cd5" /><Relationship Type="http://schemas.openxmlformats.org/officeDocument/2006/relationships/notesMaster" Target="/ppt/notesMasters/notesMaster1.xml" Id="R5b6007a355f24c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04cc4b1062c42f2" /><Relationship Type="http://schemas.openxmlformats.org/officeDocument/2006/relationships/notesMaster" Target="/ppt/notesMasters/notesMaster1.xml" Id="Rdab9072ebe3840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f6614ba5dcc4a48" /><Relationship Type="http://schemas.openxmlformats.org/officeDocument/2006/relationships/notesMaster" Target="/ppt/notesMasters/notesMaster1.xml" Id="R4fcef8e3e7504bb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0678fbea38c4481" /><Relationship Type="http://schemas.openxmlformats.org/officeDocument/2006/relationships/notesMaster" Target="/ppt/notesMasters/notesMaster1.xml" Id="R7f741d2ea22b4c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7055bb7d0a74003" /><Relationship Type="http://schemas.openxmlformats.org/officeDocument/2006/relationships/notesMaster" Target="/ppt/notesMasters/notesMaster1.xml" Id="R575ff36bc0bb432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8dc6e46dcac4b4a" /><Relationship Type="http://schemas.openxmlformats.org/officeDocument/2006/relationships/notesMaster" Target="/ppt/notesMasters/notesMaster1.xml" Id="R1923c2b038aa417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e12c8a948c04776" /><Relationship Type="http://schemas.openxmlformats.org/officeDocument/2006/relationships/notesMaster" Target="/ppt/notesMasters/notesMaster1.xml" Id="R06ade65799d54e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https://learn.microsoft.com/en-us/purview/sit-defn-us-drivers-license-number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f8b53ff6c48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b5a56f947a4531" /><Relationship Type="http://schemas.openxmlformats.org/officeDocument/2006/relationships/slideLayout" Target="/ppt/slideLayouts/slideLayout1.xml" Id="R29692d420f3d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692d420f3d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013cd190f415a" /><Relationship Type="http://schemas.openxmlformats.org/officeDocument/2006/relationships/notesSlide" Target="/ppt/notesSlides/notesSlide1.xml" Id="R6693f43115e64e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003dd8a004e8a" /><Relationship Type="http://schemas.openxmlformats.org/officeDocument/2006/relationships/notesSlide" Target="/ppt/notesSlides/notesSlide2.xml" Id="R318e5be712364c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065fca5704503" /><Relationship Type="http://schemas.openxmlformats.org/officeDocument/2006/relationships/notesSlide" Target="/ppt/notesSlides/notesSlide3.xml" Id="Rec3eae79c05748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5db727be84b63" /><Relationship Type="http://schemas.openxmlformats.org/officeDocument/2006/relationships/notesSlide" Target="/ppt/notesSlides/notesSlide4.xml" Id="R01e83b461e5b42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06c9d94794d32" /><Relationship Type="http://schemas.openxmlformats.org/officeDocument/2006/relationships/notesSlide" Target="/ppt/notesSlides/notesSlide5.xml" Id="Rad3250b4e10b40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7df2d070848c7" /><Relationship Type="http://schemas.openxmlformats.org/officeDocument/2006/relationships/notesSlide" Target="/ppt/notesSlides/notesSlide6.xml" Id="R102e7761ea5745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abe91a28243f1" /><Relationship Type="http://schemas.openxmlformats.org/officeDocument/2006/relationships/notesSlide" Target="/ppt/notesSlides/notesSlide7.xml" Id="R78d16f4b98e14a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80b207f6d418c" /><Relationship Type="http://schemas.openxmlformats.org/officeDocument/2006/relationships/notesSlide" Target="/ppt/notesSlides/notesSlide8.xml" Id="R19bc2c928cc444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7f0427fcb407e" /><Relationship Type="http://schemas.openxmlformats.org/officeDocument/2006/relationships/notesSlide" Target="/ppt/notesSlides/notesSlide9.xml" Id="Rda3bc3faf6ba43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e3876f98c41ed" /><Relationship Type="http://schemas.openxmlformats.org/officeDocument/2006/relationships/notesSlide" Target="/ppt/notesSlides/notesSlide10.xml" Id="Read1104ffe7846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5805bead9494c" /><Relationship Type="http://schemas.openxmlformats.org/officeDocument/2006/relationships/notesSlide" Target="/ppt/notesSlides/notesSlide11.xml" Id="R5fe817e3c81244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a6ad5911b4e4f" /><Relationship Type="http://schemas.openxmlformats.org/officeDocument/2006/relationships/notesSlide" Target="/ppt/notesSlides/notesSlide12.xml" Id="R4d258a68cdbb46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7cc8fb2934c57" /><Relationship Type="http://schemas.openxmlformats.org/officeDocument/2006/relationships/notesSlide" Target="/ppt/notesSlides/notesSlide13.xml" Id="R3c9becbcd5ae44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c58662da243d2" /><Relationship Type="http://schemas.openxmlformats.org/officeDocument/2006/relationships/notesSlide" Target="/ppt/notesSlides/notesSlide14.xml" Id="Rd701da35c8f24f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9e09cb6504010" /><Relationship Type="http://schemas.openxmlformats.org/officeDocument/2006/relationships/notesSlide" Target="/ppt/notesSlides/notesSlide15.xml" Id="Rdfe3d74e49ff4c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5776628c540d6" /><Relationship Type="http://schemas.openxmlformats.org/officeDocument/2006/relationships/notesSlide" Target="/ppt/notesSlides/notesSlide16.xml" Id="Rf107dab806004c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a33063c1c4a7c" /><Relationship Type="http://schemas.openxmlformats.org/officeDocument/2006/relationships/notesSlide" Target="/ppt/notesSlides/notesSlide17.xml" Id="R31fd317e521b4b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df9c35d8c4039" /><Relationship Type="http://schemas.openxmlformats.org/officeDocument/2006/relationships/notesSlide" Target="/ppt/notesSlides/notesSlide18.xml" Id="Rb1777d7de71c42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499a9cb904782" /><Relationship Type="http://schemas.openxmlformats.org/officeDocument/2006/relationships/notesSlide" Target="/ppt/notesSlides/notesSlide19.xml" Id="R5889841f4cbe4e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2646f1b524d0e" /><Relationship Type="http://schemas.openxmlformats.org/officeDocument/2006/relationships/notesSlide" Target="/ppt/notesSlides/notesSlide20.xml" Id="R716efec054fe47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d0c64c8634bda" /><Relationship Type="http://schemas.openxmlformats.org/officeDocument/2006/relationships/notesSlide" Target="/ppt/notesSlides/notesSlide21.xml" Id="Rbab143276a8d42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5a1fca7fa4fba" /><Relationship Type="http://schemas.openxmlformats.org/officeDocument/2006/relationships/notesSlide" Target="/ppt/notesSlides/notesSlide22.xml" Id="Rd7ea2689053d49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60f19786449c1" /><Relationship Type="http://schemas.openxmlformats.org/officeDocument/2006/relationships/notesSlide" Target="/ppt/notesSlides/notesSlide23.xml" Id="Raa639cce586a4e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ae4b8194a4a8f" /><Relationship Type="http://schemas.openxmlformats.org/officeDocument/2006/relationships/notesSlide" Target="/ppt/notesSlides/notesSlide24.xml" Id="Rbc3caf575e494b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b918d8e754116" /><Relationship Type="http://schemas.openxmlformats.org/officeDocument/2006/relationships/notesSlide" Target="/ppt/notesSlides/notesSlide25.xml" Id="Rb89439f121f045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e70658b6f4a92" /><Relationship Type="http://schemas.openxmlformats.org/officeDocument/2006/relationships/notesSlide" Target="/ppt/notesSlides/notesSlide26.xml" Id="R91d33bb5e5e54c8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5e4cc3d4c4263" /><Relationship Type="http://schemas.openxmlformats.org/officeDocument/2006/relationships/notesSlide" Target="/ppt/notesSlides/notesSlide27.xml" Id="R11cce190dce447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396fabca94bce" /><Relationship Type="http://schemas.openxmlformats.org/officeDocument/2006/relationships/notesSlide" Target="/ppt/notesSlides/notesSlide28.xml" Id="Ra5c96c6d71a04a6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9bc0aa56b49c9" /><Relationship Type="http://schemas.openxmlformats.org/officeDocument/2006/relationships/notesSlide" Target="/ppt/notesSlides/notesSlide29.xml" Id="R29bca44dfa95463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74db3fbc146ab" /><Relationship Type="http://schemas.openxmlformats.org/officeDocument/2006/relationships/notesSlide" Target="/ppt/notesSlides/notesSlide30.xml" Id="Rd83970ce20714c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56E202A4-4375-4AD2-97BF-BE153E5E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1FF52148-8816-4166-A71B-BCABD566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20F044BA-D121-4736-9191-AD4BC753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85D307AD-2DBD-4374-843D-7AA3723A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New York Driver's License: 100 200 001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C34CDADE-9763-464D-9FBA-13CB62EF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Mason Robinson  |  Physical Address: 2335 Silver Ridge Road, Phoenix, AZ 85004, USA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8C5BC48F-D97D-4DE7-98C3-7BAFF29C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5D0191DC-B6C3-41AA-9608-5442DBB2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D8F40140-85C4-4DFF-B89D-01FE8E7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New York Driver's License: 100 200 002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59267976-48A3-4247-9F99-96CFB7AB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Liam Taylor  |  Physical Address: 2372 Golden Ridge Road, Philadelphia, PA 19103, USA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0D94A716-833B-4BA4-84A6-5529BCF8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0A5C6B06-8EAB-4BFF-ADBC-A864C63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50A12C4C-E409-409B-BDE3-B047898E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New York Driver's License: 100 200 003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34DF7248-3766-4482-9D00-AA8AE017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Samuel Lee  |  Physical Address: 2409 Cedar Ridge Road, Denver, CO 80202, USA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A3A4DEC4-4548-4B10-84E1-B722E8F3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F2632B40-A4E5-4963-8ED2-6D248EA6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D9E2CA34-BD48-4BD5-B90A-CFED7CFB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New York Driver's License: 100 200 004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7AAF0017-B6DB-4EE6-813E-AC6CF344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Henry Jackson  |  Physical Address: 2446 Willow Ridge Road, Nashville, TN 37219, USA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6F24EB42-B2D9-49BA-AEC0-2B84D3A6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D0E64A3B-0399-4D39-9EAE-757D4F5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DE79DB8E-94C6-4ECD-B113-4C1C5484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New York Driver's License: 100 200 005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2DA9F3B3-471C-4592-8A13-84D851E8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Charlotte Johnson  |  Physical Address: 2483 Maple Ridge Road, Austin, TX 78701, USA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FDB9A508-015D-471A-8DB5-A5B29524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1A998675-7A66-4C87-B9A1-F538C6F9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10605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220A4DB6-13A1-482A-9515-A644975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EBB5B1D0-BA0A-41DB-AD05-AD8173A7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46EB1560-A7C1-49E5-88E6-961D86ED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C3C49A3D-D3FB-45FB-A940-DB562C22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New York Driver's License: 100 200 006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45E29C2D-08F9-4F0A-9F8C-48FF636D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Liam Thompson  |  Physical Address: 2520 River Ridge Road, Chicago, IL 60601, USA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87DC47C2-13F7-4DEB-87A3-646888F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38F41C0E-CC8C-476F-8202-009B1586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80884323-B6AE-4379-A118-5CF0CCA7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New York Driver's License: 100 200 007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C0D01AD7-9BA4-4FC6-827F-173FB189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Samuel Davis  |  Physical Address: 2557 Meadow Ridge Road, Richmond, VA 23219, USA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D5EF068F-492F-4959-8F7A-2C0F720E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D1F5EBEA-F397-4090-80CD-8E97D056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17377451-990D-4C68-83A8-205B1265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New York Driver's License: 100 200 008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F9D15185-8BA8-42C0-827C-B63073EB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Henry Robinson  |  Physical Address: 2594 Highland Ridge Road, Portland, OR 97205, USA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263CF1B4-EADE-4546-A9E6-8CDCB61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51FD0873-C248-4C6F-9325-4DBDBE8A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9F64AD93-772F-4370-8FB2-02E2DDB3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New York Driver's License: 100 200 009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A75AC722-2E43-4AC5-BD0A-C2C59986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Mason Taylor  |  Physical Address: 2631 Sunset Ridge Road, San Diego, CA 92101, USA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D4B7C7D5-4E40-4B40-A73A-7B714D62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11805BCD-4292-4AA1-9A4F-2B6FBB13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5E9FABAC-B05C-424C-A935-3BCF40A3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New York Driver's License: 100 200 010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13EAF5FD-732A-4410-903E-A4E00CC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Liam Walker  |  Physical Address: 2668 Pine Ridge Road, Boston, MA 02108, USA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3D4F15DA-9539-4ACC-8919-E62B3AA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D4857A8B-F5F9-4099-82AE-5B27D7F8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863873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22F22C1C-6A02-4804-A7DD-A522F3F7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A82DCEA2-E5B3-467E-9226-C17B4B59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24ABA4DD-6826-4027-9E8F-9464A064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CC56FBF7-B2FB-497C-823A-B61F1F9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New York Driver's License: 100 200 011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3787185F-664F-4C44-9063-24F9627C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Samuel Jackson  |  Physical Address: 2705 Lake Ridge Road, Minneapolis, MN 55401, USA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CB8D35F9-291F-4E36-9E52-79692BFF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676449EF-496A-4D4C-B358-4DF7A255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D57E376A-A7FF-4EA7-9C98-49C56847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New York Driver's License: 100 200 012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F0D41AF4-AC14-4C3E-967D-CFF2F1C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Henry Johnson  |  Physical Address: 2742 Forest Ridge Road, Seattle, WA 98101, USA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52EA384E-393D-4C14-BCDE-ACD74D13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0DA24DC1-A312-4A97-8B96-58C5249C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2BC8AB9C-543C-4A47-A308-1BDE61ED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New York Driver's License: 100 200 013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BA054E4C-79BA-47C4-A323-DC360389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Sophia Thompson  |  Physical Address: 2779 Silver Glen Road, Charlotte, NC 28202, USA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1248F47C-EEF8-4C72-89CF-DE9D625A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15525CE0-19A6-444F-B6EE-494E0FF0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9B64A03C-B515-41E3-8E63-E9F5CFC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New York Driver's License: 100 200 014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F5D1D3D3-2DA4-412B-A606-D769059E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Olivia Miller  |  Physical Address: 2816 Golden Glen Road, Salt Lake City, UT 84101, USA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72B4FC58-09E5-4795-874E-FF1017F9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39D06306-FD1F-4905-8D8C-95E29998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3B8983A5-233D-4677-A2BE-EF1D3358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New York Driver's License: 100 200 015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A5E2483D-6B3B-4756-802C-5B234DC1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Evelyn Robinson  |  Physical Address: 2853 Cedar Glen Road, Atlanta, GA 30303, USA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69BD4789-D872-4782-8AAE-103A525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B5BD09B0-7B7A-4603-B6C0-1603F103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291228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AA2C4346-C11C-4679-9ACC-0C205110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AB4AF1A4-7D11-4CB7-AEAF-FEAE1F1D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9AFC2B85-D0BD-46F5-B7AD-E47D9AA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92561AC8-A2B0-411E-BBF7-F08249CD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New York Driver's License: 100 200 016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E1EDCA72-B4F1-4E32-B9FF-86B8CB43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Amelia Taylor  |  Physical Address: 2890 Willow Glen Road, Columbus, OH 43215, USA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73A4D7E5-1D08-4A93-8DA1-0B0C70C7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E8A73738-1764-4098-A15B-77EA8779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D9672184-DE53-43C0-ACFA-622D3E4F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New York Driver's License: 100 200 017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A3191898-5E5D-4BE9-ADBE-8B296FD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Sophia Walker  |  Physical Address: 2927 Maple Glen Road, Phoenix, AZ 85004, USA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8E46D519-74DA-4D5D-9921-26E521F2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5EB8B875-9F77-4617-9485-2526AAA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E555FDE7-8F58-4E69-9367-DE97C0FB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New York Driver's License: 100 200 018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0E1D523E-6581-4715-B005-EB2F301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Olivia White  |  Physical Address: 2964 River Glen Road, Philadelphia, PA 19103, USA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634C1C51-6BD9-468E-B815-249CA358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DEFEE8A2-E059-42D0-AC35-73186D75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1513D524-E6AC-48F9-B74F-D7784E08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New York Driver's License: 100 200 019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68860CB0-14CF-4A96-AAB7-4C0DA38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Evelyn Johnson  |  Physical Address: 3001 Meadow Glen Road, Denver, CO 80202, USA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EF8EEEE0-60B8-4E95-8F5F-13CF741D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28BACF68-25CE-40B8-84A1-77B894B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BE0FCB44-1E3B-4266-8501-9702869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New York Driver's License: 100 200 020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CF703FB6-8E4F-4580-BF14-F267CC44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Amelia Thompson  |  Physical Address: 3038 Highland Glen Road, Nashville, TN 37219, USA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A35060D0-755E-4199-B79C-89671F17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CEFDAA78-17F3-461E-8DD5-EB068454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839638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E2180C79-D902-42FA-BFEC-9E7EDC80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88C1D1F5-3D81-4F63-A754-5297D48C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62469144-5825-435F-A97A-2099E82A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9A8E0CCE-335B-4833-97B9-ABF02971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New York Driver's License: 100 200 021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7DDFD8E6-9B7D-4977-AB62-22B46BDB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Sophia Miller  |  Physical Address: 3075 Sunset Glen Road, Austin, TX 78701, USA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4EAB283C-6D79-49B6-BA03-878889B6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39D02A47-870E-4117-AE82-D71087FB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4D6A81F9-66D7-43BA-89A6-3DF0B989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New York Driver's License: 100 200 022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2ED717E4-A773-442F-8EAF-49256F27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Olivia Clark  |  Physical Address: 3112 Pine Glen Road, Chicago, IL 60601, USA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17C36A4B-EF92-4868-9707-0AAB4786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E6817551-EA7D-46D6-87E7-4559F71C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674A0E92-70F6-4276-8B2C-7C3A06E6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New York Driver's License: 100 200 023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055704C9-32F5-415D-ADFD-672B67C2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Evelyn Taylor  |  Physical Address: 3149 Lake Glen Road, Richmond, VA 23219, USA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2B95FECB-6CA7-4DAB-96B0-7F7774BC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3624605C-A2A9-49E0-AD38-47825D7F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ABAA54DD-1B33-4E7D-B952-460A413C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New York Driver's License: 100 200 024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BE81DAF5-FC3B-4988-8F10-BAC694D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Samuel Walker  |  Physical Address: 3186 Forest Glen Road, Portland, OR 97205, USA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59FD9F5E-B9B0-4502-9465-3530A7FE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60630006-9649-4401-B269-2D122F3C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191C6013-72D0-4348-8A18-5977A56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New York Driver's License: 100 200 025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0B79FDF9-A1E8-4615-9DFC-E1DD2480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Sophia White  |  Physical Address: 3223 Silver Brook Road, San Diego, CA 92101, USA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71E48DBB-B7D6-4781-9993-B4FECAC4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875C4B91-971D-441E-BCF6-F3806298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5108638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16F33081-EA84-46B1-8624-796C3FB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A2F7B6A6-1689-4B3A-9CDA-E909FF8C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1C2FC2A6-60BF-4F57-AFA3-C2EC4E8F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667D013B-4F04-4986-86E0-985F3428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New York Driver's License: 100 200 026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131E7331-2DDC-4A6B-B1F3-44EAEA9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Olivia Williams  |  Physical Address: 3260 Golden Brook Road, Boston, MA 02108, USA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D5E97B3B-7D74-44CB-8C81-B8B6EFFD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47C50ADE-EDDC-4123-A9BA-E5610354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7753BA4F-3DF8-49E5-9C7C-F0E7D18F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New York Driver's License: 100 200 027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AB015081-BB5B-4358-A581-7802F8F4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Evelyn Thompson  |  Physical Address: 3297 Cedar Brook Road, Minneapolis, MN 55401, USA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B576DFC4-87C3-4D1B-A78E-0BC3C82F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96885FE2-FE23-4F89-9D96-F5689370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F58C546D-B1D6-445F-A59D-A9E12AC7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New York Driver's License: 100 200 028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FB9784C7-F252-455E-9A99-A676800D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Amelia Miller  |  Physical Address: 3334 Willow Brook Road, Seattle, WA 98101, USA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96D67D62-9B31-4E68-8C8A-E045DC61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331573EF-DF14-40D3-A84C-AB191F26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19B18CAC-BB86-4A19-8231-42C08751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New York Driver's License: 100 200 029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397D4B85-BEDC-45C3-91EA-E823F0AB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Sophia Clark  |  Physical Address: 3371 Maple Brook Road, Charlotte, NC 28202, USA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27700980-139D-4BDB-A3E3-96F9F66B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CB8065A7-3437-4225-98F2-6E739530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CC3CE2D9-7D83-442C-AE32-2CD658C2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New York Driver's License: 100 200 030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0FE2B34D-92F2-438F-8726-2B8B6900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Olivia Anderson  |  Physical Address: 3408 River Brook Road, Salt Lake City, UT 84101, USA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F3EB5411-DDA0-491B-9049-EB5A178A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FF73F738-0691-417E-8B0C-BFA6980F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881445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BB52C8C9-656F-4193-A45F-6F34940E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DD2E265F-2B4D-4D54-87ED-1A22B35E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1305BCED-B77B-4D3C-B2FB-3D18D197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A9E4F19F-FB35-4D23-9046-333E9A91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New York Driver's License: 100 200 031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8B53D0A7-AEB0-4C85-8558-9A7620F1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Evelyn Walker  |  Physical Address: 3445 Meadow Brook Road, Atlanta, GA 30303, USA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B65044A9-1590-40DB-8E69-6DA0A61A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29CB752A-4604-4717-9203-5870EDD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47F04D8A-FE3D-4133-9C37-3739F7A6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New York Driver's License: 100 200 032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9FB25D8F-593D-45EB-B06C-459CAED8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Amelia White  |  Physical Address: 3482 Highland Brook Road, Columbus, OH 43215, USA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5828C169-CB8E-44D7-A27A-087A6338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C8B959FA-511C-4A49-A02A-1C80F752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ADBCA58D-47BE-43A6-9E9A-08CED9A1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New York Driver's License: 100 200 033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6231BCCF-8524-467D-BD43-0B3353DE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Sophia Williams  |  Physical Address: 3519 Sunset Brook Road, Phoenix, AZ 85004, USA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3879E484-A87D-4215-B91A-61EA7213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B57E3519-26EC-4511-B71D-C7F00C1A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841FC692-A895-4909-BB67-5700C923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New York Driver's License: 100 200 034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3809384B-2DFF-433F-8343-EEDDA77D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Olivia Garcia  |  Physical Address: 3556 Pine Brook Road, Philadelphia, PA 19103, USA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90DD90F4-4197-4CFA-9DAA-1EBCB22B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B4718C58-C515-43D5-87DE-09C96D83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D830DBC8-4E68-4588-B3A0-2CB74D75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New York Driver's License: 100 200 035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95513877-1AAF-4229-BEC9-6CA1B860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Evelyn Miller  |  Physical Address: 3593 Lake Brook Road, Denver, CO 80202, USA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51F5EE85-AD7E-4FFA-B3FF-264AFC90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F4401D22-AB8F-4366-84F0-0E08D5A2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17246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786C5523-FC3F-49BB-B456-44A0C4FE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06DCC7FB-AFA0-425B-920A-D992359F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C83B0AC7-79D2-4BE6-BB71-F0C0C70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D7A9B7F2-D02F-4CEF-BB8F-0020A6E8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New York Driver's License: 100 200 036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520E1630-84B1-411D-AEA6-4282641D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Amelia Clark  |  Physical Address: 3630 Forest Brook Road, Nashville, TN 37219, USA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EB4D28D5-1759-42AD-B4BC-CB412DCD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CC980863-4ABA-4792-A5E6-ED90287A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B3F29D1D-DA98-4B33-984C-D9C821B0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New York Driver's License: 100 200 037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1E8232C0-B178-4393-8281-120EDE1F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Ethan Anderson  |  Physical Address: 3667 Silver Field Road, Austin, TX 78701, USA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88237679-91CC-4BBB-ACC0-659C0449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F1C3C0FC-9955-413C-8EE2-91756912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F0D08C2C-6AEB-4E96-8D7C-A2BAEDD2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New York Driver's License: 100 200 038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9108ECA1-1433-4D9E-B2AA-E9736AC6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Caleb Walker  |  Physical Address: 3704 Golden Field Road, Chicago, IL 60601, USA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A7E7F84C-4073-4EFF-BF82-2B16DC81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7B679D4E-F417-468E-9F96-17622C24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05F80A37-D888-4DC0-936A-88FE0373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New York Driver's License: 100 200 039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C15EE748-4FAA-48B1-9F3D-87FB183E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Daniel White  |  Physical Address: 3741 Cedar Field Road, Richmond, VA 23219, USA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2F8B4E3A-4B3C-4278-B0A2-47BF22C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994A0CE3-4CC1-4922-9512-FDD93BCD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BD5FDFE1-FDAE-41DF-A6A9-31004A15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New York Driver's License: 100 200 040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4D1C5F44-7CF1-45C6-B71C-D850A1D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James Williams  |  Physical Address: 3778 Willow Field Road, Portland, OR 97205, USA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24E08CE1-FD2A-4D98-B0F9-2E7CD86A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6813499F-08CE-4718-9B16-8BA4DD2D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67424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8D930A60-0241-4E13-96B6-70E991E6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B110C3E8-97F6-42DC-AB81-9AED9033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70F7B2F5-6001-439E-A020-E496547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7DD89815-7F9F-4F60-89F2-9702D9C1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New York Driver's License: 100 200 041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0C78A712-9662-44F4-9E60-5E21652D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Ethan Garcia  |  Physical Address: 3815 Maple Field Road, San Diego, CA 92101, USA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393572BA-2B6D-461B-8AC1-AA2668E3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83DD25BF-575D-4C2D-8FE2-3EE539A7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C30AF82E-52DD-45F7-9E7F-305FC86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New York Driver's License: 100 200 042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9A25D878-F37D-48CF-8589-96CC35B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Caleb Miller  |  Physical Address: 3852 River Field Road, Boston, MA 02108, USA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DD0AAAC9-9505-4623-ABED-F7747A5C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9FD7F611-3723-4922-9C20-DD13343D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3F4D92A5-B9AE-4749-885A-C7F6D00D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New York Driver's License: 100 200 043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D6712EB7-1A16-4EFC-A558-A14D2217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Olivia Clark  |  Physical Address: 3889 Meadow Field Road, Minneapolis, MN 55401, USA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5877307F-EA13-4374-A2FB-A0DC2AA7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E2BDAA7E-E06C-44F5-962D-2BA3268B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2E999030-C737-4292-A795-E1BD6BD2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New York Driver's License: 100 200 044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B77D43E6-3787-4658-9F85-22256B6E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James Anderson  |  Physical Address: 3926 Highland Field Road, Seattle, WA 98101, USA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4AD5EBE4-C8CE-4465-A2C8-A36FBE23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8AB8B5BD-7A08-44BF-9A8A-D1C25B36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42BE2084-54F3-453F-A1DC-5EA849D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New York Driver's License: 100 200 045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94A286FA-8D4C-4094-ABEA-0EB2EAA1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Ethan Hall  |  Physical Address: 3963 Sunset Field Road, Charlotte, NC 28202, USA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A3308C7D-3E5A-41DF-ABA2-06B9D964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6A80C19A-27FE-42EA-934F-41B53D9D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3211915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FFC5C7E4-A4A5-40F6-8175-831865FA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1CB43E34-B350-4385-9AB1-BF41B71C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FCB26556-B3E7-4205-B631-39E822AA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21B52626-2133-4B3E-B17C-220452B0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New York Driver's License: 100 200 046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0D424649-9219-4601-ABD9-F05E6239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Caleb White  |  Physical Address: 4000 Pine Field Road, Salt Lake City, UT 84101, USA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B76627D2-E2E2-48C3-BA95-D763381C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E382825C-B7F1-479C-B798-8BF4C47D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4C5F0CEE-7970-4BA4-8DED-35C5BF72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New York Driver's License: 100 200 047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457A8DE4-B293-4BA3-8A20-6153E431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Daniel Williams  |  Physical Address: 4037 Lake Field Road, Atlanta, GA 30303, USA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37181925-E84F-48DD-A815-294561D0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BC4B5F4F-3300-44A0-A2DD-C7738171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36076D04-1DE8-4423-BF8C-689C2C50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New York Driver's License: 100 200 048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824CC1F8-F88A-4D62-8EF1-8028C457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James Garcia  |  Physical Address: 4074 Forest Field Road, Columbus, OH 43215, USA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4594D669-BC75-4629-AF6E-33F5CF63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2FDACA0C-79EF-49A5-9FC9-74773B97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31B80F8F-226A-4600-9D2C-B75D9EAE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New York Driver's License: 100 200 049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DDFA0F7A-E9AF-4ED8-8AD1-AA897798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Ethan Wilson  |  Physical Address: 4111 Silver View Road, Phoenix, AZ 85004, USA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5C45E5AB-C25B-4010-ADFE-2B1D76D5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E43A1521-D274-4481-B749-BF9452B9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6B7856E2-BE52-49AF-B086-63D0E8DD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New York Driver's License: 100 200 050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39E2207F-3A67-47E0-8CD8-D7681CE2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Caleb Clark  |  Physical Address: 4148 Golden View Road, Philadelphia, PA 19103, USA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F8560041-8DB9-464A-8F4E-FBB13DE0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5168F4E1-1231-4F92-81FD-2BC64E58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9293756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798CF42F-C9B6-4E66-A661-FE4AC2B9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703CE782-F4D5-42DE-B3FE-C0BC994F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18E63C30-CC1A-4E72-ACFD-15030209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C48FDC06-7211-4906-96F1-CB5D4820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New York Driver's License: 100 200 051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CA0B8612-BB7F-42CB-8A3B-81AA6A3C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Daniel Anderson  |  Physical Address: 4185 Cedar View Road, Denver, CO 80202, USA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1089682D-F8E3-4899-A750-3685F859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44A41791-7DD9-48D2-B387-47B05CDA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1153DD02-EFAC-42F8-B2FA-4C9C2BDD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New York Driver's License: 100 200 052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0AACAAA6-B81A-436F-A14D-56C3FA87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James Hall  |  Physical Address: 4222 Willow View Road, Nashville, TN 37219, USA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534744C3-D522-4D0B-8E89-F07014AB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4C61F6D6-B254-4472-9DBC-20BFAC8D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84D88B53-35C0-4630-B445-ED22EF0E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New York Driver's License: 100 200 053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A7E4D399-694C-4437-9703-1334153E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Ethan Harris  |  Physical Address: 4259 Maple View Road, Austin, TX 78701, USA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51C65F7C-5D2E-4B48-ACC2-766DCC69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F77597CC-3B94-436C-87E8-CA8BA155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85BF549D-3054-4811-9955-C78186F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New York Driver's License: 100 200 054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43957108-068B-47E5-94E7-A9B66DB8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Caleb Williams  |  Physical Address: 4296 River View Road, Chicago, IL 60601, USA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DB7AAABC-0B1A-4FCE-9D06-FADD1A26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94E6E7F4-9458-43CD-8EDF-FCD9572C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1B2E5526-91BA-42B8-9627-34BFAD39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New York Driver's License: 100 200 055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65DE71B3-93B8-488C-A0FB-83BF099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Daniel Garcia  |  Physical Address: 4333 Meadow View Road, Richmond, VA 23219, USA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A91D9F41-2BAF-4E20-83F1-A64F4243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B3BB1B28-B617-4231-AF39-A85BEFF1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3738248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6B1AC372-7BD7-4239-9E03-28BCF318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10FE63D4-A2AA-4B7F-87C8-DEB7C960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98F17062-5934-41B6-BB6A-F6C8426C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194C448C-AF2C-4241-ABB7-53804D13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New York Driver's License: 100 200 056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2217C81E-2223-427C-9B5C-B9B2E638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James Wilson  |  Physical Address: 4370 Highland View Road, Portland, OR 97205, USA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130B287F-514F-40B9-AEF5-25ED3131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C98082CC-1A08-4D7B-B82F-CB4BCA66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164A69ED-991C-4ADD-93C0-DAF76123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New York Driver's License: 100 200 057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D979E9F1-BD4A-4C86-8AAE-06F0C363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Ethan Lewis  |  Physical Address: 4407 Sunset View Road, San Diego, CA 92101, USA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D6998C8F-E82F-44FA-92DE-D7602733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1F664EDB-60CE-4CFF-A97B-8976D9BC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4A0D5A78-2DFE-4322-A197-A6D823EE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New York Driver's License: 100 200 058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D945F3AA-3335-475F-949D-FF4DD15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Caleb Anderson  |  Physical Address: 4444 Pine View Road, Boston, MA 02108, USA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DF2E3995-2F69-431C-B4F6-141AFA19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00B6F537-5B07-4C1D-8A8F-9C2D1D5C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D0A52A1D-4A68-4A2D-A87B-E6C6500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New York Driver's License: 100 200 059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B768BABB-8141-4AE8-B5ED-3F54D68E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Daniel Hall  |  Physical Address: 4481 Lake View Road, Minneapolis, MN 55401, USA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65383AED-3FCD-4ABD-8195-4D1C9F40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BB5CC854-499B-4543-ACEA-BF6497B5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F7F482DD-38A8-4022-815E-B0F07094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New York Driver's License: 100 200 060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36065D8F-6A5C-405F-AA35-E67B77A1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James Harris  |  Physical Address: 4518 Forest View Road, Seattle, WA 98101, USA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0350F0D5-9C6B-480A-855B-192BD24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CE34CE9D-1926-4B1E-9DB9-11F543F2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86125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B3E636BA-2DD7-4490-AE30-253B745E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05EFB4AC-7B9E-4530-9B1D-349D3E46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0AF61634-155D-472E-B151-85186900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61C2A4A3-3BB6-4866-98C8-18A3D802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New York Driver's License: 100 200 061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7DA87CF6-21F9-4C28-812C-E3955670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Ava Brown  |  Physical Address: 4555 Silver Park Road, Charlotte, NC 28202, USA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BAB89BDD-723C-4BB9-84E6-8E70206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BCCB1B63-4F5D-4774-9806-D55DE418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F845B1A0-9117-4B09-83DB-77C26298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New York Driver's License: 100 200 062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0A503386-6E78-46FA-9741-198FFC0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Ethan Garcia  |  Physical Address: 4592 Golden Park Road, Salt Lake City, UT 84101, USA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73944F60-DC46-49BE-99D1-EA342530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7693BBA7-090A-45BD-8035-E49342E5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F252569A-4910-443D-8473-DC6A4FEC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New York Driver's License: 100 200 063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01B9AEA6-1CC0-46D8-9082-051ADE43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Harper Wilson  |  Physical Address: 4629 Cedar Park Road, Atlanta, GA 30303, USA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4D2C2AEE-8AD1-4063-A6FC-D243FD53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E32EA0CA-A8BE-4502-88C2-47F7319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021F1614-4FD8-4EBB-8153-A2A71ACF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New York Driver's License: 100 200 064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3536F041-157F-4538-A1BC-879AA3B0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Mia Lewis  |  Physical Address: 4666 Willow Park Road, Columbus, OH 43215, USA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9CE89FE7-D78C-46AF-8516-7B9A479F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22F6FFE5-AE43-4BE1-BC47-B3124A7C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D6B59DCB-EF8B-441E-AA21-EB6A0761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New York Driver's License: 100 200 065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0A50BAFB-9DFA-4AA4-973B-6271EEDA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Ava Thomas  |  Physical Address: 4703 Maple Park Road, Phoenix, AZ 85004, USA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A80AE92F-E3B7-4D10-A6E6-B5CBA911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D1BAEF14-D512-4FBE-8819-19355915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4050031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003F877B-4977-446C-BFA6-16A5FBA2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C6325063-739B-4267-9FDE-6A0FB684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2CC40642-723F-4F3A-8888-DEE64EDB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C7A1343F-676D-4725-ABBB-C99711D2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New York Driver's License: 100 200 066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C37F321B-2D9E-4EC9-8E6B-3EAE6BCC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Chloe Hall  |  Physical Address: 4740 River Park Road, Philadelphia, PA 19103, USA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ED63041E-0D9A-4508-AB31-84CED5C0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BA4CE9FC-D174-4A3A-B7E4-4742F005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402BE166-56F1-45FF-9AB1-9034D28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New York Driver's License: 100 200 067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363EF134-72A3-468F-8D76-BF94B3EB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Harper Harris  |  Physical Address: 4777 Meadow Park Road, Denver, CO 80202, USA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27049D6F-0DAD-46B4-9273-C5CC45DD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1E08D0D3-88CE-4BC8-86BA-0E24AD64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5FF4B85E-F16C-4F12-84CF-9E7657D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New York Driver's License: 100 200 068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71836077-EB6B-4CE7-BB67-D356651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Mia Brown  |  Physical Address: 4814 Highland Park Road, Nashville, TN 37219, USA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A5A8DE7D-836F-4A2A-BB68-D9E0F64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7DD9FBCB-4077-4049-B090-09BA0012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D0C8CE8A-4B13-466B-89F7-5B296A3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New York Driver's License: 100 200 069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5525069A-760F-44FE-A617-C9C97D13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Ava Martinez  |  Physical Address: 4851 Sunset Park Road, Austin, TX 78701, USA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61951E28-52E9-4331-88C4-6F3F3908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0CAEEAB2-19CF-4E50-9B3B-AED48D25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0CA9ACBA-2F20-4516-888B-7BE0101C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New York Driver's License: 100 200 070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61A39A46-476C-4378-A049-025115D5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Chloe Wilson  |  Physical Address: 4888 Pine Park Road, Chicago, IL 60601, USA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8D5534FC-0540-48EC-885D-EC772497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48F538E8-9E31-41C0-8B4F-4A2D7E9B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7940550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A8495FB9-491B-4E65-A462-B1E9A6A7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F37C6FD7-011D-40F8-890C-2E7AC074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8A8C12DE-870B-409B-BA73-9F3FACCF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46441028-21CA-4A14-916C-71F85E66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New York Driver's License: 100 200 071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16B9DD44-99C0-4047-82A9-142F3229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Harper Lewis  |  Physical Address: 4925 Lake Park Road, Richmond, VA 23219, USA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C6CCEDA9-E16F-40CA-B6EF-1F4DF5BA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91C8E4E2-2285-494B-9203-B3112B2B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D32B72C3-2464-417D-8B7E-AF2EA4AD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New York Driver's License: 100 200 072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20527AED-A73F-46A5-8916-EC94E995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Mia Thomas  |  Physical Address: 4962 Forest Park Road, Portland, OR 97205, USA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025D3A2C-1026-43E2-8C93-98318FE5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0A3F75AF-E5DA-4F18-BF37-01544E50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CA40DD99-092D-4237-9E15-FDCDAB91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New York Driver's License: 100 200 073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3C4237C3-336E-47EC-ABBC-2E40BE0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Ava Allen  |  Physical Address: 4999 Silver Hill Road, San Diego, CA 92101, USA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56D1F569-AFD2-434D-91AA-1E71313E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85083DA1-9051-455E-993A-30C5EE5F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BC0146E0-1FC6-46BC-88EC-A62371FE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New York Driver's License: 100 200 074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6ED95393-2757-4606-8EE9-466AE9D0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Chloe Harris  |  Physical Address: 5036 Golden Hill Road, Boston, MA 02108, USA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F73E9FE8-CF34-4B64-8673-0C66DC72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2A153B6F-4F15-4C6D-86A6-AE4ED8DF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B96C3249-2C88-4E66-AC72-13FB8DC5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New York Driver's License: 100 200 075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00D371A6-5EA4-416D-9F23-515A7A0E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Harper Brown  |  Physical Address: 5073 Cedar Hill Road, Minneapolis, MN 55401, USA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2CCC7DA3-9765-4832-AE87-1EC9DDDD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5518EC98-DAF5-4939-A805-1089382E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5129709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79D78958-0425-4552-A321-08AB336E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E3D1998A-5C93-4115-AA5D-3BF345DC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2F4CC60A-C971-4485-9C93-81C72C49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431AB53E-D8CB-4FC8-B61F-74B7E3EC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New York Driver's License: 100 200 076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9220E043-1B5C-4759-A870-B56FDB53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Mia Martinez  |  Physical Address: 5110 Willow Hill Road, Seattle, WA 98101, USA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DDA57085-EDE2-4CCE-BAEB-B890396C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C8762963-D265-40DF-BC89-B81E70A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C3DCBFC4-9C06-4BA2-AFCB-E57CF4D0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New York Driver's License: 100 200 077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035C5AC2-0D96-420C-A636-6CCE701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Ava Moore  |  Physical Address: 5147 Maple Hill Road, Charlotte, NC 28202, USA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BBC35BB4-057F-4CC2-8D65-E2087AC3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6303281F-37F4-4319-887A-A922C31D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097DCA24-6255-41EE-81A6-DEE7DA93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New York Driver's License: 100 200 078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0B4599BD-6FB1-4897-A50A-D1D7B2D7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Chloe Lewis  |  Physical Address: 5184 River Hill Road, Salt Lake City, UT 84101, USA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39D15D61-A3B5-476B-B2A5-F3A90CE6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AC949485-9824-4917-B22C-62DDB76B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7C9C7BAB-302F-4C2F-AAEF-40FF120A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New York Driver's License: 100 200 079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926B467D-3B1F-4109-A867-DD41191C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Harper Thomas  |  Physical Address: 5221 Meadow Hill Road, Atlanta, GA 30303, USA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BD93F1FF-D833-4536-A65D-A5F88CB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05566041-9D05-4B44-BB85-3D7A718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4BA44E1E-8B39-40CC-A5C0-25A85F8E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New York Driver's License: 100 200 080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7579F39E-18F6-4FA1-B097-B08C018D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Mia Allen  |  Physical Address: 5258 Highland Hill Road, Columbus, OH 43215, USA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031AAD5A-7A95-4755-A12E-9B396BA5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DB0201B1-C11F-423E-9008-635140B5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9311095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04AA248B-C81A-4B8D-B0E8-7D8E739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0664474D-8E6F-4B01-BE9B-55D2279A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17DEFFCE-F0F7-45ED-8082-CCDCA317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2A4A71E9-8B3F-44F7-83A4-5E331F3B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New York Driver's License: 100 200 081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4C80AB0E-93EF-48AC-BB0A-5D4C64FE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Ava Martin  |  Physical Address: 5295 Sunset Hill Road, Phoenix, AZ 85004, USA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F40E361F-0EAA-4878-9F02-98B5E675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03C84ED5-49C7-4F21-80A2-0A158517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61411DC5-6E15-4E56-9FC3-3E2166DA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New York Driver's License: 100 200 082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9F45CBFE-183D-4303-A6AB-872A4BC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Chloe Brown  |  Physical Address: 5332 Pine Hill Road, Philadelphia, PA 19103, USA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4D658F07-2002-4701-AF74-54BB701A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FA456124-125B-42D6-8194-19F86F48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C2CCB4C4-597A-499F-88F8-5CADE2C0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New York Driver's License: 100 200 083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2645DD7A-E252-4441-98F2-8A202AB6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Harper Martinez  |  Physical Address: 5369 Lake Hill Road, Denver, CO 80202, USA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D69693EA-888F-4020-8521-95D4447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C2DCDDE8-9A3A-4B02-BE5A-4CBD1EE0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1B1AEF8A-D1F8-40C4-814A-7031E2AE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New York Driver's License: 100 200 084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FA86036A-6B54-4A33-A181-0259FDB1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Mia Moore  |  Physical Address: 5406 Forest Hill Road, Nashville, TN 37219, USA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A4DCB0BD-1EE9-47D2-B83E-9688162A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B74681CB-8D34-422B-9945-DF0415D7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BFBCCA45-0FFF-49D3-B874-DFB4AF5C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New York Driver's License: 100 200 085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90A2CFFA-E74C-4E1B-B24A-EF4C4F7C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Noah Lee  |  Physical Address: 5443 Silver Creek Road, Austin, TX 78701, USA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C8174901-6279-4A14-BD54-5549F6AE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7491F583-8CAD-4779-B3C2-CDF618B7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3132173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3D25D6BF-5B14-4980-9EBB-75B37511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16F64955-7582-4260-BE04-C3656F0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DCF85166-4983-44CD-8D88-BE7DBF8F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3DD194C7-4B1C-4AB1-9B0B-15DC18AF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New York Driver's License: 100 200 086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B160BA09-BB20-46FC-9DD6-7BD529FA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Nathan Thomas  |  Physical Address: 5480 Golden Creek Road, Chicago, IL 60601, USA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E13BC294-BE40-419F-B033-D7B0BCF8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2AFB6284-C41F-4166-8938-B7A5B328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E128C6C6-71B9-4254-9352-55FBCE15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New York Driver's License: 100 200 087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A60BB6BC-D261-45D6-B6EB-F7A4051B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Benjamin Allen  |  Physical Address: 5517 Cedar Creek Road, Richmond, VA 23219, USA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89C96703-069D-4408-8107-D9068116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D3D82F9A-A6C7-4251-A2F1-A170C354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83649B71-C4E8-491E-B03E-46CF0021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New York Driver's License: 100 200 088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E7DDAA1B-A73E-4E29-8242-E3821DB5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Lucas Martin  |  Physical Address: 5554 Willow Creek Road, Portland, OR 97205, USA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FB315CFD-FAE0-4DE1-8CB2-B11F3C6E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3A7367CB-EF23-4971-BB5F-2482FC8D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10B50DFE-424C-47E6-81EC-B4733E0B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New York Driver's License: 100 200 089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AEF16EEF-C263-4837-8D97-F4B66A77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Noah Davis  |  Physical Address: 5591 Maple Creek Road, San Diego, CA 92101, USA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6277D7BE-A4E3-403F-8D62-A374C380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39661C8A-F3B9-4A1B-A513-CC4B1DD3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71CE8A1C-19AA-41F4-820C-FF9AAA13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New York Driver's License: 100 200 090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9E103A7B-E99A-4678-86C1-4C0DD101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Nathan Martinez  |  Physical Address: 5628 River Creek Road, Boston, MA 02108, USA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177BBA5C-0FF6-4398-A0B8-7F3C3774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BA8C3227-BC66-4D3C-9E0E-9DD7B91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3873344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8D883C23-4D2E-4A35-A9BE-60FB8B3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5BED11E3-7611-4C97-9576-094D3FD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65EB707B-7C95-49F8-B768-AC2AD892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CE581199-6C23-4D26-A9CD-44CAF1A2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New York Driver's License: 100 200 091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2DDC459D-5F71-434F-B515-4C02F515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Benjamin Moore  |  Physical Address: 5665 Meadow Creek Road, Minneapolis, MN 55401, USA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E5C63DBA-53D3-4543-ABBD-2953CB45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C5AFE9D3-74C1-4A7A-884E-ABC94C25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6D11CA46-45F7-424F-B61A-0624D77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New York Driver's License: 100 200 092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411C9F17-22C6-4649-91A4-8DCA8EFC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Lucas Lee  |  Physical Address: 5702 Highland Creek Road, Seattle, WA 98101, USA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C18DC174-1D7F-4D12-9981-888E4721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B478CA88-D34C-433E-B9CE-0C828D2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0662403E-46E1-4F07-B75C-6C39A0DA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New York Driver's License: 100 200 093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E0004226-50AA-4822-A2C4-FA3668A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Noah Jackson  |  Physical Address: 5739 Sunset Creek Road, Charlotte, NC 28202, USA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14C3CA22-6254-4907-B543-093661E2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5EC0DE7F-CDAB-47DA-99F8-218AF02A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09CD3579-2525-4607-B76E-4948FE02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New York Driver's License: 100 200 094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00369B39-58AB-4DFD-B079-F761886F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Nathan Allen  |  Physical Address: 5776 Pine Creek Road, Salt Lake City, UT 84101, USA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F41DE591-7461-4546-A14E-012895D5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E6CCB70C-B792-4170-8C5E-2188DC27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8F5B86E2-3E6E-44FA-8732-D6518F28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New York Driver's License: 100 200 095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7EAB575C-EF77-44C2-A787-25A4138F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Benjamin Martin  |  Physical Address: 5813 Lake Creek Road, Atlanta, GA 30303, USA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DBFB0618-5757-45D9-B5D2-15B05FFA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037BC67D-093D-4D5A-8C39-0069847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46294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77A24900-2C8D-4A21-AFCC-E2EF0738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D811771D-FEFF-45F2-807C-F22E3CD4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ACB698A6-48E2-4245-9A7E-A99502C1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2A738164-F48C-415C-8727-32AA6E8F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New York Driver's License: 100 200 096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6DE3E46B-C388-4AC6-BDBF-FF7C6E5B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Lucas Davis  |  Physical Address: 5850 Forest Creek Road, Columbus, OH 43215, USA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EA63B0E6-7FF3-4428-A848-2B2A114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5639096D-E5A7-4DAF-A8CD-190B600E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6B0EFE7F-52C6-4BA8-8955-48FF4EDB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New York Driver's License: 100 200 097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271F249D-6947-4DE9-A17F-1764C91A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Noah Robinson  |  Physical Address: 5887 Silver Garden Road, Phoenix, AZ 85004, USA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DB54FA15-4395-4721-B67F-E2443DB2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54A0186C-BF07-4A32-94A2-67BB4E85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C41E9613-4EC6-42F0-AE25-52D85F8C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New York Driver's License: 100 200 098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0C957893-F182-4546-B1FF-4888ED08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Nathan Moore  |  Physical Address: 5924 Golden Garden Road, Philadelphia, PA 19103, USA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29B2B627-A210-49EC-BD0A-A7A9F5D2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FC55D811-3F44-4742-8067-79EE4204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F379BFE7-27FA-4B38-860E-905901E5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New York Driver's License: 100 200 099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DE4481FB-547B-4301-8844-262E38DC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Benjamin Lee  |  Physical Address: 5961 Cedar Garden Road, Denver, CO 80202, USA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C31E56AA-5D1A-412E-8401-A9082812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F5C928C0-0DF4-4E2D-AF22-089CD038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7387CA59-C3AF-4BAF-B5FE-13DCE53D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New York Driver's License: 100 200 100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EC85751A-2BB8-428F-911B-B081394A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Lucas Jackson  |  Physical Address: 5998 Willow Garden Road, Nashville, TN 37219, USA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B579EE63-A674-4448-9014-CAA4B161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857DBAC3-5904-4FD2-98ED-9C0D02E9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165502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D585A080-ED51-49AF-89FB-5DA1D39B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82ECCB9F-1D58-4AD0-8429-3930CCCB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BD3417F5-60E3-4617-ACA6-83D10D9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ECC1232E-EECC-4876-A968-01CA8AF8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New York Driver's License: 100 200 101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EF2B49C7-1DC7-4EB1-AEA2-C90B04A5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Noah Johnson  |  Physical Address: 6035 Maple Garden Road, Austin, TX 78701, USA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844DE206-5364-4D56-B661-FED374F9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7604E82B-8E7A-4E7C-86EC-D8E9D678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3D7DCA86-D6A2-42F8-ADAA-31D17DE7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New York Driver's License: 100 200 102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2E642BD3-7E0E-443D-86B6-7C9BB830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Nathan Martin  |  Physical Address: 6072 River Garden Road, Chicago, IL 60601, USA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085CE2E9-E26A-40A1-8664-798BEB05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F4F498A1-5B4B-4703-BB86-9908CD0E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D5C49E6A-73BB-4A56-9A51-3103F62C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New York Driver's License: 100 200 103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6A1A714A-1BAD-4172-93C0-B1DD7425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Benjamin Davis  |  Physical Address: 6109 Meadow Garden Road, Richmond, VA 23219, USA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8E2F5D36-576A-4C0F-8938-46545C19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BA857EEB-E952-4EEB-A5F9-FB5EDD7C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65BA4426-D98E-46D6-9E27-04D3C196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New York Driver's License: 100 200 104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140B768D-6AED-4BFB-97C4-16B65787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Lucas Robinson  |  Physical Address: 6146 Highland Garden Road, Portland, OR 97205, USA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5503F953-E94F-4541-9240-094FE07C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9D41B97D-EB34-4177-8EF2-BFAD9C3F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E183B1D6-0790-4141-A4D3-45100C31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New York Driver's License: 100 200 105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3606B687-905C-4BDF-8E02-1A8D7F54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Mia Taylor  |  Physical Address: 6183 Sunset Garden Road, San Diego, CA 92101, USA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FA538453-6BC9-4631-A8B0-C7F3DBBD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CCD2474D-D973-485E-9F35-6A768146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264712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73B18BD9-BF34-4CD7-A66D-585E98DB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C509C774-3F1D-4D21-92ED-AE64CC51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A685D11F-3452-4622-BA86-4113E6FC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98D1361D-1CC6-4FE6-8680-513A2B99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New York Driver's License: 100 200 106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188E12A0-A48F-4DA7-84B5-CF265025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Nathan Lee  |  Physical Address: 6220 Pine Garden Road, Boston, MA 02108, USA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8C7FFB55-38E0-4E18-A7D7-298872B0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77F68B26-BEB9-4CB8-9E8A-F795204B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5C5C0E56-4906-4C49-A58B-3F123EF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New York Driver's License: 100 200 107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4042EC51-D67D-425C-BAA7-9867F0A2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Benjamin Jackson  |  Physical Address: 6257 Lake Garden Road, Minneapolis, MN 55401, USA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B6F9F260-603B-4829-8B67-CF8A7521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00D727CA-B919-41C0-81D0-C33C0174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1E6C2A0F-22C5-4DB9-AB14-B2112987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New York Driver's License: 100 200 108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82FC494B-AAED-4828-9A8D-1447B2EC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Lucas Johnson  |  Physical Address: 6294 Forest Garden Road, Seattle, WA 98101, USA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1BC3CED7-6236-4D4B-B690-B2577F61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0C7524EB-4AD2-475B-8262-9FC36D91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EC416617-2FB2-434F-A91E-C07C822A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New York Driver's License: 100 200 109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CE87E585-8049-408E-AF70-FD4F02CD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Emma Thompson  |  Physical Address: 6331 Silver Valley Road, Charlotte, NC 28202, USA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C6E02DD5-6C44-4B4A-9EA4-E3C8595A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7A8AED64-DA8C-4B13-B6C9-A4F43479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7292CDFF-2E5B-43CE-8D91-E9EF303B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New York Driver's License: 100 200 110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199114E2-BEDB-4CC2-A5E5-B93C0CD3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Grace Davis  |  Physical Address: 6368 Golden Valley Road, Salt Lake City, UT 84101, USA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707CDFF3-7F3B-4221-B451-EA3C676E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11DF7F39-43D7-4080-A334-89518C6D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906203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7408384F-9070-4C80-965B-E71B25FC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5ABD5685-DFE0-4488-8899-25D49BB1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256D9D5A-C406-4B2A-AE95-96D26901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34A46B80-69AE-4717-A8F7-520D03E4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New York Driver's License: 100 200 111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5A8C36FD-2DE2-45AE-A77D-3B7DE9B8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Charlotte Robinson  |  Physical Address: 6405 Cedar Valley Road, Atlanta, GA 30303, USA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F3D01E47-A565-450E-83E0-AAF4C66D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0913D63D-6F7E-4AD3-85B0-37EB429C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593F5A31-0488-4349-97BF-3C3627DA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New York Driver's License: 100 200 112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8E8FBF1F-CC4E-4E44-BE74-9E281936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Isabella Taylor  |  Physical Address: 6442 Willow Valley Road, Columbus, OH 43215, USA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FB4B4C1C-157E-4652-A6A3-041FC7C7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29431ED9-64C6-4EA1-9655-C817A3F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A59ED3A5-48B5-4329-AEBC-B1E1D9DC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New York Driver's License: 100 200 113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40376B22-1723-4B72-AA18-071A1E58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Emma Walker  |  Physical Address: 6479 Maple Valley Road, Phoenix, AZ 85004, USA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B1FD3DC9-7750-49BF-AFCD-B78FDAB1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1C4B8742-F384-4ACD-A814-A96B72F3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A57E761D-6141-4F99-B5F6-6F931098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New York Driver's License: 100 200 114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CF8F9C86-2B6D-4433-A887-63EB7CC1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Grace Jackson  |  Physical Address: 6516 River Valley Road, Philadelphia, PA 19103, USA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85B26848-1C36-4FB5-BF21-A8426089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E506CCC4-63CD-4B7E-9742-F8664FD6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7312C7E3-176D-4ABC-9E5A-05BE851B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New York Driver's License: 100 200 115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F84C1470-1601-4492-883D-2834160F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Charlotte Johnson  |  Physical Address: 6553 Meadow Valley Road, Denver, CO 80202, USA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0098E0F0-41DD-43B3-B89F-D219FF8F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78BEB514-7EDE-4021-A767-61312164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4258953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6D9513BC-2ABA-4EF1-BE8C-E1DC3600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29292694-1017-40F5-A299-E8254144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845E41F4-B414-4E7E-A10C-3A29E3A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88755F5E-9076-4F99-93CB-010D24B4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New York Driver's License: 100 200 116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86542D9C-D8F3-497B-85E1-300477DD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Isabella Thompson  |  Physical Address: 6590 Highland Valley Road, Nashville, TN 37219, USA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7B7F9DE2-761E-4887-8D6B-7CCBCB22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3E078C93-EC56-4087-91A4-22685F51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76DC0483-B767-4538-8417-D42D7D5F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New York Driver's License: 100 200 117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D72208C3-CCB9-4223-94DE-69F2FAE0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Emma Miller  |  Physical Address: 6627 Sunset Valley Road, Austin, TX 78701, USA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4AABBD44-7BEA-43DC-A410-370B6A1F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E20B517A-40B6-43A2-B107-26758F76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BDD49A9B-6F51-4DF6-8874-1E72E5A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New York Driver's License: 100 200 118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656D9FF2-D270-41B1-B552-91D16EB0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Grace Robinson  |  Physical Address: 6664 Pine Valley Road, Chicago, IL 60601, USA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FFF5C199-7237-4B5F-B15C-88A10CEC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8533A2FE-8874-4468-A6C9-168A7EC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FDCDB499-25D7-4136-BCA7-1BE204C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New York Driver's License: 100 200 119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B3EE12E9-3654-4D75-B7C4-115FD929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Charlotte Taylor  |  Physical Address: 6701 Lake Valley Road, Richmond, VA 23219, USA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267B36AE-7673-42A9-B4B8-B8994406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B2C6E1D2-8BCE-4F67-BDE3-C8936C94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72823B74-23D9-43BE-8E10-37DE4D82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New York Driver's License: 100 200 120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C43EF43D-3241-4650-9569-63ED4096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Isabella Walker  |  Physical Address: 6738 Forest Valley Road, Portland, OR 97205, USA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6A5FF510-B0FF-4E92-9E70-5C49EB16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596FAEA1-F88A-4D5E-9E26-6268ED54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380228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CFBDA0FF-B089-4AAD-B736-47447879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9688FFAF-E18C-43CB-8021-55BF2C3C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5E200B9B-8ACE-42CC-87E1-53AA758D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96F80B0F-C488-4456-9E62-9AEE3E53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New York Driver's License: 100 200 121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68863C98-C0A6-42F3-A9E8-CCB8674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Emma White  |  Physical Address: 6775 Silver Spring Road, San Diego, CA 92101, USA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AB31E7BE-5C6F-454C-9C5C-6F164DA3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1A880338-02AB-40BF-9EC8-905EC6B1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94110A8B-CAB1-4E66-BECF-CB5233F4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New York Driver's License: 100 200 122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5692E210-2C72-4BF1-AAFF-6A803E1F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Grace Johnson  |  Physical Address: 6812 Golden Spring Road, Boston, MA 02108, USA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694248F7-FA1B-4FB8-9056-D2275C86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CECE3D5C-4B2C-4473-9F6B-FBC372AD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EF022F62-01AC-4651-A14F-E1A131F7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New York Driver's License: 100 200 123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6448D080-8E22-4CBF-B26B-A5C20E00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Charlotte Thompson  |  Physical Address: 6849 Cedar Spring Road, Minneapolis, MN 55401, USA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453AA8FA-2A2F-4778-95D2-D58FF278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304E50AE-0B67-4292-874E-8168D6DF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7D4EF29B-5EC7-4432-88B0-5E0F610C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New York Driver's License: 100 200 124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641CBAD2-E734-48D6-B6AE-36A62895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Benjamin Miller  |  Physical Address: 6886 Willow Spring Road, Seattle, WA 98101, USA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A3B84A75-4D86-44FC-BF97-0BE6360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E3E0142C-14D6-4B2B-BDF5-4665AC8F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326F73AE-549D-4047-9EAD-22097BD5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New York Driver's License: 100 200 125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F1EF76E0-3A6F-40BE-8849-00A51830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Emma Clark  |  Physical Address: 6923 Maple Spring Road, Charlotte, NC 28202, USA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D9FDDF45-8292-4E16-9DDE-E9B8C532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028BDBF3-98F5-46B3-AC2C-49BCD07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677725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CB3A3D25-B1A4-48B6-8DA8-56284903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444A229B-EF22-467D-A4C8-07C558E6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3A4CFEF7-E508-4BD5-9C07-E3EA70A3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0A997B22-BB96-429E-BEE2-17B2064F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New York Driver's License: 100 200 126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04273D5E-ED80-43ED-A699-1F4BEF49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Grace Taylor  |  Physical Address: 6960 River Spring Road, Salt Lake City, UT 84101, USA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95A0CDC7-2128-4FC5-B410-FD415BB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61F24853-B30E-4075-BF78-3C94D515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EEA1DC2B-30EC-4F1A-8E4E-050D208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New York Driver's License: 100 200 127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2B182B2E-F56A-4736-B4DB-C82AAF93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Charlotte Walker  |  Physical Address: 6997 Meadow Spring Road, Atlanta, GA 30303, USA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32679ECC-72AF-4F51-9F02-548B8322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9DD466B8-134E-4AC7-A74D-54D4322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3D4B0C34-CA94-4F10-90FA-6762F131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New York Driver's License: 100 200 128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AC07DB8C-1BAD-43D3-B34D-56BB109D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Isabella White  |  Physical Address: 7034 Highland Spring Road, Columbus, OH 43215, USA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F813FEDA-EDDC-459E-9FD7-6D860CED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D6CCBD3D-104F-46A4-B267-B0E88353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0CBB899E-E845-4F22-A9AB-238740DA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New York Driver's License: 100 200 129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94E7CB13-39E6-485F-A56F-848B9EA4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Emma Williams  |  Physical Address: 7071 Sunset Spring Road, Phoenix, AZ 85004, USA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6CBFF7A8-9BDA-4C40-A0B3-21981D5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92D36117-F26A-405D-8DD7-2946E67A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A97C362E-6838-4F2A-82EE-EEE272E0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New York Driver's License: 100 200 130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CD5B2FEA-7688-468F-865B-25BA06B2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Grace Thompson  |  Physical Address: 7108 Pine Spring Road, Philadelphia, PA 19103, USA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A4D5D4BD-AB6E-4ED2-B7E7-2BEEBF83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B21BB30A-12DD-4674-B693-4F5ED839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1074028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A76F7D5D-804D-445F-9238-8A595472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70D9BD30-B7B5-4B04-9CA9-586A775E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98E4932E-6E9E-4571-BFEA-E106525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549A8BFA-DA45-4471-B889-D45DB95E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New York Driver's License: 100 200 131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2BAA9FF2-80CE-4351-83CB-98487F5F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Charlotte Miller  |  Physical Address: 7145 Lake Spring Road, Denver, CO 80202, USA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ABF9E353-7894-4674-BB98-D08633A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BF7FC1C0-3D99-4965-A9C1-0D71260A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F92D1B5F-F5CF-43B6-B354-2BA045CE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New York Driver's License: 100 200 132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37CBDE7B-0662-40B2-BF26-47128C5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Isabella Clark  |  Physical Address: 7182 Forest Spring Road, Nashville, TN 37219, USA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1100C966-5091-4C72-BB34-7061D224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8432F2D8-5DBD-492D-83F8-8C8EA28C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50A66668-2121-421B-BF81-459DD32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New York Driver's License: 100 200 133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C0B113E8-5BB9-4EE8-A4B4-D9B304C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Liam Anderson  |  Physical Address: 7219 Silver Oak Boulevard, Austin, TX 78701, USA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4EFF0487-F5EE-42A6-A260-F51CA14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42A62BFD-A529-45B7-9A6C-93255C0B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0BBD18CB-4102-4EF9-8AD3-678BE8E4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New York Driver's License: 100 200 134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EA7E270F-61C3-4888-A6B5-4BC58002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Samuel Walker  |  Physical Address: 7256 Golden Oak Boulevard, Chicago, IL 60601, USA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BD1F23AE-97CC-43C8-A52C-6A9E1BA9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D8BF2FF1-C52F-4453-BCC9-AB96ED19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75CB9A8A-0F22-42F9-960E-5C0B194E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New York Driver's License: 100 200 135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C16B3DAC-95E8-4099-9446-F13557F5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Henry White  |  Physical Address: 7293 Cedar Oak Boulevard, Richmond, VA 23219, USA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A9D2626B-3F44-4EEF-B75F-AF407C76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050CC296-11E3-450C-9FC6-7989D6B4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21429989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2006D3D1-4E57-45A1-9A15-4ADDFFFD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7ACEBA7B-ACBD-4D1A-B489-DBB2975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406F16A0-B553-4BCC-B9AA-983D62F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B6A21CFF-B1A9-4DDF-9026-05222E5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New York Driver's License: 100 200 136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F6A862E7-B876-49BA-9172-746C7417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Mason Williams  |  Physical Address: 7330 Willow Oak Boulevard, Portland, OR 97205, USA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4ABC609E-9904-405F-AC15-1D959BA5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13C9C3A0-F59D-48F9-8833-4866CC3E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E2CE70AD-3E32-4D9B-92D0-AFB9D657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New York Driver's License: 100 200 137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B36AAC6D-806C-45CE-A0E2-439F8E88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Liam Garcia  |  Physical Address: 7367 Maple Oak Boulevard, San Diego, CA 92101, USA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03F10EA2-B3D1-434E-B278-CEA124F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8C701880-E9F8-4A41-AE0E-B9836015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8F2A8FB7-95CE-4BAC-A3A4-CE15246B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New York Driver's License: 100 200 138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DF4B73A4-9EFC-4A96-AD1C-9453F4BF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Samuel Miller  |  Physical Address: 7404 River Oak Boulevard, Boston, MA 02108, USA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745CE66D-D14F-4474-A0F2-23F75B8A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6046FD92-2713-4CD3-81FD-245D98FF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D4190298-6CE4-4688-BA0B-8CBA7E7F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New York Driver's License: 100 200 139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E0E7A75A-7CFF-48FF-A562-923AB754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Henry Clark  |  Physical Address: 7441 Meadow Oak Boulevard, Minneapolis, MN 55401, USA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B2DD4CD8-75F2-4B86-8A26-0C8ACAFC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E99AA803-7C83-4402-BA38-369CDDCE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C53FE3D5-C827-460F-A046-9FE3C386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New York Driver's License: 100 200 140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86C55C80-E965-4C47-9C98-6F83BE79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Mason Anderson  |  Physical Address: 7478 Highland Oak Boulevard, Seattle, WA 98101, USA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6A387201-5464-4A01-9C6B-CCACDB48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7C915EA4-49C7-4682-B1CC-AC726030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844463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62F3EF62-4698-408E-89E6-6F909F90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A7AAB79C-24D0-4886-9BA4-95D5C76E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0D2DEBF4-16EB-4BAA-9DD4-5042D74B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18D6293A-CBA6-4D45-B13C-E8727E71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New York Driver's License: 100 200 141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DB546BCD-1820-4649-B936-7EA31510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Liam Hall  |  Physical Address: 7515 Sunset Oak Boulevard, Charlotte, NC 28202, USA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94376ED2-3222-4B29-88EF-2436F73B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544ABBAB-B521-4EBE-9C26-2FE54C06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7704661A-6C27-43A0-A7B1-5F16E079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New York Driver's License: 100 200 142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C100ECA3-6F13-4712-8996-97D0EE4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Samuel White  |  Physical Address: 7552 Pine Oak Boulevard, Salt Lake City, UT 84101, USA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3FCC85AC-B490-4DB2-9E55-2CE14B8E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4D823580-A2A5-435C-9F43-88AB549B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536FCDA4-9864-429E-A437-0DBC83B1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New York Driver's License: 100 200 143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B40970D0-97CB-4891-B8B6-39CE45F9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Grace Williams  |  Physical Address: 7589 Lake Oak Boulevard, Atlanta, GA 30303, USA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283E5065-BB10-4602-A057-AAB623B5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DF4FC4DE-3079-4C00-91F2-E43DDB18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E7B316D7-7AD1-464B-B84C-CBED5F96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New York Driver's License: 100 200 144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BF93B35B-5230-4233-8D38-9826383D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Mason Garcia  |  Physical Address: 7626 Forest Oak Boulevard, Columbus, OH 43215, USA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7A9294EB-5C5D-403A-81AE-2E3DE22F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B3CCA499-2D57-4718-8FA9-B75AACA7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4931CEA7-A5BC-4119-8679-092956B3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New York Driver's License: 100 200 145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800EDF7A-ABAF-439B-8135-E3DE2E0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Liam Wilson  |  Physical Address: 7663 Silver Ridge Boulevard, Phoenix, AZ 85004, USA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ACFAE2D9-D0C9-400B-882C-0CEFE9A8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5FBAA805-C1D5-4AC2-A872-03A61F40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12742144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F400C852-04EE-4898-B5F5-CC7FF613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New York Driver's License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AD70013F-CCBE-4F2E-96B0-23318720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9EA0960A-F365-4FAF-90B9-5065D7C3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259E09C5-A061-4658-A237-40169E28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New York Driver's License: 100 200 146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1AF77E00-C5A0-4F7C-AB3F-66AE35AF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Samuel Clark  |  Physical Address: 7700 Golden Ridge Boulevard, Philadelphia, PA 19103, USA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CA440690-1185-4555-A4AA-CB4CCE1C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B7819A0A-F0EA-44E6-BE29-D1CEBABC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29F4F27F-B601-4B50-80D1-AAB71D96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New York Driver's License: 100 200 147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E1CFDD9E-7953-4822-825E-A67C050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Henry Anderson  |  Physical Address: 7737 Cedar Ridge Boulevard, Denver, CO 80202, USA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9B6A1C5F-9CD4-409B-A838-C9769CC6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375D84EF-E701-472A-8AEA-C97069CE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1E599E9B-E86E-44C3-909A-D3F3764B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New York Driver's License: 100 200 148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D218D2A6-2F40-4DAF-874D-7ACDE43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Mason Hall  |  Physical Address: 7774 Willow Ridge Boulevard, Nashville, TN 37219, USA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57ABFB2E-BB32-4D3D-9E38-BE3EB185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48DEFDFC-C99B-4997-BAB6-5CE388A0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EB05002D-C407-44F0-9DC4-0109991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New York Driver's License: 100 200 149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F06FDB40-6CE5-4295-96CE-F6A517E6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Liam Harris  |  Physical Address: 7811 Maple Ridge Boulevard, Austin, TX 78701, USA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97BB2B5D-104B-4B67-9304-594EA5CA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0E284C03-A176-4F95-BDBD-B496B1F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0EEA4E68-E8DB-4FAC-94FA-85FAB7B7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New York Driver's License: 100 200 150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734B49EB-73C8-47BD-84BF-4F34634F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Samuel Williams  |  Physical Address: 7848 River Ridge Boulevard, Chicago, IL 60601, USA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52FADD6D-0262-4D17-9F8B-919A6271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New York State NY driver's license number; Department of Motor Vehicles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24F1FDF3-EFD7-49E0-9C85-8DE4E730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driver's license number  |  Target confidence: 75 (medium)</a:t>
            </a:r>
          </a:p>
        </p:txBody>
      </p:sp>
    </p:spTree>
    <p:extLst>
      <p:ext uri="{BB962C8B-B14F-4D97-AF65-F5344CB8AC3E}">
        <p14:creationId xmlns:p14="http://schemas.microsoft.com/office/powerpoint/2010/main" val="681871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2026-07-31T08:56:16.2570000Z</dcterms:created>
  <dcterms:modified xsi:type="dcterms:W3CDTF">2026-07-31T08:56:16.2570000Z</dcterms:modified>
</coreProperties>
</file>
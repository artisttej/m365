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638c9369124b1f" /><Relationship Type="http://schemas.openxmlformats.org/officeDocument/2006/relationships/extended-properties" Target="/docProps/app.xml" Id="R21e67685ea3d4c7f" /><Relationship Type="http://schemas.openxmlformats.org/officeDocument/2006/relationships/officeDocument" Target="/ppt/presentation.xml" Id="R855d152eb3954c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f4e7ffbd6e4bdc"/>
  </p:sldMasterIdLst>
  <p:notesMasterIdLst>
    <p:notesMasterId xmlns:r="http://schemas.openxmlformats.org/officeDocument/2006/relationships" r:id="R70571cd3df1d4567"/>
  </p:notesMasterIdLst>
  <p:sldIdLst>
    <p:sldId xmlns:r="http://schemas.openxmlformats.org/officeDocument/2006/relationships" id="256" r:id="Rf681ea30ad3d4cb1"/>
    <p:sldId xmlns:r="http://schemas.openxmlformats.org/officeDocument/2006/relationships" id="257" r:id="R21f3e8d840cf4812"/>
    <p:sldId xmlns:r="http://schemas.openxmlformats.org/officeDocument/2006/relationships" id="258" r:id="R6c00c2e69d804230"/>
    <p:sldId xmlns:r="http://schemas.openxmlformats.org/officeDocument/2006/relationships" id="259" r:id="R6be1783e13214cb2"/>
    <p:sldId xmlns:r="http://schemas.openxmlformats.org/officeDocument/2006/relationships" id="260" r:id="R3380e705a40c4ac6"/>
    <p:sldId xmlns:r="http://schemas.openxmlformats.org/officeDocument/2006/relationships" id="261" r:id="R67e956f0c01048b2"/>
    <p:sldId xmlns:r="http://schemas.openxmlformats.org/officeDocument/2006/relationships" id="262" r:id="R859598af95134daf"/>
    <p:sldId xmlns:r="http://schemas.openxmlformats.org/officeDocument/2006/relationships" id="263" r:id="R5f677c12d6f649f2"/>
    <p:sldId xmlns:r="http://schemas.openxmlformats.org/officeDocument/2006/relationships" id="264" r:id="R59dfe03f834a46c9"/>
    <p:sldId xmlns:r="http://schemas.openxmlformats.org/officeDocument/2006/relationships" id="265" r:id="R055f43ba907b476d"/>
    <p:sldId xmlns:r="http://schemas.openxmlformats.org/officeDocument/2006/relationships" id="266" r:id="Rb2aa1f792c484e42"/>
    <p:sldId xmlns:r="http://schemas.openxmlformats.org/officeDocument/2006/relationships" id="267" r:id="R88cfbecaa0924829"/>
    <p:sldId xmlns:r="http://schemas.openxmlformats.org/officeDocument/2006/relationships" id="268" r:id="Re85069054f344931"/>
    <p:sldId xmlns:r="http://schemas.openxmlformats.org/officeDocument/2006/relationships" id="269" r:id="R8a7dfc9549844cad"/>
    <p:sldId xmlns:r="http://schemas.openxmlformats.org/officeDocument/2006/relationships" id="270" r:id="Ra58b8dff95e94720"/>
    <p:sldId xmlns:r="http://schemas.openxmlformats.org/officeDocument/2006/relationships" id="271" r:id="Rf846108a90714bf6"/>
    <p:sldId xmlns:r="http://schemas.openxmlformats.org/officeDocument/2006/relationships" id="272" r:id="R26530e106b204968"/>
    <p:sldId xmlns:r="http://schemas.openxmlformats.org/officeDocument/2006/relationships" id="273" r:id="R8ec5701189364979"/>
    <p:sldId xmlns:r="http://schemas.openxmlformats.org/officeDocument/2006/relationships" id="274" r:id="R62c0e2e7bcdc496f"/>
    <p:sldId xmlns:r="http://schemas.openxmlformats.org/officeDocument/2006/relationships" id="275" r:id="R82b74bf302d74ca7"/>
    <p:sldId xmlns:r="http://schemas.openxmlformats.org/officeDocument/2006/relationships" id="276" r:id="R92bd47faf7524014"/>
    <p:sldId xmlns:r="http://schemas.openxmlformats.org/officeDocument/2006/relationships" id="277" r:id="R46fc462e29454b56"/>
    <p:sldId xmlns:r="http://schemas.openxmlformats.org/officeDocument/2006/relationships" id="278" r:id="R737f9e4f58f54c43"/>
    <p:sldId xmlns:r="http://schemas.openxmlformats.org/officeDocument/2006/relationships" id="279" r:id="Rc273ba4d2a024314"/>
    <p:sldId xmlns:r="http://schemas.openxmlformats.org/officeDocument/2006/relationships" id="280" r:id="R688c54dda4eb4fd6"/>
    <p:sldId xmlns:r="http://schemas.openxmlformats.org/officeDocument/2006/relationships" id="281" r:id="R78ccb8348ebd4d4c"/>
    <p:sldId xmlns:r="http://schemas.openxmlformats.org/officeDocument/2006/relationships" id="282" r:id="R64e5397754604524"/>
    <p:sldId xmlns:r="http://schemas.openxmlformats.org/officeDocument/2006/relationships" id="283" r:id="R41ae032b37b8416b"/>
    <p:sldId xmlns:r="http://schemas.openxmlformats.org/officeDocument/2006/relationships" id="284" r:id="R6332db5fdb7949f2"/>
    <p:sldId xmlns:r="http://schemas.openxmlformats.org/officeDocument/2006/relationships" id="285" r:id="Rd9a060ffcbb5422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179c8d91fc42d5" /><Relationship Type="http://schemas.openxmlformats.org/officeDocument/2006/relationships/slideMaster" Target="/ppt/slideMasters/slideMaster1.xml" Id="Rabf4e7ffbd6e4bdc" /><Relationship Type="http://schemas.openxmlformats.org/officeDocument/2006/relationships/notesMaster" Target="/ppt/notesMasters/notesMaster1.xml" Id="R70571cd3df1d4567" /><Relationship Type="http://schemas.openxmlformats.org/officeDocument/2006/relationships/presProps" Target="/ppt/presProps.xml" Id="R3704d03420504cdd" /><Relationship Type="http://schemas.openxmlformats.org/officeDocument/2006/relationships/tableStyles" Target="/ppt/tableStyles.xml" Id="R1a01a81d49dc44c5" /><Relationship Type="http://schemas.openxmlformats.org/officeDocument/2006/relationships/slide" Target="/ppt/slides/slide1.xml" Id="Rf681ea30ad3d4cb1" /><Relationship Type="http://schemas.openxmlformats.org/officeDocument/2006/relationships/slide" Target="/ppt/slides/slide2.xml" Id="R21f3e8d840cf4812" /><Relationship Type="http://schemas.openxmlformats.org/officeDocument/2006/relationships/slide" Target="/ppt/slides/slide3.xml" Id="R6c00c2e69d804230" /><Relationship Type="http://schemas.openxmlformats.org/officeDocument/2006/relationships/slide" Target="/ppt/slides/slide4.xml" Id="R6be1783e13214cb2" /><Relationship Type="http://schemas.openxmlformats.org/officeDocument/2006/relationships/slide" Target="/ppt/slides/slide5.xml" Id="R3380e705a40c4ac6" /><Relationship Type="http://schemas.openxmlformats.org/officeDocument/2006/relationships/slide" Target="/ppt/slides/slide6.xml" Id="R67e956f0c01048b2" /><Relationship Type="http://schemas.openxmlformats.org/officeDocument/2006/relationships/slide" Target="/ppt/slides/slide7.xml" Id="R859598af95134daf" /><Relationship Type="http://schemas.openxmlformats.org/officeDocument/2006/relationships/slide" Target="/ppt/slides/slide8.xml" Id="R5f677c12d6f649f2" /><Relationship Type="http://schemas.openxmlformats.org/officeDocument/2006/relationships/slide" Target="/ppt/slides/slide9.xml" Id="R59dfe03f834a46c9" /><Relationship Type="http://schemas.openxmlformats.org/officeDocument/2006/relationships/slide" Target="/ppt/slides/slide10.xml" Id="R055f43ba907b476d" /><Relationship Type="http://schemas.openxmlformats.org/officeDocument/2006/relationships/slide" Target="/ppt/slides/slide11.xml" Id="Rb2aa1f792c484e42" /><Relationship Type="http://schemas.openxmlformats.org/officeDocument/2006/relationships/slide" Target="/ppt/slides/slide12.xml" Id="R88cfbecaa0924829" /><Relationship Type="http://schemas.openxmlformats.org/officeDocument/2006/relationships/slide" Target="/ppt/slides/slide13.xml" Id="Re85069054f344931" /><Relationship Type="http://schemas.openxmlformats.org/officeDocument/2006/relationships/slide" Target="/ppt/slides/slide14.xml" Id="R8a7dfc9549844cad" /><Relationship Type="http://schemas.openxmlformats.org/officeDocument/2006/relationships/slide" Target="/ppt/slides/slide15.xml" Id="Ra58b8dff95e94720" /><Relationship Type="http://schemas.openxmlformats.org/officeDocument/2006/relationships/slide" Target="/ppt/slides/slide16.xml" Id="Rf846108a90714bf6" /><Relationship Type="http://schemas.openxmlformats.org/officeDocument/2006/relationships/slide" Target="/ppt/slides/slide17.xml" Id="R26530e106b204968" /><Relationship Type="http://schemas.openxmlformats.org/officeDocument/2006/relationships/slide" Target="/ppt/slides/slide18.xml" Id="R8ec5701189364979" /><Relationship Type="http://schemas.openxmlformats.org/officeDocument/2006/relationships/slide" Target="/ppt/slides/slide19.xml" Id="R62c0e2e7bcdc496f" /><Relationship Type="http://schemas.openxmlformats.org/officeDocument/2006/relationships/slide" Target="/ppt/slides/slide20.xml" Id="R82b74bf302d74ca7" /><Relationship Type="http://schemas.openxmlformats.org/officeDocument/2006/relationships/slide" Target="/ppt/slides/slide21.xml" Id="R92bd47faf7524014" /><Relationship Type="http://schemas.openxmlformats.org/officeDocument/2006/relationships/slide" Target="/ppt/slides/slide22.xml" Id="R46fc462e29454b56" /><Relationship Type="http://schemas.openxmlformats.org/officeDocument/2006/relationships/slide" Target="/ppt/slides/slide23.xml" Id="R737f9e4f58f54c43" /><Relationship Type="http://schemas.openxmlformats.org/officeDocument/2006/relationships/slide" Target="/ppt/slides/slide24.xml" Id="Rc273ba4d2a024314" /><Relationship Type="http://schemas.openxmlformats.org/officeDocument/2006/relationships/slide" Target="/ppt/slides/slide25.xml" Id="R688c54dda4eb4fd6" /><Relationship Type="http://schemas.openxmlformats.org/officeDocument/2006/relationships/slide" Target="/ppt/slides/slide26.xml" Id="R78ccb8348ebd4d4c" /><Relationship Type="http://schemas.openxmlformats.org/officeDocument/2006/relationships/slide" Target="/ppt/slides/slide27.xml" Id="R64e5397754604524" /><Relationship Type="http://schemas.openxmlformats.org/officeDocument/2006/relationships/slide" Target="/ppt/slides/slide28.xml" Id="R41ae032b37b8416b" /><Relationship Type="http://schemas.openxmlformats.org/officeDocument/2006/relationships/slide" Target="/ppt/slides/slide29.xml" Id="R6332db5fdb7949f2" /><Relationship Type="http://schemas.openxmlformats.org/officeDocument/2006/relationships/slide" Target="/ppt/slides/slide30.xml" Id="Rd9a060ffcbb542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a31191fb6c4f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948869c4f444fc" /><Relationship Type="http://schemas.openxmlformats.org/officeDocument/2006/relationships/notesMaster" Target="/ppt/notesMasters/notesMaster1.xml" Id="Rf373079c2d764f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21486b4d364942" /><Relationship Type="http://schemas.openxmlformats.org/officeDocument/2006/relationships/notesMaster" Target="/ppt/notesMasters/notesMaster1.xml" Id="R9e031b39fe424d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32487a9bab4b72" /><Relationship Type="http://schemas.openxmlformats.org/officeDocument/2006/relationships/notesMaster" Target="/ppt/notesMasters/notesMaster1.xml" Id="R5b1f3d8679b64b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5e133a7e58415f" /><Relationship Type="http://schemas.openxmlformats.org/officeDocument/2006/relationships/notesMaster" Target="/ppt/notesMasters/notesMaster1.xml" Id="R2ca412c458c649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15637610ec4caa" /><Relationship Type="http://schemas.openxmlformats.org/officeDocument/2006/relationships/notesMaster" Target="/ppt/notesMasters/notesMaster1.xml" Id="R2daf65ea74554d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1a262396de4654" /><Relationship Type="http://schemas.openxmlformats.org/officeDocument/2006/relationships/notesMaster" Target="/ppt/notesMasters/notesMaster1.xml" Id="Rb689fdec9b1047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4a49f858b445aa" /><Relationship Type="http://schemas.openxmlformats.org/officeDocument/2006/relationships/notesMaster" Target="/ppt/notesMasters/notesMaster1.xml" Id="Rcc92437998ca4f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f433430adf42ad" /><Relationship Type="http://schemas.openxmlformats.org/officeDocument/2006/relationships/notesMaster" Target="/ppt/notesMasters/notesMaster1.xml" Id="R6a97a9ea6d5044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4c154131aa40a0" /><Relationship Type="http://schemas.openxmlformats.org/officeDocument/2006/relationships/notesMaster" Target="/ppt/notesMasters/notesMaster1.xml" Id="Rbaa03524fb4b43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615e1a737f4f42" /><Relationship Type="http://schemas.openxmlformats.org/officeDocument/2006/relationships/notesMaster" Target="/ppt/notesMasters/notesMaster1.xml" Id="Rae1c2ce914434a6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37ac20cbde4186" /><Relationship Type="http://schemas.openxmlformats.org/officeDocument/2006/relationships/notesMaster" Target="/ppt/notesMasters/notesMaster1.xml" Id="R46dd68b00e00431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17395a2a9a493c" /><Relationship Type="http://schemas.openxmlformats.org/officeDocument/2006/relationships/notesMaster" Target="/ppt/notesMasters/notesMaster1.xml" Id="R3c99d342742d4b9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16368165dd94248" /><Relationship Type="http://schemas.openxmlformats.org/officeDocument/2006/relationships/notesMaster" Target="/ppt/notesMasters/notesMaster1.xml" Id="R94fdf061b45d485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0ee43a02e2544be" /><Relationship Type="http://schemas.openxmlformats.org/officeDocument/2006/relationships/notesMaster" Target="/ppt/notesMasters/notesMaster1.xml" Id="R6228c3412eb24a3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8bb9a0b837b425b" /><Relationship Type="http://schemas.openxmlformats.org/officeDocument/2006/relationships/notesMaster" Target="/ppt/notesMasters/notesMaster1.xml" Id="Rfed21c8d1f3e4e1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56851f9864141e5" /><Relationship Type="http://schemas.openxmlformats.org/officeDocument/2006/relationships/notesMaster" Target="/ppt/notesMasters/notesMaster1.xml" Id="R5ce5ab0ad8a5460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756b145b90547c7" /><Relationship Type="http://schemas.openxmlformats.org/officeDocument/2006/relationships/notesMaster" Target="/ppt/notesMasters/notesMaster1.xml" Id="R493271899cff48e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ccd6ff44b02439f" /><Relationship Type="http://schemas.openxmlformats.org/officeDocument/2006/relationships/notesMaster" Target="/ppt/notesMasters/notesMaster1.xml" Id="Rec4cab8e24d2452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05f4ade447845bd" /><Relationship Type="http://schemas.openxmlformats.org/officeDocument/2006/relationships/notesMaster" Target="/ppt/notesMasters/notesMaster1.xml" Id="Rf0ef27b47e9746b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d877c26f11341c8" /><Relationship Type="http://schemas.openxmlformats.org/officeDocument/2006/relationships/notesMaster" Target="/ppt/notesMasters/notesMaster1.xml" Id="R76805dcf429d4a6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4f6502d93224fa6" /><Relationship Type="http://schemas.openxmlformats.org/officeDocument/2006/relationships/notesMaster" Target="/ppt/notesMasters/notesMaster1.xml" Id="R5b2ed30d0ac246f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079ad2288c545e2" /><Relationship Type="http://schemas.openxmlformats.org/officeDocument/2006/relationships/notesMaster" Target="/ppt/notesMasters/notesMaster1.xml" Id="R21cbcb27d5d9491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ae1cfb4fa944673" /><Relationship Type="http://schemas.openxmlformats.org/officeDocument/2006/relationships/notesMaster" Target="/ppt/notesMasters/notesMaster1.xml" Id="R18d9ea972000418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0714ed4d8bd4809" /><Relationship Type="http://schemas.openxmlformats.org/officeDocument/2006/relationships/notesMaster" Target="/ppt/notesMasters/notesMaster1.xml" Id="R27bb430e49354ce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ca9a3c8fab84e18" /><Relationship Type="http://schemas.openxmlformats.org/officeDocument/2006/relationships/notesMaster" Target="/ppt/notesMasters/notesMaster1.xml" Id="Ra9e53eab770143b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bef77c225034fa6" /><Relationship Type="http://schemas.openxmlformats.org/officeDocument/2006/relationships/notesMaster" Target="/ppt/notesMasters/notesMaster1.xml" Id="R5b53ddfd8ae6425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0e5e38a4eb141c1" /><Relationship Type="http://schemas.openxmlformats.org/officeDocument/2006/relationships/notesMaster" Target="/ppt/notesMasters/notesMaster1.xml" Id="Rfa4f8efa0c57466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5c07bc7d71f4c82" /><Relationship Type="http://schemas.openxmlformats.org/officeDocument/2006/relationships/notesMaster" Target="/ppt/notesMasters/notesMaster1.xml" Id="R824236f263f046c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5e83f71e5c04e19" /><Relationship Type="http://schemas.openxmlformats.org/officeDocument/2006/relationships/notesMaster" Target="/ppt/notesMasters/notesMaster1.xml" Id="R0bb0ea35348943d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27e95b9993249dc" /><Relationship Type="http://schemas.openxmlformats.org/officeDocument/2006/relationships/notesMaster" Target="/ppt/notesMasters/notesMaster1.xml" Id="R9ec2f0258ae743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https://learn.microsoft.com/en-us/purview/sit-defn-india-permanent-account-number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https://learn.microsoft.com/en-us/purview/sit-defn-india-permanent-account-number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https://learn.microsoft.com/en-us/purview/sit-defn-india-permanent-account-number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https://learn.microsoft.com/en-us/purview/sit-defn-india-permanent-account-number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https://learn.microsoft.com/en-us/purview/sit-defn-india-permanent-account-number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https://learn.microsoft.com/en-us/purview/sit-defn-india-permanent-account-number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https://learn.microsoft.com/en-us/purview/sit-defn-india-permanent-account-number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https://learn.microsoft.com/en-us/purview/sit-defn-india-permanent-account-number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https://learn.microsoft.com/en-us/purview/sit-defn-india-permanent-account-number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https://learn.microsoft.com/en-us/purview/sit-defn-india-permanent-account-number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https://learn.microsoft.com/en-us/purview/sit-defn-india-permanent-account-number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https://learn.microsoft.com/en-us/purview/sit-defn-india-permanent-account-number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https://learn.microsoft.com/en-us/purview/sit-defn-india-permanent-account-number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https://learn.microsoft.com/en-us/purview/sit-defn-india-permanent-account-number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https://learn.microsoft.com/en-us/purview/sit-defn-india-permanent-account-number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https://learn.microsoft.com/en-us/purview/sit-defn-india-permanent-account-number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https://learn.microsoft.com/en-us/purview/sit-defn-india-permanent-account-number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https://learn.microsoft.com/en-us/purview/sit-defn-india-permanent-account-number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https://learn.microsoft.com/en-us/purview/sit-defn-india-permanent-account-number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https://learn.microsoft.com/en-us/purview/sit-defn-india-permanent-account-number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https://learn.microsoft.com/en-us/purview/sit-defn-india-permanent-account-number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https://learn.microsoft.com/en-us/purview/sit-defn-india-permanent-account-number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https://learn.microsoft.com/en-us/purview/sit-defn-india-permanent-account-number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https://learn.microsoft.com/en-us/purview/sit-defn-india-permanent-account-number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https://learn.microsoft.com/en-us/purview/sit-defn-india-permanent-account-number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https://learn.microsoft.com/en-us/purview/sit-defn-india-permanent-account-number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https://learn.microsoft.com/en-us/purview/sit-defn-india-permanent-account-number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https://learn.microsoft.com/en-us/purview/sit-defn-india-permanent-account-number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https://learn.microsoft.com/en-us/purview/sit-defn-india-permanent-account-number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https://learn.microsoft.com/en-us/purview/sit-defn-india-permanent-account-number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81af232e7d4f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182adddb684d7f" /><Relationship Type="http://schemas.openxmlformats.org/officeDocument/2006/relationships/slideLayout" Target="/ppt/slideLayouts/slideLayout1.xml" Id="R03fec46251b749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fec46251b749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9f114c5bb4e1a" /><Relationship Type="http://schemas.openxmlformats.org/officeDocument/2006/relationships/notesSlide" Target="/ppt/notesSlides/notesSlide1.xml" Id="Rc1ccacc7034841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2e937835d44460" /><Relationship Type="http://schemas.openxmlformats.org/officeDocument/2006/relationships/notesSlide" Target="/ppt/notesSlides/notesSlide2.xml" Id="R352284b6c23e4b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f0003ba524c21" /><Relationship Type="http://schemas.openxmlformats.org/officeDocument/2006/relationships/notesSlide" Target="/ppt/notesSlides/notesSlide3.xml" Id="R95e44952915849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4c19a58da4cf3" /><Relationship Type="http://schemas.openxmlformats.org/officeDocument/2006/relationships/notesSlide" Target="/ppt/notesSlides/notesSlide4.xml" Id="Rbb3d45a05b4644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3b0f507eb49d4" /><Relationship Type="http://schemas.openxmlformats.org/officeDocument/2006/relationships/notesSlide" Target="/ppt/notesSlides/notesSlide5.xml" Id="R05eb86b3b4b249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102a92d0444c3" /><Relationship Type="http://schemas.openxmlformats.org/officeDocument/2006/relationships/notesSlide" Target="/ppt/notesSlides/notesSlide6.xml" Id="R08113ab6587546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66b4764784490" /><Relationship Type="http://schemas.openxmlformats.org/officeDocument/2006/relationships/notesSlide" Target="/ppt/notesSlides/notesSlide7.xml" Id="Rcb7bf984ef2f4f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0271a31784164" /><Relationship Type="http://schemas.openxmlformats.org/officeDocument/2006/relationships/notesSlide" Target="/ppt/notesSlides/notesSlide8.xml" Id="Reda4fff951f64e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39dd16f6a49d8" /><Relationship Type="http://schemas.openxmlformats.org/officeDocument/2006/relationships/notesSlide" Target="/ppt/notesSlides/notesSlide9.xml" Id="Ref0b965777d74c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6b50ca755446a" /><Relationship Type="http://schemas.openxmlformats.org/officeDocument/2006/relationships/notesSlide" Target="/ppt/notesSlides/notesSlide10.xml" Id="R1a62ea31200745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bbf82d6e342f6" /><Relationship Type="http://schemas.openxmlformats.org/officeDocument/2006/relationships/notesSlide" Target="/ppt/notesSlides/notesSlide11.xml" Id="Rda53eb5a171640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9aa1686f343a6" /><Relationship Type="http://schemas.openxmlformats.org/officeDocument/2006/relationships/notesSlide" Target="/ppt/notesSlides/notesSlide12.xml" Id="Rf7a022ae1ed14df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c4d59a38d4f67" /><Relationship Type="http://schemas.openxmlformats.org/officeDocument/2006/relationships/notesSlide" Target="/ppt/notesSlides/notesSlide13.xml" Id="R9d3c1ac662c9429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12d6a2e134409" /><Relationship Type="http://schemas.openxmlformats.org/officeDocument/2006/relationships/notesSlide" Target="/ppt/notesSlides/notesSlide14.xml" Id="R0448beda5390485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11b83ded0d409f" /><Relationship Type="http://schemas.openxmlformats.org/officeDocument/2006/relationships/notesSlide" Target="/ppt/notesSlides/notesSlide15.xml" Id="R3e0e07aeebed44e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21dfe26864054" /><Relationship Type="http://schemas.openxmlformats.org/officeDocument/2006/relationships/notesSlide" Target="/ppt/notesSlides/notesSlide16.xml" Id="Rb58a7580b5b84a2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c8c3dce2c4da6" /><Relationship Type="http://schemas.openxmlformats.org/officeDocument/2006/relationships/notesSlide" Target="/ppt/notesSlides/notesSlide17.xml" Id="Rf4c0148adfe94aa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05bc84dfb4ee2" /><Relationship Type="http://schemas.openxmlformats.org/officeDocument/2006/relationships/notesSlide" Target="/ppt/notesSlides/notesSlide18.xml" Id="R4c7c222fbe4344c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431ba046848cf" /><Relationship Type="http://schemas.openxmlformats.org/officeDocument/2006/relationships/notesSlide" Target="/ppt/notesSlides/notesSlide19.xml" Id="R29c7add281464b3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c2e664f37447c" /><Relationship Type="http://schemas.openxmlformats.org/officeDocument/2006/relationships/notesSlide" Target="/ppt/notesSlides/notesSlide20.xml" Id="R5abb95c5ed38456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77442c2de44b1" /><Relationship Type="http://schemas.openxmlformats.org/officeDocument/2006/relationships/notesSlide" Target="/ppt/notesSlides/notesSlide21.xml" Id="R8c651875843f49d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87af31b814a2d" /><Relationship Type="http://schemas.openxmlformats.org/officeDocument/2006/relationships/notesSlide" Target="/ppt/notesSlides/notesSlide22.xml" Id="R3adafc9f29fe41a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544c0b5234539" /><Relationship Type="http://schemas.openxmlformats.org/officeDocument/2006/relationships/notesSlide" Target="/ppt/notesSlides/notesSlide23.xml" Id="R8151f3fb6e6a47a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a1b4e073b4a8e" /><Relationship Type="http://schemas.openxmlformats.org/officeDocument/2006/relationships/notesSlide" Target="/ppt/notesSlides/notesSlide24.xml" Id="R3fc5b46794ad4e9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53b781a094e27" /><Relationship Type="http://schemas.openxmlformats.org/officeDocument/2006/relationships/notesSlide" Target="/ppt/notesSlides/notesSlide25.xml" Id="R30dd9958d7b6469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7ec8b2b1f4e73" /><Relationship Type="http://schemas.openxmlformats.org/officeDocument/2006/relationships/notesSlide" Target="/ppt/notesSlides/notesSlide26.xml" Id="Rf7852b77ab1640f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96cadbc7b4b76" /><Relationship Type="http://schemas.openxmlformats.org/officeDocument/2006/relationships/notesSlide" Target="/ppt/notesSlides/notesSlide27.xml" Id="R94dbdcdd2972411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37f46745146d5" /><Relationship Type="http://schemas.openxmlformats.org/officeDocument/2006/relationships/notesSlide" Target="/ppt/notesSlides/notesSlide28.xml" Id="Re698960e14f44e3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2ac1f1bf545a3" /><Relationship Type="http://schemas.openxmlformats.org/officeDocument/2006/relationships/notesSlide" Target="/ppt/notesSlides/notesSlide29.xml" Id="R603919add96640c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e7eb406b442a8" /><Relationship Type="http://schemas.openxmlformats.org/officeDocument/2006/relationships/notesSlide" Target="/ppt/notesSlides/notesSlide30.xml" Id="R9e0dda79ff6a4e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">
            <a:extLst xmlns:a="http://schemas.openxmlformats.org/drawingml/2006/main">
              <a:ext uri="{FF2B5EF4-FFF2-40B4-BE49-F238E27FC236}">
                <a16:creationId xmlns:a16="http://schemas.microsoft.com/office/drawing/2014/main" id="{18B02ECD-B39E-4D6A-848B-A4E9867B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PAN Card Numbers</a:t>
            </a:r>
          </a:p>
        </p:txBody>
      </p:sp>
      <p:sp>
        <p:nvSpPr>
          <p:cNvPr id="2" name="counter-1">
            <a:extLst xmlns:a="http://schemas.openxmlformats.org/drawingml/2006/main">
              <a:ext uri="{FF2B5EF4-FFF2-40B4-BE49-F238E27FC236}">
                <a16:creationId xmlns:a16="http://schemas.microsoft.com/office/drawing/2014/main" id="{EA866FE9-1AF2-4F15-BD88-BCC8217B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1-5 of 150</a:t>
            </a:r>
          </a:p>
        </p:txBody>
      </p:sp>
      <p:sp>
        <p:nvSpPr>
          <p:cNvPr id="3" name="record-panel-1-1">
            <a:extLst xmlns:a="http://schemas.openxmlformats.org/drawingml/2006/main">
              <a:ext uri="{FF2B5EF4-FFF2-40B4-BE49-F238E27FC236}">
                <a16:creationId xmlns:a16="http://schemas.microsoft.com/office/drawing/2014/main" id="{D633CA9A-1B2B-4C00-983F-02D4CC45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-1">
            <a:extLst xmlns:a="http://schemas.openxmlformats.org/drawingml/2006/main">
              <a:ext uri="{FF2B5EF4-FFF2-40B4-BE49-F238E27FC236}">
                <a16:creationId xmlns:a16="http://schemas.microsoft.com/office/drawing/2014/main" id="{7FA2A5E0-9654-4C19-8CC4-2C7E633E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TEST-001  |  Permanent Account Number (PAN): AARPS1000A</a:t>
            </a:r>
          </a:p>
        </p:txBody>
      </p:sp>
      <p:sp>
        <p:nvSpPr>
          <p:cNvPr id="5" name="record-person-1-1">
            <a:extLst xmlns:a="http://schemas.openxmlformats.org/drawingml/2006/main">
              <a:ext uri="{FF2B5EF4-FFF2-40B4-BE49-F238E27FC236}">
                <a16:creationId xmlns:a16="http://schemas.microsoft.com/office/drawing/2014/main" id="{6F8FB851-D8B9-497C-B106-46725B40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Riya Vihaan Reddy  |  Physical Address: Flat 7, 6509 Lotus Enclave Marg, Pune, Maharashtra 411001, India</a:t>
            </a:r>
          </a:p>
        </p:txBody>
      </p:sp>
      <p:sp>
        <p:nvSpPr>
          <p:cNvPr id="6" name="record-evidence-1-1">
            <a:extLst xmlns:a="http://schemas.openxmlformats.org/drawingml/2006/main">
              <a:ext uri="{FF2B5EF4-FFF2-40B4-BE49-F238E27FC236}">
                <a16:creationId xmlns:a16="http://schemas.microsoft.com/office/drawing/2014/main" id="{270E6FC9-BE19-4354-9FE8-F73F74A8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7" name="record-panel-1-2">
            <a:extLst xmlns:a="http://schemas.openxmlformats.org/drawingml/2006/main">
              <a:ext uri="{FF2B5EF4-FFF2-40B4-BE49-F238E27FC236}">
                <a16:creationId xmlns:a16="http://schemas.microsoft.com/office/drawing/2014/main" id="{16CC6D1C-B241-4881-9283-6DEB18B3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-2">
            <a:extLst xmlns:a="http://schemas.openxmlformats.org/drawingml/2006/main">
              <a:ext uri="{FF2B5EF4-FFF2-40B4-BE49-F238E27FC236}">
                <a16:creationId xmlns:a16="http://schemas.microsoft.com/office/drawing/2014/main" id="{DED9A428-316F-4D89-8467-1C4AF7FF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TEST-002  |  Permanent Account Number (PAN): AADPM1001B</a:t>
            </a:r>
          </a:p>
        </p:txBody>
      </p:sp>
      <p:sp>
        <p:nvSpPr>
          <p:cNvPr id="9" name="record-person-1-2">
            <a:extLst xmlns:a="http://schemas.openxmlformats.org/drawingml/2006/main">
              <a:ext uri="{FF2B5EF4-FFF2-40B4-BE49-F238E27FC236}">
                <a16:creationId xmlns:a16="http://schemas.microsoft.com/office/drawing/2014/main" id="{BA2E5837-EE83-41AD-AD9A-40367491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Aman Kabir Sharma  |  Physical Address: Flat 8, 6546 Mango Enclave Marg, Mumbai, Maharashtra 400001, India</a:t>
            </a:r>
          </a:p>
        </p:txBody>
      </p:sp>
      <p:sp>
        <p:nvSpPr>
          <p:cNvPr id="10" name="record-evidence-1-2">
            <a:extLst xmlns:a="http://schemas.openxmlformats.org/drawingml/2006/main">
              <a:ext uri="{FF2B5EF4-FFF2-40B4-BE49-F238E27FC236}">
                <a16:creationId xmlns:a16="http://schemas.microsoft.com/office/drawing/2014/main" id="{8CC5EC6E-9251-4EA1-A992-837E594E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1" name="record-panel-1-3">
            <a:extLst xmlns:a="http://schemas.openxmlformats.org/drawingml/2006/main">
              <a:ext uri="{FF2B5EF4-FFF2-40B4-BE49-F238E27FC236}">
                <a16:creationId xmlns:a16="http://schemas.microsoft.com/office/drawing/2014/main" id="{CB9CC0BD-7251-4E9A-B358-57CA2EB6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-3">
            <a:extLst xmlns:a="http://schemas.openxmlformats.org/drawingml/2006/main">
              <a:ext uri="{FF2B5EF4-FFF2-40B4-BE49-F238E27FC236}">
                <a16:creationId xmlns:a16="http://schemas.microsoft.com/office/drawing/2014/main" id="{6C99E176-8BA3-4608-B6A8-C99DA5CD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TEST-003  |  Permanent Account Number (PAN): VIVPK1002C</a:t>
            </a:r>
          </a:p>
        </p:txBody>
      </p:sp>
      <p:sp>
        <p:nvSpPr>
          <p:cNvPr id="13" name="record-person-1-3">
            <a:extLst xmlns:a="http://schemas.openxmlformats.org/drawingml/2006/main">
              <a:ext uri="{FF2B5EF4-FFF2-40B4-BE49-F238E27FC236}">
                <a16:creationId xmlns:a16="http://schemas.microsoft.com/office/drawing/2014/main" id="{30B0445D-F9B5-4D02-9C96-08EC73ED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Neha Aarav Khanna  |  Physical Address: Flat 9, 6583 Narmada Enclave Marg, Ahmedabad, Gujarat 380001, India</a:t>
            </a:r>
          </a:p>
        </p:txBody>
      </p:sp>
      <p:sp>
        <p:nvSpPr>
          <p:cNvPr id="14" name="record-evidence-1-3">
            <a:extLst xmlns:a="http://schemas.openxmlformats.org/drawingml/2006/main">
              <a:ext uri="{FF2B5EF4-FFF2-40B4-BE49-F238E27FC236}">
                <a16:creationId xmlns:a16="http://schemas.microsoft.com/office/drawing/2014/main" id="{489D90AC-78E2-41E3-B6C1-29951FC7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5" name="record-panel-1-4">
            <a:extLst xmlns:a="http://schemas.openxmlformats.org/drawingml/2006/main">
              <a:ext uri="{FF2B5EF4-FFF2-40B4-BE49-F238E27FC236}">
                <a16:creationId xmlns:a16="http://schemas.microsoft.com/office/drawing/2014/main" id="{29ED357D-1218-42B0-9805-1D0667D5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-4">
            <a:extLst xmlns:a="http://schemas.openxmlformats.org/drawingml/2006/main">
              <a:ext uri="{FF2B5EF4-FFF2-40B4-BE49-F238E27FC236}">
                <a16:creationId xmlns:a16="http://schemas.microsoft.com/office/drawing/2014/main" id="{347AEFD6-9579-489E-BAEB-4A3FFB24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TEST-004  |  Permanent Account Number (PAN): ANAPS1003D</a:t>
            </a:r>
          </a:p>
        </p:txBody>
      </p:sp>
      <p:sp>
        <p:nvSpPr>
          <p:cNvPr id="17" name="record-person-1-4">
            <a:extLst xmlns:a="http://schemas.openxmlformats.org/drawingml/2006/main">
              <a:ext uri="{FF2B5EF4-FFF2-40B4-BE49-F238E27FC236}">
                <a16:creationId xmlns:a16="http://schemas.microsoft.com/office/drawing/2014/main" id="{F4D5EB62-98BB-4163-90F7-20195A07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Karan Aman Singh  |  Physical Address: Flat 10, 6620 Peepal Enclave Marg, Chennai, Tamil Nadu 600001, India</a:t>
            </a:r>
          </a:p>
        </p:txBody>
      </p:sp>
      <p:sp>
        <p:nvSpPr>
          <p:cNvPr id="18" name="record-evidence-1-4">
            <a:extLst xmlns:a="http://schemas.openxmlformats.org/drawingml/2006/main">
              <a:ext uri="{FF2B5EF4-FFF2-40B4-BE49-F238E27FC236}">
                <a16:creationId xmlns:a16="http://schemas.microsoft.com/office/drawing/2014/main" id="{ABF3453F-C286-4965-BCF5-EAC26D2B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9" name="record-panel-1-5">
            <a:extLst xmlns:a="http://schemas.openxmlformats.org/drawingml/2006/main">
              <a:ext uri="{FF2B5EF4-FFF2-40B4-BE49-F238E27FC236}">
                <a16:creationId xmlns:a16="http://schemas.microsoft.com/office/drawing/2014/main" id="{D64B8CDC-B3B4-4877-B948-0CAD12DA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-5">
            <a:extLst xmlns:a="http://schemas.openxmlformats.org/drawingml/2006/main">
              <a:ext uri="{FF2B5EF4-FFF2-40B4-BE49-F238E27FC236}">
                <a16:creationId xmlns:a16="http://schemas.microsoft.com/office/drawing/2014/main" id="{E2E213C2-83F0-452C-B470-2AB210EA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TEST-005  |  Permanent Account Number (PAN): ARJPG1004E</a:t>
            </a:r>
          </a:p>
        </p:txBody>
      </p:sp>
      <p:sp>
        <p:nvSpPr>
          <p:cNvPr id="21" name="record-person-1-5">
            <a:extLst xmlns:a="http://schemas.openxmlformats.org/drawingml/2006/main">
              <a:ext uri="{FF2B5EF4-FFF2-40B4-BE49-F238E27FC236}">
                <a16:creationId xmlns:a16="http://schemas.microsoft.com/office/drawing/2014/main" id="{9537D177-84ED-4F8C-962D-67A530B3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Priya Vihaan Menon  |  Physical Address: Flat 11, 6657 Saffron Enclave Marg, Chandigarh, Chandigarh 160017, India</a:t>
            </a:r>
          </a:p>
        </p:txBody>
      </p:sp>
      <p:sp>
        <p:nvSpPr>
          <p:cNvPr id="22" name="record-evidence-1-5">
            <a:extLst xmlns:a="http://schemas.openxmlformats.org/drawingml/2006/main">
              <a:ext uri="{FF2B5EF4-FFF2-40B4-BE49-F238E27FC236}">
                <a16:creationId xmlns:a16="http://schemas.microsoft.com/office/drawing/2014/main" id="{50A4F9D7-9AF3-4501-AA8B-75964A99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23" name="footer-1">
            <a:extLst xmlns:a="http://schemas.openxmlformats.org/drawingml/2006/main">
              <a:ext uri="{FF2B5EF4-FFF2-40B4-BE49-F238E27FC236}">
                <a16:creationId xmlns:a16="http://schemas.microsoft.com/office/drawing/2014/main" id="{0095C427-D7C4-4E7F-A739-F23A4FEA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permanent account number (PAN)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0668271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96672F2F-7983-4342-B896-A69BD6A5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PAN Card Numbers</a:t>
            </a:r>
          </a:p>
        </p:txBody>
      </p:sp>
      <p:sp>
        <p:nvSpPr>
          <p:cNvPr id="2" name="counter-2">
            <a:extLst xmlns:a="http://schemas.openxmlformats.org/drawingml/2006/main">
              <a:ext uri="{FF2B5EF4-FFF2-40B4-BE49-F238E27FC236}">
                <a16:creationId xmlns:a16="http://schemas.microsoft.com/office/drawing/2014/main" id="{9E9AA6B5-A596-48BB-A38D-7E96A680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6-10 of 150</a:t>
            </a:r>
          </a:p>
        </p:txBody>
      </p:sp>
      <p:sp>
        <p:nvSpPr>
          <p:cNvPr id="3" name="record-panel-2-1">
            <a:extLst xmlns:a="http://schemas.openxmlformats.org/drawingml/2006/main">
              <a:ext uri="{FF2B5EF4-FFF2-40B4-BE49-F238E27FC236}">
                <a16:creationId xmlns:a16="http://schemas.microsoft.com/office/drawing/2014/main" id="{FD1825D1-40D0-49CA-AFBE-5A2A0FB8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-1">
            <a:extLst xmlns:a="http://schemas.openxmlformats.org/drawingml/2006/main">
              <a:ext uri="{FF2B5EF4-FFF2-40B4-BE49-F238E27FC236}">
                <a16:creationId xmlns:a16="http://schemas.microsoft.com/office/drawing/2014/main" id="{8E7AC93A-8A03-4951-AC5C-8CC23C34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TEST-006  |  Permanent Account Number (PAN): DIYPJ1005F</a:t>
            </a:r>
          </a:p>
        </p:txBody>
      </p:sp>
      <p:sp>
        <p:nvSpPr>
          <p:cNvPr id="5" name="record-person-2-1">
            <a:extLst xmlns:a="http://schemas.openxmlformats.org/drawingml/2006/main">
              <a:ext uri="{FF2B5EF4-FFF2-40B4-BE49-F238E27FC236}">
                <a16:creationId xmlns:a16="http://schemas.microsoft.com/office/drawing/2014/main" id="{C33D6598-AA7F-4E87-B600-B0097E9A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Rahul Kabir Malhotra  |  Physical Address: Flat 12, 6694 Yamuna Enclave Marg, Jaipur, Rajasthan 302001, India</a:t>
            </a:r>
          </a:p>
        </p:txBody>
      </p:sp>
      <p:sp>
        <p:nvSpPr>
          <p:cNvPr id="6" name="record-evidence-2-1">
            <a:extLst xmlns:a="http://schemas.openxmlformats.org/drawingml/2006/main">
              <a:ext uri="{FF2B5EF4-FFF2-40B4-BE49-F238E27FC236}">
                <a16:creationId xmlns:a16="http://schemas.microsoft.com/office/drawing/2014/main" id="{DC5E407C-E196-452D-A852-F2D81A82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7" name="record-panel-2-2">
            <a:extLst xmlns:a="http://schemas.openxmlformats.org/drawingml/2006/main">
              <a:ext uri="{FF2B5EF4-FFF2-40B4-BE49-F238E27FC236}">
                <a16:creationId xmlns:a16="http://schemas.microsoft.com/office/drawing/2014/main" id="{17182EBD-52BB-4426-BE9D-4E24CFD9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-2">
            <a:extLst xmlns:a="http://schemas.openxmlformats.org/drawingml/2006/main">
              <a:ext uri="{FF2B5EF4-FFF2-40B4-BE49-F238E27FC236}">
                <a16:creationId xmlns:a16="http://schemas.microsoft.com/office/drawing/2014/main" id="{1F5F95C4-D47C-4DE5-963F-4E6349DF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TEST-007  |  Permanent Account Number (PAN): KABPS1006G</a:t>
            </a:r>
          </a:p>
        </p:txBody>
      </p:sp>
      <p:sp>
        <p:nvSpPr>
          <p:cNvPr id="9" name="record-person-2-2">
            <a:extLst xmlns:a="http://schemas.openxmlformats.org/drawingml/2006/main">
              <a:ext uri="{FF2B5EF4-FFF2-40B4-BE49-F238E27FC236}">
                <a16:creationId xmlns:a16="http://schemas.microsoft.com/office/drawing/2014/main" id="{B15DAC8F-2F6D-4C3B-A9A5-83CC1AF6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Nisha Aarav Sethi  |  Physical Address: Flat 13, 6731 Ashoka Garden Marg, New Delhi, Delhi 110001, India</a:t>
            </a:r>
          </a:p>
        </p:txBody>
      </p:sp>
      <p:sp>
        <p:nvSpPr>
          <p:cNvPr id="10" name="record-evidence-2-2">
            <a:extLst xmlns:a="http://schemas.openxmlformats.org/drawingml/2006/main">
              <a:ext uri="{FF2B5EF4-FFF2-40B4-BE49-F238E27FC236}">
                <a16:creationId xmlns:a16="http://schemas.microsoft.com/office/drawing/2014/main" id="{1AE07ADD-AEFC-4FD5-9A09-5CA70360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1" name="record-panel-2-3">
            <a:extLst xmlns:a="http://schemas.openxmlformats.org/drawingml/2006/main">
              <a:ext uri="{FF2B5EF4-FFF2-40B4-BE49-F238E27FC236}">
                <a16:creationId xmlns:a16="http://schemas.microsoft.com/office/drawing/2014/main" id="{A6BA568B-1D20-4F57-936E-CDC6C2DC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-3">
            <a:extLst xmlns:a="http://schemas.openxmlformats.org/drawingml/2006/main">
              <a:ext uri="{FF2B5EF4-FFF2-40B4-BE49-F238E27FC236}">
                <a16:creationId xmlns:a16="http://schemas.microsoft.com/office/drawing/2014/main" id="{EA9E4296-10C8-410C-A5C9-027A499E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TEST-008  |  Permanent Account Number (PAN): ISHPV1007H</a:t>
            </a:r>
          </a:p>
        </p:txBody>
      </p:sp>
      <p:sp>
        <p:nvSpPr>
          <p:cNvPr id="13" name="record-person-2-3">
            <a:extLst xmlns:a="http://schemas.openxmlformats.org/drawingml/2006/main">
              <a:ext uri="{FF2B5EF4-FFF2-40B4-BE49-F238E27FC236}">
                <a16:creationId xmlns:a16="http://schemas.microsoft.com/office/drawing/2014/main" id="{E6A97043-B97A-4383-B081-D384ED25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Vihaan Aman Reddy  |  Physical Address: Flat 14, 6768 Banyan Garden Marg, Hyderabad, Telangana 500001, India</a:t>
            </a:r>
          </a:p>
        </p:txBody>
      </p:sp>
      <p:sp>
        <p:nvSpPr>
          <p:cNvPr id="14" name="record-evidence-2-3">
            <a:extLst xmlns:a="http://schemas.openxmlformats.org/drawingml/2006/main">
              <a:ext uri="{FF2B5EF4-FFF2-40B4-BE49-F238E27FC236}">
                <a16:creationId xmlns:a16="http://schemas.microsoft.com/office/drawing/2014/main" id="{A2C44F2B-0801-429A-A6C3-11788512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5" name="record-panel-2-4">
            <a:extLst xmlns:a="http://schemas.openxmlformats.org/drawingml/2006/main">
              <a:ext uri="{FF2B5EF4-FFF2-40B4-BE49-F238E27FC236}">
                <a16:creationId xmlns:a16="http://schemas.microsoft.com/office/drawing/2014/main" id="{ED45C135-E3DE-469E-9AAB-86FB63AA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-4">
            <a:extLst xmlns:a="http://schemas.openxmlformats.org/drawingml/2006/main">
              <a:ext uri="{FF2B5EF4-FFF2-40B4-BE49-F238E27FC236}">
                <a16:creationId xmlns:a16="http://schemas.microsoft.com/office/drawing/2014/main" id="{91F4D408-C23D-47CE-A974-B4375CAB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TEST-009  |  Permanent Account Number (PAN): ROHPI1008I</a:t>
            </a:r>
          </a:p>
        </p:txBody>
      </p:sp>
      <p:sp>
        <p:nvSpPr>
          <p:cNvPr id="17" name="record-person-2-4">
            <a:extLst xmlns:a="http://schemas.openxmlformats.org/drawingml/2006/main">
              <a:ext uri="{FF2B5EF4-FFF2-40B4-BE49-F238E27FC236}">
                <a16:creationId xmlns:a16="http://schemas.microsoft.com/office/drawing/2014/main" id="{9367E563-8764-412A-A15D-0A89A604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Kavya Vihaan Sharma  |  Physical Address: Flat 15, 6805 Cauvery Garden Marg, Bengaluru, Karnataka 560001, India</a:t>
            </a:r>
          </a:p>
        </p:txBody>
      </p:sp>
      <p:sp>
        <p:nvSpPr>
          <p:cNvPr id="18" name="record-evidence-2-4">
            <a:extLst xmlns:a="http://schemas.openxmlformats.org/drawingml/2006/main">
              <a:ext uri="{FF2B5EF4-FFF2-40B4-BE49-F238E27FC236}">
                <a16:creationId xmlns:a16="http://schemas.microsoft.com/office/drawing/2014/main" id="{45781895-E55B-458F-A459-6A208B70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9" name="record-panel-2-5">
            <a:extLst xmlns:a="http://schemas.openxmlformats.org/drawingml/2006/main">
              <a:ext uri="{FF2B5EF4-FFF2-40B4-BE49-F238E27FC236}">
                <a16:creationId xmlns:a16="http://schemas.microsoft.com/office/drawing/2014/main" id="{B34BF91F-64FF-4AAE-A9F1-D356C132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-5">
            <a:extLst xmlns:a="http://schemas.openxmlformats.org/drawingml/2006/main">
              <a:ext uri="{FF2B5EF4-FFF2-40B4-BE49-F238E27FC236}">
                <a16:creationId xmlns:a16="http://schemas.microsoft.com/office/drawing/2014/main" id="{6FB06FFE-3351-4651-9C4B-6E6C94C6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TEST-010  |  Permanent Account Number (PAN): MEEPB1009J</a:t>
            </a:r>
          </a:p>
        </p:txBody>
      </p:sp>
      <p:sp>
        <p:nvSpPr>
          <p:cNvPr id="21" name="record-person-2-5">
            <a:extLst xmlns:a="http://schemas.openxmlformats.org/drawingml/2006/main">
              <a:ext uri="{FF2B5EF4-FFF2-40B4-BE49-F238E27FC236}">
                <a16:creationId xmlns:a16="http://schemas.microsoft.com/office/drawing/2014/main" id="{A0101210-131D-4460-999A-00E2745F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Aditya Kabir Khanna  |  Physical Address: Flat 16, 6842 Gulmohar Garden Marg, Lucknow, Uttar Pradesh 226001, India</a:t>
            </a:r>
          </a:p>
        </p:txBody>
      </p:sp>
      <p:sp>
        <p:nvSpPr>
          <p:cNvPr id="22" name="record-evidence-2-5">
            <a:extLst xmlns:a="http://schemas.openxmlformats.org/drawingml/2006/main">
              <a:ext uri="{FF2B5EF4-FFF2-40B4-BE49-F238E27FC236}">
                <a16:creationId xmlns:a16="http://schemas.microsoft.com/office/drawing/2014/main" id="{C265A6DE-EEEF-4CCF-ADFE-B31FFC88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23" name="footer-2">
            <a:extLst xmlns:a="http://schemas.openxmlformats.org/drawingml/2006/main">
              <a:ext uri="{FF2B5EF4-FFF2-40B4-BE49-F238E27FC236}">
                <a16:creationId xmlns:a16="http://schemas.microsoft.com/office/drawing/2014/main" id="{77092B22-49A0-41DB-8B8C-3E40D2E5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permanent account number (PAN)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80112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C6361C8B-2225-4459-8A94-22A91AED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PAN Card Numbers</a:t>
            </a:r>
          </a:p>
        </p:txBody>
      </p:sp>
      <p:sp>
        <p:nvSpPr>
          <p:cNvPr id="2" name="counter-3">
            <a:extLst xmlns:a="http://schemas.openxmlformats.org/drawingml/2006/main">
              <a:ext uri="{FF2B5EF4-FFF2-40B4-BE49-F238E27FC236}">
                <a16:creationId xmlns:a16="http://schemas.microsoft.com/office/drawing/2014/main" id="{CACE24F7-90C7-46C4-B8B1-C3793B8E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11-15 of 150</a:t>
            </a:r>
          </a:p>
        </p:txBody>
      </p:sp>
      <p:sp>
        <p:nvSpPr>
          <p:cNvPr id="3" name="record-panel-3-1">
            <a:extLst xmlns:a="http://schemas.openxmlformats.org/drawingml/2006/main">
              <a:ext uri="{FF2B5EF4-FFF2-40B4-BE49-F238E27FC236}">
                <a16:creationId xmlns:a16="http://schemas.microsoft.com/office/drawing/2014/main" id="{3316FAA3-FC28-4B63-98C6-DDF171AD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-1">
            <a:extLst xmlns:a="http://schemas.openxmlformats.org/drawingml/2006/main">
              <a:ext uri="{FF2B5EF4-FFF2-40B4-BE49-F238E27FC236}">
                <a16:creationId xmlns:a16="http://schemas.microsoft.com/office/drawing/2014/main" id="{53A73FD1-0DB4-4D45-A60A-1F976243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TEST-011  |  Permanent Account Number (PAN): ADIPA1010K</a:t>
            </a:r>
          </a:p>
        </p:txBody>
      </p:sp>
      <p:sp>
        <p:nvSpPr>
          <p:cNvPr id="5" name="record-person-3-1">
            <a:extLst xmlns:a="http://schemas.openxmlformats.org/drawingml/2006/main">
              <a:ext uri="{FF2B5EF4-FFF2-40B4-BE49-F238E27FC236}">
                <a16:creationId xmlns:a16="http://schemas.microsoft.com/office/drawing/2014/main" id="{F091D309-887D-4317-903C-BC9B34D9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Meera Aarav Gupta  |  Physical Address: Flat 17, 6879 Jasmine Garden Marg, Kolkata, West Bengal 700001, India</a:t>
            </a:r>
          </a:p>
        </p:txBody>
      </p:sp>
      <p:sp>
        <p:nvSpPr>
          <p:cNvPr id="6" name="record-evidence-3-1">
            <a:extLst xmlns:a="http://schemas.openxmlformats.org/drawingml/2006/main">
              <a:ext uri="{FF2B5EF4-FFF2-40B4-BE49-F238E27FC236}">
                <a16:creationId xmlns:a16="http://schemas.microsoft.com/office/drawing/2014/main" id="{06A1E3B6-00F3-4DC5-914A-A136E3CA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7" name="record-panel-3-2">
            <a:extLst xmlns:a="http://schemas.openxmlformats.org/drawingml/2006/main">
              <a:ext uri="{FF2B5EF4-FFF2-40B4-BE49-F238E27FC236}">
                <a16:creationId xmlns:a16="http://schemas.microsoft.com/office/drawing/2014/main" id="{A5D99D04-0ED4-4E5B-9ED0-AAC73254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-2">
            <a:extLst xmlns:a="http://schemas.openxmlformats.org/drawingml/2006/main">
              <a:ext uri="{FF2B5EF4-FFF2-40B4-BE49-F238E27FC236}">
                <a16:creationId xmlns:a16="http://schemas.microsoft.com/office/drawing/2014/main" id="{5F806616-959E-4F79-A0F3-0AB80EEA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TEST-012  |  Permanent Account Number (PAN): KAVPM1011L</a:t>
            </a:r>
          </a:p>
        </p:txBody>
      </p:sp>
      <p:sp>
        <p:nvSpPr>
          <p:cNvPr id="9" name="record-person-3-2">
            <a:extLst xmlns:a="http://schemas.openxmlformats.org/drawingml/2006/main">
              <a:ext uri="{FF2B5EF4-FFF2-40B4-BE49-F238E27FC236}">
                <a16:creationId xmlns:a16="http://schemas.microsoft.com/office/drawing/2014/main" id="{547F23DF-1400-4497-9D74-43D484E0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Rohan Aman Menon  |  Physical Address: Flat 18, 6916 Kaveri Garden Marg, Kochi, Kerala 682001, India</a:t>
            </a:r>
          </a:p>
        </p:txBody>
      </p:sp>
      <p:sp>
        <p:nvSpPr>
          <p:cNvPr id="10" name="record-evidence-3-2">
            <a:extLst xmlns:a="http://schemas.openxmlformats.org/drawingml/2006/main">
              <a:ext uri="{FF2B5EF4-FFF2-40B4-BE49-F238E27FC236}">
                <a16:creationId xmlns:a16="http://schemas.microsoft.com/office/drawing/2014/main" id="{4207105C-3CEB-4FD7-8877-12CEFE0B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1" name="record-panel-3-3">
            <a:extLst xmlns:a="http://schemas.openxmlformats.org/drawingml/2006/main">
              <a:ext uri="{FF2B5EF4-FFF2-40B4-BE49-F238E27FC236}">
                <a16:creationId xmlns:a16="http://schemas.microsoft.com/office/drawing/2014/main" id="{42F264B1-E76F-4CFA-B244-924FA613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-3">
            <a:extLst xmlns:a="http://schemas.openxmlformats.org/drawingml/2006/main">
              <a:ext uri="{FF2B5EF4-FFF2-40B4-BE49-F238E27FC236}">
                <a16:creationId xmlns:a16="http://schemas.microsoft.com/office/drawing/2014/main" id="{DA414E71-D5D7-4BA7-9DFC-67FABAA7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TEST-013  |  Permanent Account Number (PAN): VIHPB1012M</a:t>
            </a:r>
          </a:p>
        </p:txBody>
      </p:sp>
      <p:sp>
        <p:nvSpPr>
          <p:cNvPr id="13" name="record-person-3-3">
            <a:extLst xmlns:a="http://schemas.openxmlformats.org/drawingml/2006/main">
              <a:ext uri="{FF2B5EF4-FFF2-40B4-BE49-F238E27FC236}">
                <a16:creationId xmlns:a16="http://schemas.microsoft.com/office/drawing/2014/main" id="{3AFB97AD-89D9-41A2-BE75-6990EAC1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Ishita Vihaan Malhotra  |  Physical Address: Flat 19, 6953 Lotus Garden Marg, Pune, Maharashtra 411001, India</a:t>
            </a:r>
          </a:p>
        </p:txBody>
      </p:sp>
      <p:sp>
        <p:nvSpPr>
          <p:cNvPr id="14" name="record-evidence-3-3">
            <a:extLst xmlns:a="http://schemas.openxmlformats.org/drawingml/2006/main">
              <a:ext uri="{FF2B5EF4-FFF2-40B4-BE49-F238E27FC236}">
                <a16:creationId xmlns:a16="http://schemas.microsoft.com/office/drawing/2014/main" id="{F9E4B00F-184B-45C1-AA01-611ACAFF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5" name="record-panel-3-4">
            <a:extLst xmlns:a="http://schemas.openxmlformats.org/drawingml/2006/main">
              <a:ext uri="{FF2B5EF4-FFF2-40B4-BE49-F238E27FC236}">
                <a16:creationId xmlns:a16="http://schemas.microsoft.com/office/drawing/2014/main" id="{E4805E6E-4023-42B8-B501-BFBD563E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-4">
            <a:extLst xmlns:a="http://schemas.openxmlformats.org/drawingml/2006/main">
              <a:ext uri="{FF2B5EF4-FFF2-40B4-BE49-F238E27FC236}">
                <a16:creationId xmlns:a16="http://schemas.microsoft.com/office/drawing/2014/main" id="{5B274F96-CD53-4EB6-B0FD-1C17A890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TEST-014  |  Permanent Account Number (PAN): NISPA1013N</a:t>
            </a:r>
          </a:p>
        </p:txBody>
      </p:sp>
      <p:sp>
        <p:nvSpPr>
          <p:cNvPr id="17" name="record-person-3-4">
            <a:extLst xmlns:a="http://schemas.openxmlformats.org/drawingml/2006/main">
              <a:ext uri="{FF2B5EF4-FFF2-40B4-BE49-F238E27FC236}">
                <a16:creationId xmlns:a16="http://schemas.microsoft.com/office/drawing/2014/main" id="{24F78B63-33E9-490E-8DBF-78C0C80A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Kabir Nisha Sethi  |  Physical Address: Flat 20, 6990 Mango Garden Marg, Mumbai, Maharashtra 400001, India</a:t>
            </a:r>
          </a:p>
        </p:txBody>
      </p:sp>
      <p:sp>
        <p:nvSpPr>
          <p:cNvPr id="18" name="record-evidence-3-4">
            <a:extLst xmlns:a="http://schemas.openxmlformats.org/drawingml/2006/main">
              <a:ext uri="{FF2B5EF4-FFF2-40B4-BE49-F238E27FC236}">
                <a16:creationId xmlns:a16="http://schemas.microsoft.com/office/drawing/2014/main" id="{6830E9B9-D0BB-43E2-908B-D60F8A48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9" name="record-panel-3-5">
            <a:extLst xmlns:a="http://schemas.openxmlformats.org/drawingml/2006/main">
              <a:ext uri="{FF2B5EF4-FFF2-40B4-BE49-F238E27FC236}">
                <a16:creationId xmlns:a16="http://schemas.microsoft.com/office/drawing/2014/main" id="{3526F33D-D734-4450-91E2-54AD8BE2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-5">
            <a:extLst xmlns:a="http://schemas.openxmlformats.org/drawingml/2006/main">
              <a:ext uri="{FF2B5EF4-FFF2-40B4-BE49-F238E27FC236}">
                <a16:creationId xmlns:a16="http://schemas.microsoft.com/office/drawing/2014/main" id="{85B2CE23-7B2F-4C2A-AC5C-81333BD1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TEST-015  |  Permanent Account Number (PAN): RAHPP1014O</a:t>
            </a:r>
          </a:p>
        </p:txBody>
      </p:sp>
      <p:sp>
        <p:nvSpPr>
          <p:cNvPr id="21" name="record-person-3-5">
            <a:extLst xmlns:a="http://schemas.openxmlformats.org/drawingml/2006/main">
              <a:ext uri="{FF2B5EF4-FFF2-40B4-BE49-F238E27FC236}">
                <a16:creationId xmlns:a16="http://schemas.microsoft.com/office/drawing/2014/main" id="{887F690E-C519-438D-9F1C-457FD66C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Diya Aarav Joshi  |  Physical Address: Flat 21, 7027 Narmada Garden Marg, Ahmedabad, Gujarat 380001, India</a:t>
            </a:r>
          </a:p>
        </p:txBody>
      </p:sp>
      <p:sp>
        <p:nvSpPr>
          <p:cNvPr id="22" name="record-evidence-3-5">
            <a:extLst xmlns:a="http://schemas.openxmlformats.org/drawingml/2006/main">
              <a:ext uri="{FF2B5EF4-FFF2-40B4-BE49-F238E27FC236}">
                <a16:creationId xmlns:a16="http://schemas.microsoft.com/office/drawing/2014/main" id="{00362908-494D-44B0-A28F-B90BFD2D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23" name="footer-3">
            <a:extLst xmlns:a="http://schemas.openxmlformats.org/drawingml/2006/main">
              <a:ext uri="{FF2B5EF4-FFF2-40B4-BE49-F238E27FC236}">
                <a16:creationId xmlns:a16="http://schemas.microsoft.com/office/drawing/2014/main" id="{24CF3369-7DC3-4EDF-8004-56DF9EA6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permanent account number (PAN)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414876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2DABA445-295A-4BD2-8D8E-1BCED6FC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PAN Card Numbers</a:t>
            </a:r>
          </a:p>
        </p:txBody>
      </p:sp>
      <p:sp>
        <p:nvSpPr>
          <p:cNvPr id="2" name="counter-4">
            <a:extLst xmlns:a="http://schemas.openxmlformats.org/drawingml/2006/main">
              <a:ext uri="{FF2B5EF4-FFF2-40B4-BE49-F238E27FC236}">
                <a16:creationId xmlns:a16="http://schemas.microsoft.com/office/drawing/2014/main" id="{0B29D735-BF01-43F3-9A0A-E33BE01E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16-20 of 150</a:t>
            </a:r>
          </a:p>
        </p:txBody>
      </p:sp>
      <p:sp>
        <p:nvSpPr>
          <p:cNvPr id="3" name="record-panel-4-1">
            <a:extLst xmlns:a="http://schemas.openxmlformats.org/drawingml/2006/main">
              <a:ext uri="{FF2B5EF4-FFF2-40B4-BE49-F238E27FC236}">
                <a16:creationId xmlns:a16="http://schemas.microsoft.com/office/drawing/2014/main" id="{06ABADAA-27B7-4F91-AD60-85C17698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4-1">
            <a:extLst xmlns:a="http://schemas.openxmlformats.org/drawingml/2006/main">
              <a:ext uri="{FF2B5EF4-FFF2-40B4-BE49-F238E27FC236}">
                <a16:creationId xmlns:a16="http://schemas.microsoft.com/office/drawing/2014/main" id="{BD850737-4E13-4408-917F-E6ECCE37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TEST-016  |  Permanent Account Number (PAN): PRIPN1015P</a:t>
            </a:r>
          </a:p>
        </p:txBody>
      </p:sp>
      <p:sp>
        <p:nvSpPr>
          <p:cNvPr id="5" name="record-person-4-1">
            <a:extLst xmlns:a="http://schemas.openxmlformats.org/drawingml/2006/main">
              <a:ext uri="{FF2B5EF4-FFF2-40B4-BE49-F238E27FC236}">
                <a16:creationId xmlns:a16="http://schemas.microsoft.com/office/drawing/2014/main" id="{E5D3A5D9-2490-414C-BC9B-9D2CF4AE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Arjun Aman Sharma  |  Physical Address: Flat 22, 7064 Peepal Garden Marg, Chennai, Tamil Nadu 600001, India</a:t>
            </a:r>
          </a:p>
        </p:txBody>
      </p:sp>
      <p:sp>
        <p:nvSpPr>
          <p:cNvPr id="6" name="record-evidence-4-1">
            <a:extLst xmlns:a="http://schemas.openxmlformats.org/drawingml/2006/main">
              <a:ext uri="{FF2B5EF4-FFF2-40B4-BE49-F238E27FC236}">
                <a16:creationId xmlns:a16="http://schemas.microsoft.com/office/drawing/2014/main" id="{D47306DE-D2CE-4D91-B89B-C018C615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7" name="record-panel-4-2">
            <a:extLst xmlns:a="http://schemas.openxmlformats.org/drawingml/2006/main">
              <a:ext uri="{FF2B5EF4-FFF2-40B4-BE49-F238E27FC236}">
                <a16:creationId xmlns:a16="http://schemas.microsoft.com/office/drawing/2014/main" id="{2E59C126-9186-4794-825A-1F536D05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4-2">
            <a:extLst xmlns:a="http://schemas.openxmlformats.org/drawingml/2006/main">
              <a:ext uri="{FF2B5EF4-FFF2-40B4-BE49-F238E27FC236}">
                <a16:creationId xmlns:a16="http://schemas.microsoft.com/office/drawing/2014/main" id="{65422B32-8110-46E8-8DB7-95A01AA8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TEST-017  |  Permanent Account Number (PAN): KARPD1016Q</a:t>
            </a:r>
          </a:p>
        </p:txBody>
      </p:sp>
      <p:sp>
        <p:nvSpPr>
          <p:cNvPr id="9" name="record-person-4-2">
            <a:extLst xmlns:a="http://schemas.openxmlformats.org/drawingml/2006/main">
              <a:ext uri="{FF2B5EF4-FFF2-40B4-BE49-F238E27FC236}">
                <a16:creationId xmlns:a16="http://schemas.microsoft.com/office/drawing/2014/main" id="{43508109-BAA7-45C3-923E-F2035475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Ananya Vihaan Khanna  |  Physical Address: Flat 23, 7101 Saffron Garden Marg, Chandigarh, Chandigarh 160017, India</a:t>
            </a:r>
          </a:p>
        </p:txBody>
      </p:sp>
      <p:sp>
        <p:nvSpPr>
          <p:cNvPr id="10" name="record-evidence-4-2">
            <a:extLst xmlns:a="http://schemas.openxmlformats.org/drawingml/2006/main">
              <a:ext uri="{FF2B5EF4-FFF2-40B4-BE49-F238E27FC236}">
                <a16:creationId xmlns:a16="http://schemas.microsoft.com/office/drawing/2014/main" id="{E12E57F5-642A-4DAD-B966-D6A6D905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1" name="record-panel-4-3">
            <a:extLst xmlns:a="http://schemas.openxmlformats.org/drawingml/2006/main">
              <a:ext uri="{FF2B5EF4-FFF2-40B4-BE49-F238E27FC236}">
                <a16:creationId xmlns:a16="http://schemas.microsoft.com/office/drawing/2014/main" id="{70AD240B-216A-46DB-8468-3AE2E73A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4-3">
            <a:extLst xmlns:a="http://schemas.openxmlformats.org/drawingml/2006/main">
              <a:ext uri="{FF2B5EF4-FFF2-40B4-BE49-F238E27FC236}">
                <a16:creationId xmlns:a16="http://schemas.microsoft.com/office/drawing/2014/main" id="{3D2ABE7F-BCE3-455D-8DFA-5EB5AA22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TEST-018  |  Permanent Account Number (PAN): NEHPK1017R</a:t>
            </a:r>
          </a:p>
        </p:txBody>
      </p:sp>
      <p:sp>
        <p:nvSpPr>
          <p:cNvPr id="13" name="record-person-4-3">
            <a:extLst xmlns:a="http://schemas.openxmlformats.org/drawingml/2006/main">
              <a:ext uri="{FF2B5EF4-FFF2-40B4-BE49-F238E27FC236}">
                <a16:creationId xmlns:a16="http://schemas.microsoft.com/office/drawing/2014/main" id="{D4BC10FB-DCB3-4A7E-A1B1-F562A566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Vivaan Kabir Gupta  |  Physical Address: Flat 24, 7138 Yamuna Garden Marg, Jaipur, Rajasthan 302001, India</a:t>
            </a:r>
          </a:p>
        </p:txBody>
      </p:sp>
      <p:sp>
        <p:nvSpPr>
          <p:cNvPr id="14" name="record-evidence-4-3">
            <a:extLst xmlns:a="http://schemas.openxmlformats.org/drawingml/2006/main">
              <a:ext uri="{FF2B5EF4-FFF2-40B4-BE49-F238E27FC236}">
                <a16:creationId xmlns:a16="http://schemas.microsoft.com/office/drawing/2014/main" id="{A2881661-83CE-45D1-A651-E106B559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5" name="record-panel-4-4">
            <a:extLst xmlns:a="http://schemas.openxmlformats.org/drawingml/2006/main">
              <a:ext uri="{FF2B5EF4-FFF2-40B4-BE49-F238E27FC236}">
                <a16:creationId xmlns:a16="http://schemas.microsoft.com/office/drawing/2014/main" id="{0D606400-BDCA-42E7-A284-D487B3BB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4-4">
            <a:extLst xmlns:a="http://schemas.openxmlformats.org/drawingml/2006/main">
              <a:ext uri="{FF2B5EF4-FFF2-40B4-BE49-F238E27FC236}">
                <a16:creationId xmlns:a16="http://schemas.microsoft.com/office/drawing/2014/main" id="{D6E8131C-C818-4FB9-B93C-D37D15CA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TEST-019  |  Permanent Account Number (PAN): AMAPK1018S</a:t>
            </a:r>
          </a:p>
        </p:txBody>
      </p:sp>
      <p:sp>
        <p:nvSpPr>
          <p:cNvPr id="17" name="record-person-4-4">
            <a:extLst xmlns:a="http://schemas.openxmlformats.org/drawingml/2006/main">
              <a:ext uri="{FF2B5EF4-FFF2-40B4-BE49-F238E27FC236}">
                <a16:creationId xmlns:a16="http://schemas.microsoft.com/office/drawing/2014/main" id="{7DDEE653-6449-448C-A9B0-BAC4C24E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Aadhya Aarav Saxena  |  Physical Address: Flat 25, 7175 Ashoka Heights Marg, New Delhi, Delhi 110001, India</a:t>
            </a:r>
          </a:p>
        </p:txBody>
      </p:sp>
      <p:sp>
        <p:nvSpPr>
          <p:cNvPr id="18" name="record-evidence-4-4">
            <a:extLst xmlns:a="http://schemas.openxmlformats.org/drawingml/2006/main">
              <a:ext uri="{FF2B5EF4-FFF2-40B4-BE49-F238E27FC236}">
                <a16:creationId xmlns:a16="http://schemas.microsoft.com/office/drawing/2014/main" id="{E6C8806B-C81A-43E8-983D-E1804E79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9" name="record-panel-4-5">
            <a:extLst xmlns:a="http://schemas.openxmlformats.org/drawingml/2006/main">
              <a:ext uri="{FF2B5EF4-FFF2-40B4-BE49-F238E27FC236}">
                <a16:creationId xmlns:a16="http://schemas.microsoft.com/office/drawing/2014/main" id="{562A1E9A-CF2B-4AA1-9E40-6DA9E694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4-5">
            <a:extLst xmlns:a="http://schemas.openxmlformats.org/drawingml/2006/main">
              <a:ext uri="{FF2B5EF4-FFF2-40B4-BE49-F238E27FC236}">
                <a16:creationId xmlns:a16="http://schemas.microsoft.com/office/drawing/2014/main" id="{0ACA69D2-84B2-401B-A216-20723E4B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TEST-020  |  Permanent Account Number (PAN): RIYPC1019T</a:t>
            </a:r>
          </a:p>
        </p:txBody>
      </p:sp>
      <p:sp>
        <p:nvSpPr>
          <p:cNvPr id="21" name="record-person-4-5">
            <a:extLst xmlns:a="http://schemas.openxmlformats.org/drawingml/2006/main">
              <a:ext uri="{FF2B5EF4-FFF2-40B4-BE49-F238E27FC236}">
                <a16:creationId xmlns:a16="http://schemas.microsoft.com/office/drawing/2014/main" id="{078EB396-0866-4AAC-942E-C3D004D5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Aarav Aman Malhotra  |  Physical Address: Flat 26, 7212 Banyan Heights Marg, Hyderabad, Telangana 500001, India</a:t>
            </a:r>
          </a:p>
        </p:txBody>
      </p:sp>
      <p:sp>
        <p:nvSpPr>
          <p:cNvPr id="22" name="record-evidence-4-5">
            <a:extLst xmlns:a="http://schemas.openxmlformats.org/drawingml/2006/main">
              <a:ext uri="{FF2B5EF4-FFF2-40B4-BE49-F238E27FC236}">
                <a16:creationId xmlns:a16="http://schemas.microsoft.com/office/drawing/2014/main" id="{D6409897-AFB1-4A4A-8E5E-1B64216E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23" name="footer-4">
            <a:extLst xmlns:a="http://schemas.openxmlformats.org/drawingml/2006/main">
              <a:ext uri="{FF2B5EF4-FFF2-40B4-BE49-F238E27FC236}">
                <a16:creationId xmlns:a16="http://schemas.microsoft.com/office/drawing/2014/main" id="{55719946-2EC4-48D7-9A59-00667058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permanent account number (PAN)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0251078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E4DF2C76-2296-4569-BB62-91680419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PAN Card Numbers</a:t>
            </a:r>
          </a:p>
        </p:txBody>
      </p:sp>
      <p:sp>
        <p:nvSpPr>
          <p:cNvPr id="2" name="counter-5">
            <a:extLst xmlns:a="http://schemas.openxmlformats.org/drawingml/2006/main">
              <a:ext uri="{FF2B5EF4-FFF2-40B4-BE49-F238E27FC236}">
                <a16:creationId xmlns:a16="http://schemas.microsoft.com/office/drawing/2014/main" id="{DD584DA1-BB2D-4E33-A587-6A45B755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21-25 of 150</a:t>
            </a:r>
          </a:p>
        </p:txBody>
      </p:sp>
      <p:sp>
        <p:nvSpPr>
          <p:cNvPr id="3" name="record-panel-5-1">
            <a:extLst xmlns:a="http://schemas.openxmlformats.org/drawingml/2006/main">
              <a:ext uri="{FF2B5EF4-FFF2-40B4-BE49-F238E27FC236}">
                <a16:creationId xmlns:a16="http://schemas.microsoft.com/office/drawing/2014/main" id="{BCDA9911-2421-463E-863E-4322920C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5-1">
            <a:extLst xmlns:a="http://schemas.openxmlformats.org/drawingml/2006/main">
              <a:ext uri="{FF2B5EF4-FFF2-40B4-BE49-F238E27FC236}">
                <a16:creationId xmlns:a16="http://schemas.microsoft.com/office/drawing/2014/main" id="{EB21197A-A6F6-43E4-8533-7E08D255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TEST-021  |  Permanent Account Number (PAN): DEVPR1020U</a:t>
            </a:r>
          </a:p>
        </p:txBody>
      </p:sp>
      <p:sp>
        <p:nvSpPr>
          <p:cNvPr id="5" name="record-person-5-1">
            <a:extLst xmlns:a="http://schemas.openxmlformats.org/drawingml/2006/main">
              <a:ext uri="{FF2B5EF4-FFF2-40B4-BE49-F238E27FC236}">
                <a16:creationId xmlns:a16="http://schemas.microsoft.com/office/drawing/2014/main" id="{062E6B95-B5CA-430A-A6EA-00CE7471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Simran Kavya Sethi  |  Physical Address: Flat 27, 7249 Cauvery Heights Marg, Bengaluru, Karnataka 560001, India</a:t>
            </a:r>
          </a:p>
        </p:txBody>
      </p:sp>
      <p:sp>
        <p:nvSpPr>
          <p:cNvPr id="6" name="record-evidence-5-1">
            <a:extLst xmlns:a="http://schemas.openxmlformats.org/drawingml/2006/main">
              <a:ext uri="{FF2B5EF4-FFF2-40B4-BE49-F238E27FC236}">
                <a16:creationId xmlns:a16="http://schemas.microsoft.com/office/drawing/2014/main" id="{FA5E3000-CA8E-47B5-8EF3-A79BAD08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7" name="record-panel-5-2">
            <a:extLst xmlns:a="http://schemas.openxmlformats.org/drawingml/2006/main">
              <a:ext uri="{FF2B5EF4-FFF2-40B4-BE49-F238E27FC236}">
                <a16:creationId xmlns:a16="http://schemas.microsoft.com/office/drawing/2014/main" id="{1342D5E3-9116-40E0-A737-CDD72ED0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5-2">
            <a:extLst xmlns:a="http://schemas.openxmlformats.org/drawingml/2006/main">
              <a:ext uri="{FF2B5EF4-FFF2-40B4-BE49-F238E27FC236}">
                <a16:creationId xmlns:a16="http://schemas.microsoft.com/office/drawing/2014/main" id="{452BD175-ED36-4349-AE79-FEEDFBFA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TEST-022  |  Permanent Account Number (PAN): TARPS1021V</a:t>
            </a:r>
          </a:p>
        </p:txBody>
      </p:sp>
      <p:sp>
        <p:nvSpPr>
          <p:cNvPr id="9" name="record-person-5-2">
            <a:extLst xmlns:a="http://schemas.openxmlformats.org/drawingml/2006/main">
              <a:ext uri="{FF2B5EF4-FFF2-40B4-BE49-F238E27FC236}">
                <a16:creationId xmlns:a16="http://schemas.microsoft.com/office/drawing/2014/main" id="{55FD3DC3-6F44-43AE-9A1C-0E5634D1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Sahil Diya Joshi  |  Physical Address: Flat 28, 7286 Gulmohar Heights Marg, Lucknow, Uttar Pradesh 226001, India</a:t>
            </a:r>
          </a:p>
        </p:txBody>
      </p:sp>
      <p:sp>
        <p:nvSpPr>
          <p:cNvPr id="10" name="record-evidence-5-2">
            <a:extLst xmlns:a="http://schemas.openxmlformats.org/drawingml/2006/main">
              <a:ext uri="{FF2B5EF4-FFF2-40B4-BE49-F238E27FC236}">
                <a16:creationId xmlns:a16="http://schemas.microsoft.com/office/drawing/2014/main" id="{4AB9B0A3-A881-4AF2-9136-90725768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1" name="record-panel-5-3">
            <a:extLst xmlns:a="http://schemas.openxmlformats.org/drawingml/2006/main">
              <a:ext uri="{FF2B5EF4-FFF2-40B4-BE49-F238E27FC236}">
                <a16:creationId xmlns:a16="http://schemas.microsoft.com/office/drawing/2014/main" id="{C73C69F5-D911-46F2-896F-9E490D3D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5-3">
            <a:extLst xmlns:a="http://schemas.openxmlformats.org/drawingml/2006/main">
              <a:ext uri="{FF2B5EF4-FFF2-40B4-BE49-F238E27FC236}">
                <a16:creationId xmlns:a16="http://schemas.microsoft.com/office/drawing/2014/main" id="{F1D97D08-87D1-4752-8F9C-633C5256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TEST-023  |  Permanent Account Number (PAN): SAHPR1022W</a:t>
            </a:r>
          </a:p>
        </p:txBody>
      </p:sp>
      <p:sp>
        <p:nvSpPr>
          <p:cNvPr id="13" name="record-person-5-3">
            <a:extLst xmlns:a="http://schemas.openxmlformats.org/drawingml/2006/main">
              <a:ext uri="{FF2B5EF4-FFF2-40B4-BE49-F238E27FC236}">
                <a16:creationId xmlns:a16="http://schemas.microsoft.com/office/drawing/2014/main" id="{C24A2CA5-BC7F-487F-AE68-CD4437FC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Tara Simran Sharma  |  Physical Address: Flat 29, 7323 Jasmine Heights Marg, Kolkata, West Bengal 700001, India</a:t>
            </a:r>
          </a:p>
        </p:txBody>
      </p:sp>
      <p:sp>
        <p:nvSpPr>
          <p:cNvPr id="14" name="record-evidence-5-3">
            <a:extLst xmlns:a="http://schemas.openxmlformats.org/drawingml/2006/main">
              <a:ext uri="{FF2B5EF4-FFF2-40B4-BE49-F238E27FC236}">
                <a16:creationId xmlns:a16="http://schemas.microsoft.com/office/drawing/2014/main" id="{3D0382CC-BAE2-4CBE-A214-703739F6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5" name="record-panel-5-4">
            <a:extLst xmlns:a="http://schemas.openxmlformats.org/drawingml/2006/main">
              <a:ext uri="{FF2B5EF4-FFF2-40B4-BE49-F238E27FC236}">
                <a16:creationId xmlns:a16="http://schemas.microsoft.com/office/drawing/2014/main" id="{B6130136-1916-457E-A1C1-1713C09B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5-4">
            <a:extLst xmlns:a="http://schemas.openxmlformats.org/drawingml/2006/main">
              <a:ext uri="{FF2B5EF4-FFF2-40B4-BE49-F238E27FC236}">
                <a16:creationId xmlns:a16="http://schemas.microsoft.com/office/drawing/2014/main" id="{CE6F3D17-486F-4C54-9CF4-DDFC1D75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TEST-024  |  Permanent Account Number (PAN): SIMPM1023X</a:t>
            </a:r>
          </a:p>
        </p:txBody>
      </p:sp>
      <p:sp>
        <p:nvSpPr>
          <p:cNvPr id="17" name="record-person-5-4">
            <a:extLst xmlns:a="http://schemas.openxmlformats.org/drawingml/2006/main">
              <a:ext uri="{FF2B5EF4-FFF2-40B4-BE49-F238E27FC236}">
                <a16:creationId xmlns:a16="http://schemas.microsoft.com/office/drawing/2014/main" id="{67A31A77-3247-4230-9EF4-717E835F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Dev Neha Khanna  |  Physical Address: Flat 30, 7360 Kaveri Heights Marg, Kochi, Kerala 682001, India</a:t>
            </a:r>
          </a:p>
        </p:txBody>
      </p:sp>
      <p:sp>
        <p:nvSpPr>
          <p:cNvPr id="18" name="record-evidence-5-4">
            <a:extLst xmlns:a="http://schemas.openxmlformats.org/drawingml/2006/main">
              <a:ext uri="{FF2B5EF4-FFF2-40B4-BE49-F238E27FC236}">
                <a16:creationId xmlns:a16="http://schemas.microsoft.com/office/drawing/2014/main" id="{528AF13A-C80C-44D5-927B-C5F7334F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9" name="record-panel-5-5">
            <a:extLst xmlns:a="http://schemas.openxmlformats.org/drawingml/2006/main">
              <a:ext uri="{FF2B5EF4-FFF2-40B4-BE49-F238E27FC236}">
                <a16:creationId xmlns:a16="http://schemas.microsoft.com/office/drawing/2014/main" id="{8ECD6118-B937-4CDD-B576-8C13766A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5-5">
            <a:extLst xmlns:a="http://schemas.openxmlformats.org/drawingml/2006/main">
              <a:ext uri="{FF2B5EF4-FFF2-40B4-BE49-F238E27FC236}">
                <a16:creationId xmlns:a16="http://schemas.microsoft.com/office/drawing/2014/main" id="{9C03503F-1E2E-4818-9F64-E1F90249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TEST-025  |  Permanent Account Number (PAN): AARPV1024Y</a:t>
            </a:r>
          </a:p>
        </p:txBody>
      </p:sp>
      <p:sp>
        <p:nvSpPr>
          <p:cNvPr id="21" name="record-person-5-5">
            <a:extLst xmlns:a="http://schemas.openxmlformats.org/drawingml/2006/main">
              <a:ext uri="{FF2B5EF4-FFF2-40B4-BE49-F238E27FC236}">
                <a16:creationId xmlns:a16="http://schemas.microsoft.com/office/drawing/2014/main" id="{640F51E1-8CE0-45ED-AF77-84A43C9D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Riya Kavya Gupta  |  Physical Address: Flat 31, 7397 Lotus Heights Marg, Pune, Maharashtra 411001, India</a:t>
            </a:r>
          </a:p>
        </p:txBody>
      </p:sp>
      <p:sp>
        <p:nvSpPr>
          <p:cNvPr id="22" name="record-evidence-5-5">
            <a:extLst xmlns:a="http://schemas.openxmlformats.org/drawingml/2006/main">
              <a:ext uri="{FF2B5EF4-FFF2-40B4-BE49-F238E27FC236}">
                <a16:creationId xmlns:a16="http://schemas.microsoft.com/office/drawing/2014/main" id="{87698818-739C-4038-9B80-2D25852A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23" name="footer-5">
            <a:extLst xmlns:a="http://schemas.openxmlformats.org/drawingml/2006/main">
              <a:ext uri="{FF2B5EF4-FFF2-40B4-BE49-F238E27FC236}">
                <a16:creationId xmlns:a16="http://schemas.microsoft.com/office/drawing/2014/main" id="{D9F2A937-1F9F-4BA9-AEEB-EFE4C3E0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permanent account number (PAN)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7729271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5D1B9724-9F97-4E95-82ED-7A33127B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PAN Card Numbers</a:t>
            </a:r>
          </a:p>
        </p:txBody>
      </p:sp>
      <p:sp>
        <p:nvSpPr>
          <p:cNvPr id="2" name="counter-6">
            <a:extLst xmlns:a="http://schemas.openxmlformats.org/drawingml/2006/main">
              <a:ext uri="{FF2B5EF4-FFF2-40B4-BE49-F238E27FC236}">
                <a16:creationId xmlns:a16="http://schemas.microsoft.com/office/drawing/2014/main" id="{81F7EB62-1693-4826-9FB4-8A24915C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26-30 of 150</a:t>
            </a:r>
          </a:p>
        </p:txBody>
      </p:sp>
      <p:sp>
        <p:nvSpPr>
          <p:cNvPr id="3" name="record-panel-6-1">
            <a:extLst xmlns:a="http://schemas.openxmlformats.org/drawingml/2006/main">
              <a:ext uri="{FF2B5EF4-FFF2-40B4-BE49-F238E27FC236}">
                <a16:creationId xmlns:a16="http://schemas.microsoft.com/office/drawing/2014/main" id="{188EC2B5-8CF8-4680-A8E4-CFDA9486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6-1">
            <a:extLst xmlns:a="http://schemas.openxmlformats.org/drawingml/2006/main">
              <a:ext uri="{FF2B5EF4-FFF2-40B4-BE49-F238E27FC236}">
                <a16:creationId xmlns:a16="http://schemas.microsoft.com/office/drawing/2014/main" id="{88E098BA-F9E3-4ECC-AA50-303038FB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TEST-026  |  Permanent Account Number (PAN): AADPI1025Z</a:t>
            </a:r>
          </a:p>
        </p:txBody>
      </p:sp>
      <p:sp>
        <p:nvSpPr>
          <p:cNvPr id="5" name="record-person-6-1">
            <a:extLst xmlns:a="http://schemas.openxmlformats.org/drawingml/2006/main">
              <a:ext uri="{FF2B5EF4-FFF2-40B4-BE49-F238E27FC236}">
                <a16:creationId xmlns:a16="http://schemas.microsoft.com/office/drawing/2014/main" id="{7E844E06-D1E9-408B-A939-C8D06C5E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Aman Diya Saxena  |  Physical Address: Flat 32, 7434 Mango Heights Marg, Mumbai, Maharashtra 400001, India</a:t>
            </a:r>
          </a:p>
        </p:txBody>
      </p:sp>
      <p:sp>
        <p:nvSpPr>
          <p:cNvPr id="6" name="record-evidence-6-1">
            <a:extLst xmlns:a="http://schemas.openxmlformats.org/drawingml/2006/main">
              <a:ext uri="{FF2B5EF4-FFF2-40B4-BE49-F238E27FC236}">
                <a16:creationId xmlns:a16="http://schemas.microsoft.com/office/drawing/2014/main" id="{EFF2D18B-D0AF-42EB-A21D-A5DB5F2A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7" name="record-panel-6-2">
            <a:extLst xmlns:a="http://schemas.openxmlformats.org/drawingml/2006/main">
              <a:ext uri="{FF2B5EF4-FFF2-40B4-BE49-F238E27FC236}">
                <a16:creationId xmlns:a16="http://schemas.microsoft.com/office/drawing/2014/main" id="{98B4B5B6-F27A-435F-A5BC-65134524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6-2">
            <a:extLst xmlns:a="http://schemas.openxmlformats.org/drawingml/2006/main">
              <a:ext uri="{FF2B5EF4-FFF2-40B4-BE49-F238E27FC236}">
                <a16:creationId xmlns:a16="http://schemas.microsoft.com/office/drawing/2014/main" id="{EFB690B9-3357-42D4-8E56-2C5A862F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TEST-027  |  Permanent Account Number (PAN): VIVPB1026A</a:t>
            </a:r>
          </a:p>
        </p:txBody>
      </p:sp>
      <p:sp>
        <p:nvSpPr>
          <p:cNvPr id="9" name="record-person-6-2">
            <a:extLst xmlns:a="http://schemas.openxmlformats.org/drawingml/2006/main">
              <a:ext uri="{FF2B5EF4-FFF2-40B4-BE49-F238E27FC236}">
                <a16:creationId xmlns:a16="http://schemas.microsoft.com/office/drawing/2014/main" id="{0C6CB43A-5FCD-4C81-8502-1B4C6BCD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Neha Simran Malhotra  |  Physical Address: Flat 33, 7471 Narmada Heights Marg, Ahmedabad, Gujarat 380001, India</a:t>
            </a:r>
          </a:p>
        </p:txBody>
      </p:sp>
      <p:sp>
        <p:nvSpPr>
          <p:cNvPr id="10" name="record-evidence-6-2">
            <a:extLst xmlns:a="http://schemas.openxmlformats.org/drawingml/2006/main">
              <a:ext uri="{FF2B5EF4-FFF2-40B4-BE49-F238E27FC236}">
                <a16:creationId xmlns:a16="http://schemas.microsoft.com/office/drawing/2014/main" id="{69F52019-6760-4106-A900-02EB3552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1" name="record-panel-6-3">
            <a:extLst xmlns:a="http://schemas.openxmlformats.org/drawingml/2006/main">
              <a:ext uri="{FF2B5EF4-FFF2-40B4-BE49-F238E27FC236}">
                <a16:creationId xmlns:a16="http://schemas.microsoft.com/office/drawing/2014/main" id="{1F942264-84FF-4D9D-A928-6A851AA9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6-3">
            <a:extLst xmlns:a="http://schemas.openxmlformats.org/drawingml/2006/main">
              <a:ext uri="{FF2B5EF4-FFF2-40B4-BE49-F238E27FC236}">
                <a16:creationId xmlns:a16="http://schemas.microsoft.com/office/drawing/2014/main" id="{904184FB-59AF-4451-A1B6-CD2AF0FD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TEST-028  |  Permanent Account Number (PAN): ANAPA1027B</a:t>
            </a:r>
          </a:p>
        </p:txBody>
      </p:sp>
      <p:sp>
        <p:nvSpPr>
          <p:cNvPr id="13" name="record-person-6-3">
            <a:extLst xmlns:a="http://schemas.openxmlformats.org/drawingml/2006/main">
              <a:ext uri="{FF2B5EF4-FFF2-40B4-BE49-F238E27FC236}">
                <a16:creationId xmlns:a16="http://schemas.microsoft.com/office/drawing/2014/main" id="{A016B2C9-4174-43FD-9C74-891D6696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Karan Neha Sethi  |  Physical Address: Flat 34, 7508 Peepal Heights Marg, Chennai, Tamil Nadu 600001, India</a:t>
            </a:r>
          </a:p>
        </p:txBody>
      </p:sp>
      <p:sp>
        <p:nvSpPr>
          <p:cNvPr id="14" name="record-evidence-6-3">
            <a:extLst xmlns:a="http://schemas.openxmlformats.org/drawingml/2006/main">
              <a:ext uri="{FF2B5EF4-FFF2-40B4-BE49-F238E27FC236}">
                <a16:creationId xmlns:a16="http://schemas.microsoft.com/office/drawing/2014/main" id="{C14E1436-6524-476D-9026-AE5817FB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5" name="record-panel-6-4">
            <a:extLst xmlns:a="http://schemas.openxmlformats.org/drawingml/2006/main">
              <a:ext uri="{FF2B5EF4-FFF2-40B4-BE49-F238E27FC236}">
                <a16:creationId xmlns:a16="http://schemas.microsoft.com/office/drawing/2014/main" id="{E738621C-4762-48F9-BB1D-8356BEB5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6-4">
            <a:extLst xmlns:a="http://schemas.openxmlformats.org/drawingml/2006/main">
              <a:ext uri="{FF2B5EF4-FFF2-40B4-BE49-F238E27FC236}">
                <a16:creationId xmlns:a16="http://schemas.microsoft.com/office/drawing/2014/main" id="{897B62B3-05CD-4FD1-9186-91F8C8A9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TEST-029  |  Permanent Account Number (PAN): ARJPM1028C</a:t>
            </a:r>
          </a:p>
        </p:txBody>
      </p:sp>
      <p:sp>
        <p:nvSpPr>
          <p:cNvPr id="17" name="record-person-6-4">
            <a:extLst xmlns:a="http://schemas.openxmlformats.org/drawingml/2006/main">
              <a:ext uri="{FF2B5EF4-FFF2-40B4-BE49-F238E27FC236}">
                <a16:creationId xmlns:a16="http://schemas.microsoft.com/office/drawing/2014/main" id="{309DEB7F-A41D-48D7-9F1F-C2519D3F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Priya Kavya Joshi  |  Physical Address: Flat 35, 7545 Saffron Heights Marg, Chandigarh, Chandigarh 160017, India</a:t>
            </a:r>
          </a:p>
        </p:txBody>
      </p:sp>
      <p:sp>
        <p:nvSpPr>
          <p:cNvPr id="18" name="record-evidence-6-4">
            <a:extLst xmlns:a="http://schemas.openxmlformats.org/drawingml/2006/main">
              <a:ext uri="{FF2B5EF4-FFF2-40B4-BE49-F238E27FC236}">
                <a16:creationId xmlns:a16="http://schemas.microsoft.com/office/drawing/2014/main" id="{AAF3F66C-D4C2-428F-AE0A-E2781FBC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9" name="record-panel-6-5">
            <a:extLst xmlns:a="http://schemas.openxmlformats.org/drawingml/2006/main">
              <a:ext uri="{FF2B5EF4-FFF2-40B4-BE49-F238E27FC236}">
                <a16:creationId xmlns:a16="http://schemas.microsoft.com/office/drawing/2014/main" id="{41549CC3-7B1A-4E8B-A932-06716A9B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6-5">
            <a:extLst xmlns:a="http://schemas.openxmlformats.org/drawingml/2006/main">
              <a:ext uri="{FF2B5EF4-FFF2-40B4-BE49-F238E27FC236}">
                <a16:creationId xmlns:a16="http://schemas.microsoft.com/office/drawing/2014/main" id="{411A76A4-0075-474D-A9CA-52FD6D8B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TEST-030  |  Permanent Account Number (PAN): DIYPB1029D</a:t>
            </a:r>
          </a:p>
        </p:txBody>
      </p:sp>
      <p:sp>
        <p:nvSpPr>
          <p:cNvPr id="21" name="record-person-6-5">
            <a:extLst xmlns:a="http://schemas.openxmlformats.org/drawingml/2006/main">
              <a:ext uri="{FF2B5EF4-FFF2-40B4-BE49-F238E27FC236}">
                <a16:creationId xmlns:a16="http://schemas.microsoft.com/office/drawing/2014/main" id="{DB2EDA81-B2C5-490A-9E05-1AE4721D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Rahul Diya Verma  |  Physical Address: Flat 36, 7582 Yamuna Heights Marg, Jaipur, Rajasthan 302001, India</a:t>
            </a:r>
          </a:p>
        </p:txBody>
      </p:sp>
      <p:sp>
        <p:nvSpPr>
          <p:cNvPr id="22" name="record-evidence-6-5">
            <a:extLst xmlns:a="http://schemas.openxmlformats.org/drawingml/2006/main">
              <a:ext uri="{FF2B5EF4-FFF2-40B4-BE49-F238E27FC236}">
                <a16:creationId xmlns:a16="http://schemas.microsoft.com/office/drawing/2014/main" id="{4B715C86-DD45-4E0E-B097-2D9851FE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23" name="footer-6">
            <a:extLst xmlns:a="http://schemas.openxmlformats.org/drawingml/2006/main">
              <a:ext uri="{FF2B5EF4-FFF2-40B4-BE49-F238E27FC236}">
                <a16:creationId xmlns:a16="http://schemas.microsoft.com/office/drawing/2014/main" id="{5F5540E1-83F9-4648-B795-8DFBE174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permanent account number (PAN)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9537211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AFE281B0-2919-4C55-ABF5-AAB2E1A7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PAN Card Numbers</a:t>
            </a:r>
          </a:p>
        </p:txBody>
      </p:sp>
      <p:sp>
        <p:nvSpPr>
          <p:cNvPr id="2" name="counter-7">
            <a:extLst xmlns:a="http://schemas.openxmlformats.org/drawingml/2006/main">
              <a:ext uri="{FF2B5EF4-FFF2-40B4-BE49-F238E27FC236}">
                <a16:creationId xmlns:a16="http://schemas.microsoft.com/office/drawing/2014/main" id="{5A26C8F0-79A6-4F47-BC18-279A0941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31-35 of 150</a:t>
            </a:r>
          </a:p>
        </p:txBody>
      </p:sp>
      <p:sp>
        <p:nvSpPr>
          <p:cNvPr id="3" name="record-panel-7-1">
            <a:extLst xmlns:a="http://schemas.openxmlformats.org/drawingml/2006/main">
              <a:ext uri="{FF2B5EF4-FFF2-40B4-BE49-F238E27FC236}">
                <a16:creationId xmlns:a16="http://schemas.microsoft.com/office/drawing/2014/main" id="{F0B4DC88-B03E-4850-B008-DA4AA187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7-1">
            <a:extLst xmlns:a="http://schemas.openxmlformats.org/drawingml/2006/main">
              <a:ext uri="{FF2B5EF4-FFF2-40B4-BE49-F238E27FC236}">
                <a16:creationId xmlns:a16="http://schemas.microsoft.com/office/drawing/2014/main" id="{063776E8-7034-4AA2-ADCE-2858EB4D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TEST-031  |  Permanent Account Number (PAN): KABPA1030E</a:t>
            </a:r>
          </a:p>
        </p:txBody>
      </p:sp>
      <p:sp>
        <p:nvSpPr>
          <p:cNvPr id="5" name="record-person-7-1">
            <a:extLst xmlns:a="http://schemas.openxmlformats.org/drawingml/2006/main">
              <a:ext uri="{FF2B5EF4-FFF2-40B4-BE49-F238E27FC236}">
                <a16:creationId xmlns:a16="http://schemas.microsoft.com/office/drawing/2014/main" id="{03C055D8-39FB-4035-B147-B3E2C822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Nisha Simran Khanna  |  Physical Address: Flat 37, 7619 Ashoka Nagar Marg, New Delhi, Delhi 110001, India</a:t>
            </a:r>
          </a:p>
        </p:txBody>
      </p:sp>
      <p:sp>
        <p:nvSpPr>
          <p:cNvPr id="6" name="record-evidence-7-1">
            <a:extLst xmlns:a="http://schemas.openxmlformats.org/drawingml/2006/main">
              <a:ext uri="{FF2B5EF4-FFF2-40B4-BE49-F238E27FC236}">
                <a16:creationId xmlns:a16="http://schemas.microsoft.com/office/drawing/2014/main" id="{5E262288-2056-444F-A4C2-F77A8D9A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7" name="record-panel-7-2">
            <a:extLst xmlns:a="http://schemas.openxmlformats.org/drawingml/2006/main">
              <a:ext uri="{FF2B5EF4-FFF2-40B4-BE49-F238E27FC236}">
                <a16:creationId xmlns:a16="http://schemas.microsoft.com/office/drawing/2014/main" id="{67FEEDBC-D090-4845-A50C-09419066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7-2">
            <a:extLst xmlns:a="http://schemas.openxmlformats.org/drawingml/2006/main">
              <a:ext uri="{FF2B5EF4-FFF2-40B4-BE49-F238E27FC236}">
                <a16:creationId xmlns:a16="http://schemas.microsoft.com/office/drawing/2014/main" id="{89F7168C-504D-4862-9931-DEE02C9D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TEST-032  |  Permanent Account Number (PAN): ISHPP1031F</a:t>
            </a:r>
          </a:p>
        </p:txBody>
      </p:sp>
      <p:sp>
        <p:nvSpPr>
          <p:cNvPr id="9" name="record-person-7-2">
            <a:extLst xmlns:a="http://schemas.openxmlformats.org/drawingml/2006/main">
              <a:ext uri="{FF2B5EF4-FFF2-40B4-BE49-F238E27FC236}">
                <a16:creationId xmlns:a16="http://schemas.microsoft.com/office/drawing/2014/main" id="{F1341151-9E37-494A-9F58-A55F6B04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Vihaan Neha Gupta  |  Physical Address: Flat 38, 7656 Banyan Nagar Marg, Hyderabad, Telangana 500001, India</a:t>
            </a:r>
          </a:p>
        </p:txBody>
      </p:sp>
      <p:sp>
        <p:nvSpPr>
          <p:cNvPr id="10" name="record-evidence-7-2">
            <a:extLst xmlns:a="http://schemas.openxmlformats.org/drawingml/2006/main">
              <a:ext uri="{FF2B5EF4-FFF2-40B4-BE49-F238E27FC236}">
                <a16:creationId xmlns:a16="http://schemas.microsoft.com/office/drawing/2014/main" id="{9E80B845-B373-48EB-B23B-BC0DE90F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1" name="record-panel-7-3">
            <a:extLst xmlns:a="http://schemas.openxmlformats.org/drawingml/2006/main">
              <a:ext uri="{FF2B5EF4-FFF2-40B4-BE49-F238E27FC236}">
                <a16:creationId xmlns:a16="http://schemas.microsoft.com/office/drawing/2014/main" id="{71C5378A-22AF-485D-9006-DC17A47E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7-3">
            <a:extLst xmlns:a="http://schemas.openxmlformats.org/drawingml/2006/main">
              <a:ext uri="{FF2B5EF4-FFF2-40B4-BE49-F238E27FC236}">
                <a16:creationId xmlns:a16="http://schemas.microsoft.com/office/drawing/2014/main" id="{D49671C7-58AF-4200-8D92-0E062482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TEST-033  |  Permanent Account Number (PAN): ROHPN1032G</a:t>
            </a:r>
          </a:p>
        </p:txBody>
      </p:sp>
      <p:sp>
        <p:nvSpPr>
          <p:cNvPr id="13" name="record-person-7-3">
            <a:extLst xmlns:a="http://schemas.openxmlformats.org/drawingml/2006/main">
              <a:ext uri="{FF2B5EF4-FFF2-40B4-BE49-F238E27FC236}">
                <a16:creationId xmlns:a16="http://schemas.microsoft.com/office/drawing/2014/main" id="{CF98591F-3A12-4BC8-B038-681A811B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Kavya Aman Saxena  |  Physical Address: Flat 39, 7693 Cauvery Nagar Marg, Bengaluru, Karnataka 560001, India</a:t>
            </a:r>
          </a:p>
        </p:txBody>
      </p:sp>
      <p:sp>
        <p:nvSpPr>
          <p:cNvPr id="14" name="record-evidence-7-3">
            <a:extLst xmlns:a="http://schemas.openxmlformats.org/drawingml/2006/main">
              <a:ext uri="{FF2B5EF4-FFF2-40B4-BE49-F238E27FC236}">
                <a16:creationId xmlns:a16="http://schemas.microsoft.com/office/drawing/2014/main" id="{18F32991-D200-46AA-983A-22CC3AB8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5" name="record-panel-7-4">
            <a:extLst xmlns:a="http://schemas.openxmlformats.org/drawingml/2006/main">
              <a:ext uri="{FF2B5EF4-FFF2-40B4-BE49-F238E27FC236}">
                <a16:creationId xmlns:a16="http://schemas.microsoft.com/office/drawing/2014/main" id="{FADCBEB4-9921-4349-A06E-E207005B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7-4">
            <a:extLst xmlns:a="http://schemas.openxmlformats.org/drawingml/2006/main">
              <a:ext uri="{FF2B5EF4-FFF2-40B4-BE49-F238E27FC236}">
                <a16:creationId xmlns:a16="http://schemas.microsoft.com/office/drawing/2014/main" id="{CDC2DE18-3783-48FD-A3C6-48D5EF03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TEST-034  |  Permanent Account Number (PAN): MEEPD1033H</a:t>
            </a:r>
          </a:p>
        </p:txBody>
      </p:sp>
      <p:sp>
        <p:nvSpPr>
          <p:cNvPr id="17" name="record-person-7-4">
            <a:extLst xmlns:a="http://schemas.openxmlformats.org/drawingml/2006/main">
              <a:ext uri="{FF2B5EF4-FFF2-40B4-BE49-F238E27FC236}">
                <a16:creationId xmlns:a16="http://schemas.microsoft.com/office/drawing/2014/main" id="{38C727AA-8385-4385-9829-CD4BCBEB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Aditya Diya Iyer  |  Physical Address: Flat 40, 7730 Gulmohar Nagar Marg, Lucknow, Uttar Pradesh 226001, India</a:t>
            </a:r>
          </a:p>
        </p:txBody>
      </p:sp>
      <p:sp>
        <p:nvSpPr>
          <p:cNvPr id="18" name="record-evidence-7-4">
            <a:extLst xmlns:a="http://schemas.openxmlformats.org/drawingml/2006/main">
              <a:ext uri="{FF2B5EF4-FFF2-40B4-BE49-F238E27FC236}">
                <a16:creationId xmlns:a16="http://schemas.microsoft.com/office/drawing/2014/main" id="{49F35060-C404-46B9-AB93-C12AF771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9" name="record-panel-7-5">
            <a:extLst xmlns:a="http://schemas.openxmlformats.org/drawingml/2006/main">
              <a:ext uri="{FF2B5EF4-FFF2-40B4-BE49-F238E27FC236}">
                <a16:creationId xmlns:a16="http://schemas.microsoft.com/office/drawing/2014/main" id="{F158EAE6-83AB-411C-B55B-6F77486B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7-5">
            <a:extLst xmlns:a="http://schemas.openxmlformats.org/drawingml/2006/main">
              <a:ext uri="{FF2B5EF4-FFF2-40B4-BE49-F238E27FC236}">
                <a16:creationId xmlns:a16="http://schemas.microsoft.com/office/drawing/2014/main" id="{7E7BF574-43DE-4A1E-AFD9-02D2A4B8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TEST-035  |  Permanent Account Number (PAN): ADIPK1034I</a:t>
            </a:r>
          </a:p>
        </p:txBody>
      </p:sp>
      <p:sp>
        <p:nvSpPr>
          <p:cNvPr id="21" name="record-person-7-5">
            <a:extLst xmlns:a="http://schemas.openxmlformats.org/drawingml/2006/main">
              <a:ext uri="{FF2B5EF4-FFF2-40B4-BE49-F238E27FC236}">
                <a16:creationId xmlns:a16="http://schemas.microsoft.com/office/drawing/2014/main" id="{D87266D8-75AC-4008-880B-6535E289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Meera Simran Sethi  |  Physical Address: Flat 41, 7767 Jasmine Nagar Marg, Kolkata, West Bengal 700001, India</a:t>
            </a:r>
          </a:p>
        </p:txBody>
      </p:sp>
      <p:sp>
        <p:nvSpPr>
          <p:cNvPr id="22" name="record-evidence-7-5">
            <a:extLst xmlns:a="http://schemas.openxmlformats.org/drawingml/2006/main">
              <a:ext uri="{FF2B5EF4-FFF2-40B4-BE49-F238E27FC236}">
                <a16:creationId xmlns:a16="http://schemas.microsoft.com/office/drawing/2014/main" id="{E30D131E-C6C0-4AB7-8F6A-B3F4A2B9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23" name="footer-7">
            <a:extLst xmlns:a="http://schemas.openxmlformats.org/drawingml/2006/main">
              <a:ext uri="{FF2B5EF4-FFF2-40B4-BE49-F238E27FC236}">
                <a16:creationId xmlns:a16="http://schemas.microsoft.com/office/drawing/2014/main" id="{F92961D7-70F3-49B4-AC94-A82DE1CA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permanent account number (PAN)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724394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9D6C6623-AE8D-4076-8796-13633919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PAN Card Numbers</a:t>
            </a:r>
          </a:p>
        </p:txBody>
      </p:sp>
      <p:sp>
        <p:nvSpPr>
          <p:cNvPr id="2" name="counter-8">
            <a:extLst xmlns:a="http://schemas.openxmlformats.org/drawingml/2006/main">
              <a:ext uri="{FF2B5EF4-FFF2-40B4-BE49-F238E27FC236}">
                <a16:creationId xmlns:a16="http://schemas.microsoft.com/office/drawing/2014/main" id="{EDEE3DD4-0A69-4427-9EAC-4A674BB7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36-40 of 150</a:t>
            </a:r>
          </a:p>
        </p:txBody>
      </p:sp>
      <p:sp>
        <p:nvSpPr>
          <p:cNvPr id="3" name="record-panel-8-1">
            <a:extLst xmlns:a="http://schemas.openxmlformats.org/drawingml/2006/main">
              <a:ext uri="{FF2B5EF4-FFF2-40B4-BE49-F238E27FC236}">
                <a16:creationId xmlns:a16="http://schemas.microsoft.com/office/drawing/2014/main" id="{EB7D5BB0-A0D2-4F19-9ABD-6486A761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8-1">
            <a:extLst xmlns:a="http://schemas.openxmlformats.org/drawingml/2006/main">
              <a:ext uri="{FF2B5EF4-FFF2-40B4-BE49-F238E27FC236}">
                <a16:creationId xmlns:a16="http://schemas.microsoft.com/office/drawing/2014/main" id="{64D0FA0D-B92A-4ADD-AA20-C5440B9E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TEST-036  |  Permanent Account Number (PAN): KAVPK1035J</a:t>
            </a:r>
          </a:p>
        </p:txBody>
      </p:sp>
      <p:sp>
        <p:nvSpPr>
          <p:cNvPr id="5" name="record-person-8-1">
            <a:extLst xmlns:a="http://schemas.openxmlformats.org/drawingml/2006/main">
              <a:ext uri="{FF2B5EF4-FFF2-40B4-BE49-F238E27FC236}">
                <a16:creationId xmlns:a16="http://schemas.microsoft.com/office/drawing/2014/main" id="{590454BE-40A4-4F5F-82E0-CC26D34E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Rohan Neha Joshi  |  Physical Address: Flat 42, 7804 Kaveri Nagar Marg, Kochi, Kerala 682001, India</a:t>
            </a:r>
          </a:p>
        </p:txBody>
      </p:sp>
      <p:sp>
        <p:nvSpPr>
          <p:cNvPr id="6" name="record-evidence-8-1">
            <a:extLst xmlns:a="http://schemas.openxmlformats.org/drawingml/2006/main">
              <a:ext uri="{FF2B5EF4-FFF2-40B4-BE49-F238E27FC236}">
                <a16:creationId xmlns:a16="http://schemas.microsoft.com/office/drawing/2014/main" id="{83BF7A76-0C2C-40F3-8551-B0595AA0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7" name="record-panel-8-2">
            <a:extLst xmlns:a="http://schemas.openxmlformats.org/drawingml/2006/main">
              <a:ext uri="{FF2B5EF4-FFF2-40B4-BE49-F238E27FC236}">
                <a16:creationId xmlns:a16="http://schemas.microsoft.com/office/drawing/2014/main" id="{F15F95BE-F8A9-4693-8562-B1B24B7C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8-2">
            <a:extLst xmlns:a="http://schemas.openxmlformats.org/drawingml/2006/main">
              <a:ext uri="{FF2B5EF4-FFF2-40B4-BE49-F238E27FC236}">
                <a16:creationId xmlns:a16="http://schemas.microsoft.com/office/drawing/2014/main" id="{AE6BC0B0-83CB-477D-A9F0-A6B6B7AE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TEST-037  |  Permanent Account Number (PAN): VIHPC1036K</a:t>
            </a:r>
          </a:p>
        </p:txBody>
      </p:sp>
      <p:sp>
        <p:nvSpPr>
          <p:cNvPr id="9" name="record-person-8-2">
            <a:extLst xmlns:a="http://schemas.openxmlformats.org/drawingml/2006/main">
              <a:ext uri="{FF2B5EF4-FFF2-40B4-BE49-F238E27FC236}">
                <a16:creationId xmlns:a16="http://schemas.microsoft.com/office/drawing/2014/main" id="{07730B5C-D78F-44A3-8487-191888F4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Ishita Kavya Verma  |  Physical Address: Flat 43, 7841 Lotus Nagar Marg, Pune, Maharashtra 411001, India</a:t>
            </a:r>
          </a:p>
        </p:txBody>
      </p:sp>
      <p:sp>
        <p:nvSpPr>
          <p:cNvPr id="10" name="record-evidence-8-2">
            <a:extLst xmlns:a="http://schemas.openxmlformats.org/drawingml/2006/main">
              <a:ext uri="{FF2B5EF4-FFF2-40B4-BE49-F238E27FC236}">
                <a16:creationId xmlns:a16="http://schemas.microsoft.com/office/drawing/2014/main" id="{B07CF962-0231-4F51-B3F7-D29615CE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1" name="record-panel-8-3">
            <a:extLst xmlns:a="http://schemas.openxmlformats.org/drawingml/2006/main">
              <a:ext uri="{FF2B5EF4-FFF2-40B4-BE49-F238E27FC236}">
                <a16:creationId xmlns:a16="http://schemas.microsoft.com/office/drawing/2014/main" id="{4CABBEE7-F93A-464B-AF1F-94389FEE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8-3">
            <a:extLst xmlns:a="http://schemas.openxmlformats.org/drawingml/2006/main">
              <a:ext uri="{FF2B5EF4-FFF2-40B4-BE49-F238E27FC236}">
                <a16:creationId xmlns:a16="http://schemas.microsoft.com/office/drawing/2014/main" id="{A1AA4DBE-873F-4423-9332-5DE497C1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TEST-038  |  Permanent Account Number (PAN): NISPR1037L</a:t>
            </a:r>
          </a:p>
        </p:txBody>
      </p:sp>
      <p:sp>
        <p:nvSpPr>
          <p:cNvPr id="13" name="record-person-8-3">
            <a:extLst xmlns:a="http://schemas.openxmlformats.org/drawingml/2006/main">
              <a:ext uri="{FF2B5EF4-FFF2-40B4-BE49-F238E27FC236}">
                <a16:creationId xmlns:a16="http://schemas.microsoft.com/office/drawing/2014/main" id="{D603A713-10CE-4082-8333-C705323E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Kabir Diya Bhatia  |  Physical Address: Flat 44, 7878 Mango Nagar Marg, Mumbai, Maharashtra 400001, India</a:t>
            </a:r>
          </a:p>
        </p:txBody>
      </p:sp>
      <p:sp>
        <p:nvSpPr>
          <p:cNvPr id="14" name="record-evidence-8-3">
            <a:extLst xmlns:a="http://schemas.openxmlformats.org/drawingml/2006/main">
              <a:ext uri="{FF2B5EF4-FFF2-40B4-BE49-F238E27FC236}">
                <a16:creationId xmlns:a16="http://schemas.microsoft.com/office/drawing/2014/main" id="{37EF247C-16E4-4E79-B0CA-FDBAD7C8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5" name="record-panel-8-4">
            <a:extLst xmlns:a="http://schemas.openxmlformats.org/drawingml/2006/main">
              <a:ext uri="{FF2B5EF4-FFF2-40B4-BE49-F238E27FC236}">
                <a16:creationId xmlns:a16="http://schemas.microsoft.com/office/drawing/2014/main" id="{59FFCFE6-6B16-4D30-93FF-6C24586B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8-4">
            <a:extLst xmlns:a="http://schemas.openxmlformats.org/drawingml/2006/main">
              <a:ext uri="{FF2B5EF4-FFF2-40B4-BE49-F238E27FC236}">
                <a16:creationId xmlns:a16="http://schemas.microsoft.com/office/drawing/2014/main" id="{A4F9E04D-341C-4C2C-9D17-75D650E1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TEST-039  |  Permanent Account Number (PAN): RAHPS1038M</a:t>
            </a:r>
          </a:p>
        </p:txBody>
      </p:sp>
      <p:sp>
        <p:nvSpPr>
          <p:cNvPr id="17" name="record-person-8-4">
            <a:extLst xmlns:a="http://schemas.openxmlformats.org/drawingml/2006/main">
              <a:ext uri="{FF2B5EF4-FFF2-40B4-BE49-F238E27FC236}">
                <a16:creationId xmlns:a16="http://schemas.microsoft.com/office/drawing/2014/main" id="{291248F9-4294-40EE-A0B6-3089CC4D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Diya Simran Gupta  |  Physical Address: Flat 45, 7915 Narmada Nagar Marg, Ahmedabad, Gujarat 380001, India</a:t>
            </a:r>
          </a:p>
        </p:txBody>
      </p:sp>
      <p:sp>
        <p:nvSpPr>
          <p:cNvPr id="18" name="record-evidence-8-4">
            <a:extLst xmlns:a="http://schemas.openxmlformats.org/drawingml/2006/main">
              <a:ext uri="{FF2B5EF4-FFF2-40B4-BE49-F238E27FC236}">
                <a16:creationId xmlns:a16="http://schemas.microsoft.com/office/drawing/2014/main" id="{AD0BC0E9-C6B0-40EB-BFFA-80F58E19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9" name="record-panel-8-5">
            <a:extLst xmlns:a="http://schemas.openxmlformats.org/drawingml/2006/main">
              <a:ext uri="{FF2B5EF4-FFF2-40B4-BE49-F238E27FC236}">
                <a16:creationId xmlns:a16="http://schemas.microsoft.com/office/drawing/2014/main" id="{D7226908-84EA-4740-94E6-B0B75A9C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8-5">
            <a:extLst xmlns:a="http://schemas.openxmlformats.org/drawingml/2006/main">
              <a:ext uri="{FF2B5EF4-FFF2-40B4-BE49-F238E27FC236}">
                <a16:creationId xmlns:a16="http://schemas.microsoft.com/office/drawing/2014/main" id="{58A51044-75F8-4800-9B26-95F3110F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TEST-040  |  Permanent Account Number (PAN): PRIPR1039N</a:t>
            </a:r>
          </a:p>
        </p:txBody>
      </p:sp>
      <p:sp>
        <p:nvSpPr>
          <p:cNvPr id="21" name="record-person-8-5">
            <a:extLst xmlns:a="http://schemas.openxmlformats.org/drawingml/2006/main">
              <a:ext uri="{FF2B5EF4-FFF2-40B4-BE49-F238E27FC236}">
                <a16:creationId xmlns:a16="http://schemas.microsoft.com/office/drawing/2014/main" id="{43C81749-35F3-4686-812C-A2F9E14B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Arjun Neha Saxena  |  Physical Address: Flat 46, 7952 Peepal Nagar Marg, Chennai, Tamil Nadu 600001, India</a:t>
            </a:r>
          </a:p>
        </p:txBody>
      </p:sp>
      <p:sp>
        <p:nvSpPr>
          <p:cNvPr id="22" name="record-evidence-8-5">
            <a:extLst xmlns:a="http://schemas.openxmlformats.org/drawingml/2006/main">
              <a:ext uri="{FF2B5EF4-FFF2-40B4-BE49-F238E27FC236}">
                <a16:creationId xmlns:a16="http://schemas.microsoft.com/office/drawing/2014/main" id="{7B4333FC-CE01-40BB-9398-4594F685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23" name="footer-8">
            <a:extLst xmlns:a="http://schemas.openxmlformats.org/drawingml/2006/main">
              <a:ext uri="{FF2B5EF4-FFF2-40B4-BE49-F238E27FC236}">
                <a16:creationId xmlns:a16="http://schemas.microsoft.com/office/drawing/2014/main" id="{9326A5A4-33D4-4183-B81C-502FC76C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permanent account number (PAN)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6321111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9EB3FE94-E471-4B64-A4E5-5B7810D3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PAN Card Numbers</a:t>
            </a:r>
          </a:p>
        </p:txBody>
      </p:sp>
      <p:sp>
        <p:nvSpPr>
          <p:cNvPr id="2" name="counter-9">
            <a:extLst xmlns:a="http://schemas.openxmlformats.org/drawingml/2006/main">
              <a:ext uri="{FF2B5EF4-FFF2-40B4-BE49-F238E27FC236}">
                <a16:creationId xmlns:a16="http://schemas.microsoft.com/office/drawing/2014/main" id="{7789A94B-2652-4582-BD49-12D2F0FA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41-45 of 150</a:t>
            </a:r>
          </a:p>
        </p:txBody>
      </p:sp>
      <p:sp>
        <p:nvSpPr>
          <p:cNvPr id="3" name="record-panel-9-1">
            <a:extLst xmlns:a="http://schemas.openxmlformats.org/drawingml/2006/main">
              <a:ext uri="{FF2B5EF4-FFF2-40B4-BE49-F238E27FC236}">
                <a16:creationId xmlns:a16="http://schemas.microsoft.com/office/drawing/2014/main" id="{7822E315-41FE-4348-91B8-FA9EBF52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9-1">
            <a:extLst xmlns:a="http://schemas.openxmlformats.org/drawingml/2006/main">
              <a:ext uri="{FF2B5EF4-FFF2-40B4-BE49-F238E27FC236}">
                <a16:creationId xmlns:a16="http://schemas.microsoft.com/office/drawing/2014/main" id="{B4BA0328-0AA8-44E7-B40C-87406E88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TEST-041  |  Permanent Account Number (PAN): KARPM1040O</a:t>
            </a:r>
          </a:p>
        </p:txBody>
      </p:sp>
      <p:sp>
        <p:nvSpPr>
          <p:cNvPr id="5" name="record-person-9-1">
            <a:extLst xmlns:a="http://schemas.openxmlformats.org/drawingml/2006/main">
              <a:ext uri="{FF2B5EF4-FFF2-40B4-BE49-F238E27FC236}">
                <a16:creationId xmlns:a16="http://schemas.microsoft.com/office/drawing/2014/main" id="{13C583BD-79F9-487C-84CC-CB97DB21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Ananya Kavya Iyer  |  Physical Address: Flat 47, 7989 Saffron Nagar Marg, Chandigarh, Chandigarh 160017, India</a:t>
            </a:r>
          </a:p>
        </p:txBody>
      </p:sp>
      <p:sp>
        <p:nvSpPr>
          <p:cNvPr id="6" name="record-evidence-9-1">
            <a:extLst xmlns:a="http://schemas.openxmlformats.org/drawingml/2006/main">
              <a:ext uri="{FF2B5EF4-FFF2-40B4-BE49-F238E27FC236}">
                <a16:creationId xmlns:a16="http://schemas.microsoft.com/office/drawing/2014/main" id="{3BDBC91D-CD91-4096-B4AB-9417392F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7" name="record-panel-9-2">
            <a:extLst xmlns:a="http://schemas.openxmlformats.org/drawingml/2006/main">
              <a:ext uri="{FF2B5EF4-FFF2-40B4-BE49-F238E27FC236}">
                <a16:creationId xmlns:a16="http://schemas.microsoft.com/office/drawing/2014/main" id="{88E192F3-89EF-4834-93D8-DD5745FC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9-2">
            <a:extLst xmlns:a="http://schemas.openxmlformats.org/drawingml/2006/main">
              <a:ext uri="{FF2B5EF4-FFF2-40B4-BE49-F238E27FC236}">
                <a16:creationId xmlns:a16="http://schemas.microsoft.com/office/drawing/2014/main" id="{DFB36A06-97A5-4E64-908B-31223D9B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TEST-042  |  Permanent Account Number (PAN): NEHPS1041P</a:t>
            </a:r>
          </a:p>
        </p:txBody>
      </p:sp>
      <p:sp>
        <p:nvSpPr>
          <p:cNvPr id="9" name="record-person-9-2">
            <a:extLst xmlns:a="http://schemas.openxmlformats.org/drawingml/2006/main">
              <a:ext uri="{FF2B5EF4-FFF2-40B4-BE49-F238E27FC236}">
                <a16:creationId xmlns:a16="http://schemas.microsoft.com/office/drawing/2014/main" id="{E7FE96A7-F1ED-423C-9BA1-FD942FC3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Vivaan Diya Arora  |  Physical Address: Flat 48, 8026 Yamuna Nagar Marg, Jaipur, Rajasthan 302001, India</a:t>
            </a:r>
          </a:p>
        </p:txBody>
      </p:sp>
      <p:sp>
        <p:nvSpPr>
          <p:cNvPr id="10" name="record-evidence-9-2">
            <a:extLst xmlns:a="http://schemas.openxmlformats.org/drawingml/2006/main">
              <a:ext uri="{FF2B5EF4-FFF2-40B4-BE49-F238E27FC236}">
                <a16:creationId xmlns:a16="http://schemas.microsoft.com/office/drawing/2014/main" id="{C5E61A37-6CFF-4EA9-8DFB-6F80B3F3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1" name="record-panel-9-3">
            <a:extLst xmlns:a="http://schemas.openxmlformats.org/drawingml/2006/main">
              <a:ext uri="{FF2B5EF4-FFF2-40B4-BE49-F238E27FC236}">
                <a16:creationId xmlns:a16="http://schemas.microsoft.com/office/drawing/2014/main" id="{96427BE9-E710-4538-8DD9-0E6B00E6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9-3">
            <a:extLst xmlns:a="http://schemas.openxmlformats.org/drawingml/2006/main">
              <a:ext uri="{FF2B5EF4-FFF2-40B4-BE49-F238E27FC236}">
                <a16:creationId xmlns:a16="http://schemas.microsoft.com/office/drawing/2014/main" id="{05DF264E-2E65-47C3-A7AC-B8C18032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TEST-043  |  Permanent Account Number (PAN): AMAPM1042Q</a:t>
            </a:r>
          </a:p>
        </p:txBody>
      </p:sp>
      <p:sp>
        <p:nvSpPr>
          <p:cNvPr id="13" name="record-person-9-3">
            <a:extLst xmlns:a="http://schemas.openxmlformats.org/drawingml/2006/main">
              <a:ext uri="{FF2B5EF4-FFF2-40B4-BE49-F238E27FC236}">
                <a16:creationId xmlns:a16="http://schemas.microsoft.com/office/drawing/2014/main" id="{A7671227-602C-4B7B-813F-CA69FC30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Aadhya Simran Joshi  |  Physical Address: Flat 49, 8063 Ashoka Park Marg, New Delhi, Delhi 110001, India</a:t>
            </a:r>
          </a:p>
        </p:txBody>
      </p:sp>
      <p:sp>
        <p:nvSpPr>
          <p:cNvPr id="14" name="record-evidence-9-3">
            <a:extLst xmlns:a="http://schemas.openxmlformats.org/drawingml/2006/main">
              <a:ext uri="{FF2B5EF4-FFF2-40B4-BE49-F238E27FC236}">
                <a16:creationId xmlns:a16="http://schemas.microsoft.com/office/drawing/2014/main" id="{FC69B7C7-5858-431A-B999-399A09FB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5" name="record-panel-9-4">
            <a:extLst xmlns:a="http://schemas.openxmlformats.org/drawingml/2006/main">
              <a:ext uri="{FF2B5EF4-FFF2-40B4-BE49-F238E27FC236}">
                <a16:creationId xmlns:a16="http://schemas.microsoft.com/office/drawing/2014/main" id="{9FFAC4DC-86F6-49FE-8330-E76AEECB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9-4">
            <a:extLst xmlns:a="http://schemas.openxmlformats.org/drawingml/2006/main">
              <a:ext uri="{FF2B5EF4-FFF2-40B4-BE49-F238E27FC236}">
                <a16:creationId xmlns:a16="http://schemas.microsoft.com/office/drawing/2014/main" id="{4E5D05DC-1DB3-4043-8D5C-0178458C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TEST-044  |  Permanent Account Number (PAN): RIYPK1043R</a:t>
            </a:r>
          </a:p>
        </p:txBody>
      </p:sp>
      <p:sp>
        <p:nvSpPr>
          <p:cNvPr id="17" name="record-person-9-4">
            <a:extLst xmlns:a="http://schemas.openxmlformats.org/drawingml/2006/main">
              <a:ext uri="{FF2B5EF4-FFF2-40B4-BE49-F238E27FC236}">
                <a16:creationId xmlns:a16="http://schemas.microsoft.com/office/drawing/2014/main" id="{8C75283C-846B-490F-997E-BFC039BA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Aarav Neha Verma  |  Physical Address: Flat 50, 8100 Banyan Park Marg, Hyderabad, Telangana 500001, India</a:t>
            </a:r>
          </a:p>
        </p:txBody>
      </p:sp>
      <p:sp>
        <p:nvSpPr>
          <p:cNvPr id="18" name="record-evidence-9-4">
            <a:extLst xmlns:a="http://schemas.openxmlformats.org/drawingml/2006/main">
              <a:ext uri="{FF2B5EF4-FFF2-40B4-BE49-F238E27FC236}">
                <a16:creationId xmlns:a16="http://schemas.microsoft.com/office/drawing/2014/main" id="{324AE381-BDB2-4B9B-93F3-7776BF8D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9" name="record-panel-9-5">
            <a:extLst xmlns:a="http://schemas.openxmlformats.org/drawingml/2006/main">
              <a:ext uri="{FF2B5EF4-FFF2-40B4-BE49-F238E27FC236}">
                <a16:creationId xmlns:a16="http://schemas.microsoft.com/office/drawing/2014/main" id="{72474B46-2D01-433E-86E5-CB11AE1E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9-5">
            <a:extLst xmlns:a="http://schemas.openxmlformats.org/drawingml/2006/main">
              <a:ext uri="{FF2B5EF4-FFF2-40B4-BE49-F238E27FC236}">
                <a16:creationId xmlns:a16="http://schemas.microsoft.com/office/drawing/2014/main" id="{14396767-A101-4646-B0CC-20DBED60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TEST-045  |  Permanent Account Number (PAN): DEVPS1044S</a:t>
            </a:r>
          </a:p>
        </p:txBody>
      </p:sp>
      <p:sp>
        <p:nvSpPr>
          <p:cNvPr id="21" name="record-person-9-5">
            <a:extLst xmlns:a="http://schemas.openxmlformats.org/drawingml/2006/main">
              <a:ext uri="{FF2B5EF4-FFF2-40B4-BE49-F238E27FC236}">
                <a16:creationId xmlns:a16="http://schemas.microsoft.com/office/drawing/2014/main" id="{E50C3DBA-57A7-46A4-8D25-456AF5F3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Simran Aditya Bhatia  |  Physical Address: Flat 51, 8137 Cauvery Park Marg, Bengaluru, Karnataka 560001, India</a:t>
            </a:r>
          </a:p>
        </p:txBody>
      </p:sp>
      <p:sp>
        <p:nvSpPr>
          <p:cNvPr id="22" name="record-evidence-9-5">
            <a:extLst xmlns:a="http://schemas.openxmlformats.org/drawingml/2006/main">
              <a:ext uri="{FF2B5EF4-FFF2-40B4-BE49-F238E27FC236}">
                <a16:creationId xmlns:a16="http://schemas.microsoft.com/office/drawing/2014/main" id="{9B5EA500-A446-46CC-8962-21475948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23" name="footer-9">
            <a:extLst xmlns:a="http://schemas.openxmlformats.org/drawingml/2006/main">
              <a:ext uri="{FF2B5EF4-FFF2-40B4-BE49-F238E27FC236}">
                <a16:creationId xmlns:a16="http://schemas.microsoft.com/office/drawing/2014/main" id="{1D106BD8-4DF8-4AB7-8337-1B0D1858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permanent account number (PAN)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056739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4D9B5C38-44EA-47B1-92CA-8D8AD354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PAN Card Numbers</a:t>
            </a:r>
          </a:p>
        </p:txBody>
      </p:sp>
      <p:sp>
        <p:nvSpPr>
          <p:cNvPr id="2" name="counter-10">
            <a:extLst xmlns:a="http://schemas.openxmlformats.org/drawingml/2006/main">
              <a:ext uri="{FF2B5EF4-FFF2-40B4-BE49-F238E27FC236}">
                <a16:creationId xmlns:a16="http://schemas.microsoft.com/office/drawing/2014/main" id="{7F800363-DD86-4861-B42D-CBB89D9E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46-50 of 150</a:t>
            </a:r>
          </a:p>
        </p:txBody>
      </p:sp>
      <p:sp>
        <p:nvSpPr>
          <p:cNvPr id="3" name="record-panel-10-1">
            <a:extLst xmlns:a="http://schemas.openxmlformats.org/drawingml/2006/main">
              <a:ext uri="{FF2B5EF4-FFF2-40B4-BE49-F238E27FC236}">
                <a16:creationId xmlns:a16="http://schemas.microsoft.com/office/drawing/2014/main" id="{2E422AE2-4E36-4F71-B777-1BF375BC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0-1">
            <a:extLst xmlns:a="http://schemas.openxmlformats.org/drawingml/2006/main">
              <a:ext uri="{FF2B5EF4-FFF2-40B4-BE49-F238E27FC236}">
                <a16:creationId xmlns:a16="http://schemas.microsoft.com/office/drawing/2014/main" id="{29F0663E-9A59-46E7-8399-1BB68088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TEST-046  |  Permanent Account Number (PAN): TARPG1045T</a:t>
            </a:r>
          </a:p>
        </p:txBody>
      </p:sp>
      <p:sp>
        <p:nvSpPr>
          <p:cNvPr id="5" name="record-person-10-1">
            <a:extLst xmlns:a="http://schemas.openxmlformats.org/drawingml/2006/main">
              <a:ext uri="{FF2B5EF4-FFF2-40B4-BE49-F238E27FC236}">
                <a16:creationId xmlns:a16="http://schemas.microsoft.com/office/drawing/2014/main" id="{FE072B60-DC6E-4D45-9C68-8D205BFB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Sahil Arjun Mehta  |  Physical Address: Flat 52, 8174 Gulmohar Park Marg, Lucknow, Uttar Pradesh 226001, India</a:t>
            </a:r>
          </a:p>
        </p:txBody>
      </p:sp>
      <p:sp>
        <p:nvSpPr>
          <p:cNvPr id="6" name="record-evidence-10-1">
            <a:extLst xmlns:a="http://schemas.openxmlformats.org/drawingml/2006/main">
              <a:ext uri="{FF2B5EF4-FFF2-40B4-BE49-F238E27FC236}">
                <a16:creationId xmlns:a16="http://schemas.microsoft.com/office/drawing/2014/main" id="{649EE665-A682-49BA-85E9-161B8064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7" name="record-panel-10-2">
            <a:extLst xmlns:a="http://schemas.openxmlformats.org/drawingml/2006/main">
              <a:ext uri="{FF2B5EF4-FFF2-40B4-BE49-F238E27FC236}">
                <a16:creationId xmlns:a16="http://schemas.microsoft.com/office/drawing/2014/main" id="{18A51BF6-0F91-4D7E-9093-84BAC2F8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0-2">
            <a:extLst xmlns:a="http://schemas.openxmlformats.org/drawingml/2006/main">
              <a:ext uri="{FF2B5EF4-FFF2-40B4-BE49-F238E27FC236}">
                <a16:creationId xmlns:a16="http://schemas.microsoft.com/office/drawing/2014/main" id="{FF5B7743-F172-4B06-AB49-B77A7740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TEST-047  |  Permanent Account Number (PAN): SAHPJ1046U</a:t>
            </a:r>
          </a:p>
        </p:txBody>
      </p:sp>
      <p:sp>
        <p:nvSpPr>
          <p:cNvPr id="9" name="record-person-10-2">
            <a:extLst xmlns:a="http://schemas.openxmlformats.org/drawingml/2006/main">
              <a:ext uri="{FF2B5EF4-FFF2-40B4-BE49-F238E27FC236}">
                <a16:creationId xmlns:a16="http://schemas.microsoft.com/office/drawing/2014/main" id="{423CDBFD-72CA-4DB5-A3B1-81226540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Tara Sahil Saxena  |  Physical Address: Flat 53, 8211 Jasmine Park Marg, Kolkata, West Bengal 700001, India</a:t>
            </a:r>
          </a:p>
        </p:txBody>
      </p:sp>
      <p:sp>
        <p:nvSpPr>
          <p:cNvPr id="10" name="record-evidence-10-2">
            <a:extLst xmlns:a="http://schemas.openxmlformats.org/drawingml/2006/main">
              <a:ext uri="{FF2B5EF4-FFF2-40B4-BE49-F238E27FC236}">
                <a16:creationId xmlns:a16="http://schemas.microsoft.com/office/drawing/2014/main" id="{678DD97D-1D74-4B94-858A-54B3EA64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1" name="record-panel-10-3">
            <a:extLst xmlns:a="http://schemas.openxmlformats.org/drawingml/2006/main">
              <a:ext uri="{FF2B5EF4-FFF2-40B4-BE49-F238E27FC236}">
                <a16:creationId xmlns:a16="http://schemas.microsoft.com/office/drawing/2014/main" id="{43FFB286-30DA-4AD5-9DBB-C1D2C6BA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0-3">
            <a:extLst xmlns:a="http://schemas.openxmlformats.org/drawingml/2006/main">
              <a:ext uri="{FF2B5EF4-FFF2-40B4-BE49-F238E27FC236}">
                <a16:creationId xmlns:a16="http://schemas.microsoft.com/office/drawing/2014/main" id="{242AFE32-1103-4EBC-8061-F6F4FE04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TEST-048  |  Permanent Account Number (PAN): SIMPS1047V</a:t>
            </a:r>
          </a:p>
        </p:txBody>
      </p:sp>
      <p:sp>
        <p:nvSpPr>
          <p:cNvPr id="13" name="record-person-10-3">
            <a:extLst xmlns:a="http://schemas.openxmlformats.org/drawingml/2006/main">
              <a:ext uri="{FF2B5EF4-FFF2-40B4-BE49-F238E27FC236}">
                <a16:creationId xmlns:a16="http://schemas.microsoft.com/office/drawing/2014/main" id="{7152F9AE-1472-4B32-83D6-317205BF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Dev Karan Iyer  |  Physical Address: Flat 54, 8248 Kaveri Park Marg, Kochi, Kerala 682001, India</a:t>
            </a:r>
          </a:p>
        </p:txBody>
      </p:sp>
      <p:sp>
        <p:nvSpPr>
          <p:cNvPr id="14" name="record-evidence-10-3">
            <a:extLst xmlns:a="http://schemas.openxmlformats.org/drawingml/2006/main">
              <a:ext uri="{FF2B5EF4-FFF2-40B4-BE49-F238E27FC236}">
                <a16:creationId xmlns:a16="http://schemas.microsoft.com/office/drawing/2014/main" id="{828547C2-38EF-4435-9C4A-BD0632B0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5" name="record-panel-10-4">
            <a:extLst xmlns:a="http://schemas.openxmlformats.org/drawingml/2006/main">
              <a:ext uri="{FF2B5EF4-FFF2-40B4-BE49-F238E27FC236}">
                <a16:creationId xmlns:a16="http://schemas.microsoft.com/office/drawing/2014/main" id="{2B58613D-BC54-45BF-8BB5-4E5DD7FC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0-4">
            <a:extLst xmlns:a="http://schemas.openxmlformats.org/drawingml/2006/main">
              <a:ext uri="{FF2B5EF4-FFF2-40B4-BE49-F238E27FC236}">
                <a16:creationId xmlns:a16="http://schemas.microsoft.com/office/drawing/2014/main" id="{39BDD5DB-8F85-4488-A388-00224A65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TEST-049  |  Permanent Account Number (PAN): AARPP1048W</a:t>
            </a:r>
          </a:p>
        </p:txBody>
      </p:sp>
      <p:sp>
        <p:nvSpPr>
          <p:cNvPr id="17" name="record-person-10-4">
            <a:extLst xmlns:a="http://schemas.openxmlformats.org/drawingml/2006/main">
              <a:ext uri="{FF2B5EF4-FFF2-40B4-BE49-F238E27FC236}">
                <a16:creationId xmlns:a16="http://schemas.microsoft.com/office/drawing/2014/main" id="{FE68082F-1AC2-4655-A67C-E315623B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Riya Aditya Arora  |  Physical Address: Flat 55, 8285 Lotus Park Marg, Pune, Maharashtra 411001, India</a:t>
            </a:r>
          </a:p>
        </p:txBody>
      </p:sp>
      <p:sp>
        <p:nvSpPr>
          <p:cNvPr id="18" name="record-evidence-10-4">
            <a:extLst xmlns:a="http://schemas.openxmlformats.org/drawingml/2006/main">
              <a:ext uri="{FF2B5EF4-FFF2-40B4-BE49-F238E27FC236}">
                <a16:creationId xmlns:a16="http://schemas.microsoft.com/office/drawing/2014/main" id="{AA0DB5F2-32FF-4457-9427-F34A2C41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9" name="record-panel-10-5">
            <a:extLst xmlns:a="http://schemas.openxmlformats.org/drawingml/2006/main">
              <a:ext uri="{FF2B5EF4-FFF2-40B4-BE49-F238E27FC236}">
                <a16:creationId xmlns:a16="http://schemas.microsoft.com/office/drawing/2014/main" id="{6C8D9491-3C90-428B-B211-ED073E7F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0-5">
            <a:extLst xmlns:a="http://schemas.openxmlformats.org/drawingml/2006/main">
              <a:ext uri="{FF2B5EF4-FFF2-40B4-BE49-F238E27FC236}">
                <a16:creationId xmlns:a16="http://schemas.microsoft.com/office/drawing/2014/main" id="{B2EEC4E0-AD13-4395-B61E-5C2572B8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TEST-050  |  Permanent Account Number (PAN): AADPN1049X</a:t>
            </a:r>
          </a:p>
        </p:txBody>
      </p:sp>
      <p:sp>
        <p:nvSpPr>
          <p:cNvPr id="21" name="record-person-10-5">
            <a:extLst xmlns:a="http://schemas.openxmlformats.org/drawingml/2006/main">
              <a:ext uri="{FF2B5EF4-FFF2-40B4-BE49-F238E27FC236}">
                <a16:creationId xmlns:a16="http://schemas.microsoft.com/office/drawing/2014/main" id="{3D7BC517-B5A5-4031-8F35-F7F4631E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Aman Arjun Bose  |  Physical Address: Flat 56, 8322 Mango Park Marg, Mumbai, Maharashtra 400001, India</a:t>
            </a:r>
          </a:p>
        </p:txBody>
      </p:sp>
      <p:sp>
        <p:nvSpPr>
          <p:cNvPr id="22" name="record-evidence-10-5">
            <a:extLst xmlns:a="http://schemas.openxmlformats.org/drawingml/2006/main">
              <a:ext uri="{FF2B5EF4-FFF2-40B4-BE49-F238E27FC236}">
                <a16:creationId xmlns:a16="http://schemas.microsoft.com/office/drawing/2014/main" id="{F02F376D-D38C-4709-83C6-B36D1CC3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23" name="footer-10">
            <a:extLst xmlns:a="http://schemas.openxmlformats.org/drawingml/2006/main">
              <a:ext uri="{FF2B5EF4-FFF2-40B4-BE49-F238E27FC236}">
                <a16:creationId xmlns:a16="http://schemas.microsoft.com/office/drawing/2014/main" id="{112A05CE-EC5E-457E-A046-BD4FFD85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permanent account number (PAN)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1959984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1">
            <a:extLst xmlns:a="http://schemas.openxmlformats.org/drawingml/2006/main">
              <a:ext uri="{FF2B5EF4-FFF2-40B4-BE49-F238E27FC236}">
                <a16:creationId xmlns:a16="http://schemas.microsoft.com/office/drawing/2014/main" id="{F17C2B9D-15DE-47CA-9676-AF7F700D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PAN Card Numbers</a:t>
            </a:r>
          </a:p>
        </p:txBody>
      </p:sp>
      <p:sp>
        <p:nvSpPr>
          <p:cNvPr id="2" name="counter-11">
            <a:extLst xmlns:a="http://schemas.openxmlformats.org/drawingml/2006/main">
              <a:ext uri="{FF2B5EF4-FFF2-40B4-BE49-F238E27FC236}">
                <a16:creationId xmlns:a16="http://schemas.microsoft.com/office/drawing/2014/main" id="{84E9944E-CB34-4855-91ED-1E01BE57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51-55 of 150</a:t>
            </a:r>
          </a:p>
        </p:txBody>
      </p:sp>
      <p:sp>
        <p:nvSpPr>
          <p:cNvPr id="3" name="record-panel-11-1">
            <a:extLst xmlns:a="http://schemas.openxmlformats.org/drawingml/2006/main">
              <a:ext uri="{FF2B5EF4-FFF2-40B4-BE49-F238E27FC236}">
                <a16:creationId xmlns:a16="http://schemas.microsoft.com/office/drawing/2014/main" id="{CDC803DB-5EB7-43EC-A56F-C8D1B123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1-1">
            <a:extLst xmlns:a="http://schemas.openxmlformats.org/drawingml/2006/main">
              <a:ext uri="{FF2B5EF4-FFF2-40B4-BE49-F238E27FC236}">
                <a16:creationId xmlns:a16="http://schemas.microsoft.com/office/drawing/2014/main" id="{1712EC3F-5552-4038-A17E-A147604F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TEST-051  |  Permanent Account Number (PAN): VIVPD1050Y</a:t>
            </a:r>
          </a:p>
        </p:txBody>
      </p:sp>
      <p:sp>
        <p:nvSpPr>
          <p:cNvPr id="5" name="record-person-11-1">
            <a:extLst xmlns:a="http://schemas.openxmlformats.org/drawingml/2006/main">
              <a:ext uri="{FF2B5EF4-FFF2-40B4-BE49-F238E27FC236}">
                <a16:creationId xmlns:a16="http://schemas.microsoft.com/office/drawing/2014/main" id="{833A6848-01D6-40C9-9B0B-30D16274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Neha Sahil Verma  |  Physical Address: Flat 57, 8359 Narmada Park Marg, Ahmedabad, Gujarat 380001, India</a:t>
            </a:r>
          </a:p>
        </p:txBody>
      </p:sp>
      <p:sp>
        <p:nvSpPr>
          <p:cNvPr id="6" name="record-evidence-11-1">
            <a:extLst xmlns:a="http://schemas.openxmlformats.org/drawingml/2006/main">
              <a:ext uri="{FF2B5EF4-FFF2-40B4-BE49-F238E27FC236}">
                <a16:creationId xmlns:a16="http://schemas.microsoft.com/office/drawing/2014/main" id="{9BFB51B4-5383-4ACB-BC4E-1EED6757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7" name="record-panel-11-2">
            <a:extLst xmlns:a="http://schemas.openxmlformats.org/drawingml/2006/main">
              <a:ext uri="{FF2B5EF4-FFF2-40B4-BE49-F238E27FC236}">
                <a16:creationId xmlns:a16="http://schemas.microsoft.com/office/drawing/2014/main" id="{7448C50F-4FAC-4488-A902-133DA6A7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1-2">
            <a:extLst xmlns:a="http://schemas.openxmlformats.org/drawingml/2006/main">
              <a:ext uri="{FF2B5EF4-FFF2-40B4-BE49-F238E27FC236}">
                <a16:creationId xmlns:a16="http://schemas.microsoft.com/office/drawing/2014/main" id="{02F4CC53-1624-4C73-88BF-19733A95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TEST-052  |  Permanent Account Number (PAN): ANAPK1051Z</a:t>
            </a:r>
          </a:p>
        </p:txBody>
      </p:sp>
      <p:sp>
        <p:nvSpPr>
          <p:cNvPr id="9" name="record-person-11-2">
            <a:extLst xmlns:a="http://schemas.openxmlformats.org/drawingml/2006/main">
              <a:ext uri="{FF2B5EF4-FFF2-40B4-BE49-F238E27FC236}">
                <a16:creationId xmlns:a16="http://schemas.microsoft.com/office/drawing/2014/main" id="{28790788-F46B-4301-842C-5902725A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Karan Simran Bhatia  |  Physical Address: Flat 58, 8396 Peepal Park Marg, Chennai, Tamil Nadu 600001, India</a:t>
            </a:r>
          </a:p>
        </p:txBody>
      </p:sp>
      <p:sp>
        <p:nvSpPr>
          <p:cNvPr id="10" name="record-evidence-11-2">
            <a:extLst xmlns:a="http://schemas.openxmlformats.org/drawingml/2006/main">
              <a:ext uri="{FF2B5EF4-FFF2-40B4-BE49-F238E27FC236}">
                <a16:creationId xmlns:a16="http://schemas.microsoft.com/office/drawing/2014/main" id="{DB9EC73C-E744-4817-9DDD-2761E34A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1" name="record-panel-11-3">
            <a:extLst xmlns:a="http://schemas.openxmlformats.org/drawingml/2006/main">
              <a:ext uri="{FF2B5EF4-FFF2-40B4-BE49-F238E27FC236}">
                <a16:creationId xmlns:a16="http://schemas.microsoft.com/office/drawing/2014/main" id="{A82FC7A3-45EB-49DC-B62C-1A81FC62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1-3">
            <a:extLst xmlns:a="http://schemas.openxmlformats.org/drawingml/2006/main">
              <a:ext uri="{FF2B5EF4-FFF2-40B4-BE49-F238E27FC236}">
                <a16:creationId xmlns:a16="http://schemas.microsoft.com/office/drawing/2014/main" id="{E3CF8C93-710E-4AEE-A3D8-50D77144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TEST-053  |  Permanent Account Number (PAN): ARJPK1052A</a:t>
            </a:r>
          </a:p>
        </p:txBody>
      </p:sp>
      <p:sp>
        <p:nvSpPr>
          <p:cNvPr id="13" name="record-person-11-3">
            <a:extLst xmlns:a="http://schemas.openxmlformats.org/drawingml/2006/main">
              <a:ext uri="{FF2B5EF4-FFF2-40B4-BE49-F238E27FC236}">
                <a16:creationId xmlns:a16="http://schemas.microsoft.com/office/drawing/2014/main" id="{92141953-B216-4C7D-9349-6B4872C4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Priya Aditya Mehta  |  Physical Address: Flat 59, 8433 Saffron Park Marg, Chandigarh, Chandigarh 160017, India</a:t>
            </a:r>
          </a:p>
        </p:txBody>
      </p:sp>
      <p:sp>
        <p:nvSpPr>
          <p:cNvPr id="14" name="record-evidence-11-3">
            <a:extLst xmlns:a="http://schemas.openxmlformats.org/drawingml/2006/main">
              <a:ext uri="{FF2B5EF4-FFF2-40B4-BE49-F238E27FC236}">
                <a16:creationId xmlns:a16="http://schemas.microsoft.com/office/drawing/2014/main" id="{43B3FAFA-7553-4B1B-A0E4-C1072044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5" name="record-panel-11-4">
            <a:extLst xmlns:a="http://schemas.openxmlformats.org/drawingml/2006/main">
              <a:ext uri="{FF2B5EF4-FFF2-40B4-BE49-F238E27FC236}">
                <a16:creationId xmlns:a16="http://schemas.microsoft.com/office/drawing/2014/main" id="{9D952B4C-667F-4712-9741-E722BAFB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1-4">
            <a:extLst xmlns:a="http://schemas.openxmlformats.org/drawingml/2006/main">
              <a:ext uri="{FF2B5EF4-FFF2-40B4-BE49-F238E27FC236}">
                <a16:creationId xmlns:a16="http://schemas.microsoft.com/office/drawing/2014/main" id="{9D2E02FF-AED2-41ED-9951-C2886BAC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TEST-054  |  Permanent Account Number (PAN): DIYPC1053B</a:t>
            </a:r>
          </a:p>
        </p:txBody>
      </p:sp>
      <p:sp>
        <p:nvSpPr>
          <p:cNvPr id="17" name="record-person-11-4">
            <a:extLst xmlns:a="http://schemas.openxmlformats.org/drawingml/2006/main">
              <a:ext uri="{FF2B5EF4-FFF2-40B4-BE49-F238E27FC236}">
                <a16:creationId xmlns:a16="http://schemas.microsoft.com/office/drawing/2014/main" id="{11FDF279-F0E5-4807-A61E-A5EF4D65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Rahul Arjun Agarwal  |  Physical Address: Flat 60, 8470 Yamuna Park Marg, Jaipur, Rajasthan 302001, India</a:t>
            </a:r>
          </a:p>
        </p:txBody>
      </p:sp>
      <p:sp>
        <p:nvSpPr>
          <p:cNvPr id="18" name="record-evidence-11-4">
            <a:extLst xmlns:a="http://schemas.openxmlformats.org/drawingml/2006/main">
              <a:ext uri="{FF2B5EF4-FFF2-40B4-BE49-F238E27FC236}">
                <a16:creationId xmlns:a16="http://schemas.microsoft.com/office/drawing/2014/main" id="{09BAEED9-4E79-4270-8048-C9393AE3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9" name="record-panel-11-5">
            <a:extLst xmlns:a="http://schemas.openxmlformats.org/drawingml/2006/main">
              <a:ext uri="{FF2B5EF4-FFF2-40B4-BE49-F238E27FC236}">
                <a16:creationId xmlns:a16="http://schemas.microsoft.com/office/drawing/2014/main" id="{1D04C327-E14F-4185-9440-3BC41CDB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1-5">
            <a:extLst xmlns:a="http://schemas.openxmlformats.org/drawingml/2006/main">
              <a:ext uri="{FF2B5EF4-FFF2-40B4-BE49-F238E27FC236}">
                <a16:creationId xmlns:a16="http://schemas.microsoft.com/office/drawing/2014/main" id="{1E7FD060-E88F-44DC-BAF8-FAB5E78D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TEST-055  |  Permanent Account Number (PAN): KABPR1054C</a:t>
            </a:r>
          </a:p>
        </p:txBody>
      </p:sp>
      <p:sp>
        <p:nvSpPr>
          <p:cNvPr id="21" name="record-person-11-5">
            <a:extLst xmlns:a="http://schemas.openxmlformats.org/drawingml/2006/main">
              <a:ext uri="{FF2B5EF4-FFF2-40B4-BE49-F238E27FC236}">
                <a16:creationId xmlns:a16="http://schemas.microsoft.com/office/drawing/2014/main" id="{9A575B6F-C56D-441D-90DE-DD8FD6E7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Nisha Sahil Iyer  |  Physical Address: Flat 61, 8507 Ashoka Vihar Marg, New Delhi, Delhi 110001, India</a:t>
            </a:r>
          </a:p>
        </p:txBody>
      </p:sp>
      <p:sp>
        <p:nvSpPr>
          <p:cNvPr id="22" name="record-evidence-11-5">
            <a:extLst xmlns:a="http://schemas.openxmlformats.org/drawingml/2006/main">
              <a:ext uri="{FF2B5EF4-FFF2-40B4-BE49-F238E27FC236}">
                <a16:creationId xmlns:a16="http://schemas.microsoft.com/office/drawing/2014/main" id="{01337E29-E471-4992-AE25-17DF1DC3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23" name="footer-11">
            <a:extLst xmlns:a="http://schemas.openxmlformats.org/drawingml/2006/main">
              <a:ext uri="{FF2B5EF4-FFF2-40B4-BE49-F238E27FC236}">
                <a16:creationId xmlns:a16="http://schemas.microsoft.com/office/drawing/2014/main" id="{C9E625F2-04F2-4F06-8082-AAA0DE97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permanent account number (PAN)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9009548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">
            <a:extLst xmlns:a="http://schemas.openxmlformats.org/drawingml/2006/main">
              <a:ext uri="{FF2B5EF4-FFF2-40B4-BE49-F238E27FC236}">
                <a16:creationId xmlns:a16="http://schemas.microsoft.com/office/drawing/2014/main" id="{B06BB118-DED8-4FAC-91F2-5E47836F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PAN Card Numbers</a:t>
            </a:r>
          </a:p>
        </p:txBody>
      </p:sp>
      <p:sp>
        <p:nvSpPr>
          <p:cNvPr id="2" name="counter-12">
            <a:extLst xmlns:a="http://schemas.openxmlformats.org/drawingml/2006/main">
              <a:ext uri="{FF2B5EF4-FFF2-40B4-BE49-F238E27FC236}">
                <a16:creationId xmlns:a16="http://schemas.microsoft.com/office/drawing/2014/main" id="{17882558-5CF4-4399-A22F-89CFCFBB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56-60 of 150</a:t>
            </a:r>
          </a:p>
        </p:txBody>
      </p:sp>
      <p:sp>
        <p:nvSpPr>
          <p:cNvPr id="3" name="record-panel-12-1">
            <a:extLst xmlns:a="http://schemas.openxmlformats.org/drawingml/2006/main">
              <a:ext uri="{FF2B5EF4-FFF2-40B4-BE49-F238E27FC236}">
                <a16:creationId xmlns:a16="http://schemas.microsoft.com/office/drawing/2014/main" id="{7802974D-2E75-4B6C-8223-7A83F777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2-1">
            <a:extLst xmlns:a="http://schemas.openxmlformats.org/drawingml/2006/main">
              <a:ext uri="{FF2B5EF4-FFF2-40B4-BE49-F238E27FC236}">
                <a16:creationId xmlns:a16="http://schemas.microsoft.com/office/drawing/2014/main" id="{667650C2-880A-430E-9DFF-DBFC78FF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TEST-056  |  Permanent Account Number (PAN): ISHPS1055D</a:t>
            </a:r>
          </a:p>
        </p:txBody>
      </p:sp>
      <p:sp>
        <p:nvSpPr>
          <p:cNvPr id="5" name="record-person-12-1">
            <a:extLst xmlns:a="http://schemas.openxmlformats.org/drawingml/2006/main">
              <a:ext uri="{FF2B5EF4-FFF2-40B4-BE49-F238E27FC236}">
                <a16:creationId xmlns:a16="http://schemas.microsoft.com/office/drawing/2014/main" id="{066523F0-755D-469B-A1C6-817BE003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Vihaan Karan Arora  |  Physical Address: Flat 62, 8544 Banyan Vihar Marg, Hyderabad, Telangana 500001, India</a:t>
            </a:r>
          </a:p>
        </p:txBody>
      </p:sp>
      <p:sp>
        <p:nvSpPr>
          <p:cNvPr id="6" name="record-evidence-12-1">
            <a:extLst xmlns:a="http://schemas.openxmlformats.org/drawingml/2006/main">
              <a:ext uri="{FF2B5EF4-FFF2-40B4-BE49-F238E27FC236}">
                <a16:creationId xmlns:a16="http://schemas.microsoft.com/office/drawing/2014/main" id="{A66DD4DF-B804-48A6-9273-8540FECA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7" name="record-panel-12-2">
            <a:extLst xmlns:a="http://schemas.openxmlformats.org/drawingml/2006/main">
              <a:ext uri="{FF2B5EF4-FFF2-40B4-BE49-F238E27FC236}">
                <a16:creationId xmlns:a16="http://schemas.microsoft.com/office/drawing/2014/main" id="{DAE89C32-62BE-4D93-9214-4ED0FBAB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2-2">
            <a:extLst xmlns:a="http://schemas.openxmlformats.org/drawingml/2006/main">
              <a:ext uri="{FF2B5EF4-FFF2-40B4-BE49-F238E27FC236}">
                <a16:creationId xmlns:a16="http://schemas.microsoft.com/office/drawing/2014/main" id="{4553681B-EF51-4E54-A43F-4EEFE67E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TEST-057  |  Permanent Account Number (PAN): ROHPR1056E</a:t>
            </a:r>
          </a:p>
        </p:txBody>
      </p:sp>
      <p:sp>
        <p:nvSpPr>
          <p:cNvPr id="9" name="record-person-12-2">
            <a:extLst xmlns:a="http://schemas.openxmlformats.org/drawingml/2006/main">
              <a:ext uri="{FF2B5EF4-FFF2-40B4-BE49-F238E27FC236}">
                <a16:creationId xmlns:a16="http://schemas.microsoft.com/office/drawing/2014/main" id="{FF8BC757-9261-483A-BEA7-F5CF9546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Kavya Aditya Bose  |  Physical Address: Flat 63, 8581 Cauvery Vihar Marg, Bengaluru, Karnataka 560001, India</a:t>
            </a:r>
          </a:p>
        </p:txBody>
      </p:sp>
      <p:sp>
        <p:nvSpPr>
          <p:cNvPr id="10" name="record-evidence-12-2">
            <a:extLst xmlns:a="http://schemas.openxmlformats.org/drawingml/2006/main">
              <a:ext uri="{FF2B5EF4-FFF2-40B4-BE49-F238E27FC236}">
                <a16:creationId xmlns:a16="http://schemas.microsoft.com/office/drawing/2014/main" id="{C6F2F9B2-D1D9-4FBF-B9FC-FBEA3B32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1" name="record-panel-12-3">
            <a:extLst xmlns:a="http://schemas.openxmlformats.org/drawingml/2006/main">
              <a:ext uri="{FF2B5EF4-FFF2-40B4-BE49-F238E27FC236}">
                <a16:creationId xmlns:a16="http://schemas.microsoft.com/office/drawing/2014/main" id="{FFC89EB5-556D-4D74-9873-6652C843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2-3">
            <a:extLst xmlns:a="http://schemas.openxmlformats.org/drawingml/2006/main">
              <a:ext uri="{FF2B5EF4-FFF2-40B4-BE49-F238E27FC236}">
                <a16:creationId xmlns:a16="http://schemas.microsoft.com/office/drawing/2014/main" id="{499BA777-FAAD-473A-A277-1B73D08C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TEST-058  |  Permanent Account Number (PAN): MEEPM1057F</a:t>
            </a:r>
          </a:p>
        </p:txBody>
      </p:sp>
      <p:sp>
        <p:nvSpPr>
          <p:cNvPr id="13" name="record-person-12-3">
            <a:extLst xmlns:a="http://schemas.openxmlformats.org/drawingml/2006/main">
              <a:ext uri="{FF2B5EF4-FFF2-40B4-BE49-F238E27FC236}">
                <a16:creationId xmlns:a16="http://schemas.microsoft.com/office/drawing/2014/main" id="{C7D3112B-9DA8-4BA0-A88C-6F89C9C8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Aditya Arjun Patel  |  Physical Address: Flat 64, 8618 Gulmohar Vihar Marg, Lucknow, Uttar Pradesh 226001, India</a:t>
            </a:r>
          </a:p>
        </p:txBody>
      </p:sp>
      <p:sp>
        <p:nvSpPr>
          <p:cNvPr id="14" name="record-evidence-12-3">
            <a:extLst xmlns:a="http://schemas.openxmlformats.org/drawingml/2006/main">
              <a:ext uri="{FF2B5EF4-FFF2-40B4-BE49-F238E27FC236}">
                <a16:creationId xmlns:a16="http://schemas.microsoft.com/office/drawing/2014/main" id="{6A93C9DC-9206-4546-9EFD-B85462B0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5" name="record-panel-12-4">
            <a:extLst xmlns:a="http://schemas.openxmlformats.org/drawingml/2006/main">
              <a:ext uri="{FF2B5EF4-FFF2-40B4-BE49-F238E27FC236}">
                <a16:creationId xmlns:a16="http://schemas.microsoft.com/office/drawing/2014/main" id="{B51092BB-1EC7-429A-95BF-F6FA8F02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2-4">
            <a:extLst xmlns:a="http://schemas.openxmlformats.org/drawingml/2006/main">
              <a:ext uri="{FF2B5EF4-FFF2-40B4-BE49-F238E27FC236}">
                <a16:creationId xmlns:a16="http://schemas.microsoft.com/office/drawing/2014/main" id="{54DB7543-8085-4C3F-960F-A928819F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TEST-059  |  Permanent Account Number (PAN): ADIPS1058G</a:t>
            </a:r>
          </a:p>
        </p:txBody>
      </p:sp>
      <p:sp>
        <p:nvSpPr>
          <p:cNvPr id="17" name="record-person-12-4">
            <a:extLst xmlns:a="http://schemas.openxmlformats.org/drawingml/2006/main">
              <a:ext uri="{FF2B5EF4-FFF2-40B4-BE49-F238E27FC236}">
                <a16:creationId xmlns:a16="http://schemas.microsoft.com/office/drawing/2014/main" id="{F9B16823-72ED-438F-BFCD-7A6DBCA9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Meera Sahil Bhatia  |  Physical Address: Flat 65, 8655 Jasmine Vihar Marg, Kolkata, West Bengal 700001, India</a:t>
            </a:r>
          </a:p>
        </p:txBody>
      </p:sp>
      <p:sp>
        <p:nvSpPr>
          <p:cNvPr id="18" name="record-evidence-12-4">
            <a:extLst xmlns:a="http://schemas.openxmlformats.org/drawingml/2006/main">
              <a:ext uri="{FF2B5EF4-FFF2-40B4-BE49-F238E27FC236}">
                <a16:creationId xmlns:a16="http://schemas.microsoft.com/office/drawing/2014/main" id="{D0E2AE75-CEBC-4865-874D-FEBA9821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9" name="record-panel-12-5">
            <a:extLst xmlns:a="http://schemas.openxmlformats.org/drawingml/2006/main">
              <a:ext uri="{FF2B5EF4-FFF2-40B4-BE49-F238E27FC236}">
                <a16:creationId xmlns:a16="http://schemas.microsoft.com/office/drawing/2014/main" id="{6F7D9066-374A-4D65-B813-1FF49947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2-5">
            <a:extLst xmlns:a="http://schemas.openxmlformats.org/drawingml/2006/main">
              <a:ext uri="{FF2B5EF4-FFF2-40B4-BE49-F238E27FC236}">
                <a16:creationId xmlns:a16="http://schemas.microsoft.com/office/drawing/2014/main" id="{8323689C-79A3-4C02-8BA5-FB2E9D0D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TEST-060  |  Permanent Account Number (PAN): KAVPM1059H</a:t>
            </a:r>
          </a:p>
        </p:txBody>
      </p:sp>
      <p:sp>
        <p:nvSpPr>
          <p:cNvPr id="21" name="record-person-12-5">
            <a:extLst xmlns:a="http://schemas.openxmlformats.org/drawingml/2006/main">
              <a:ext uri="{FF2B5EF4-FFF2-40B4-BE49-F238E27FC236}">
                <a16:creationId xmlns:a16="http://schemas.microsoft.com/office/drawing/2014/main" id="{C58A8152-A8AB-40E2-A375-032369D2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Rohan Karan Mehta  |  Physical Address: Flat 66, 8692 Kaveri Vihar Marg, Kochi, Kerala 682001, India</a:t>
            </a:r>
          </a:p>
        </p:txBody>
      </p:sp>
      <p:sp>
        <p:nvSpPr>
          <p:cNvPr id="22" name="record-evidence-12-5">
            <a:extLst xmlns:a="http://schemas.openxmlformats.org/drawingml/2006/main">
              <a:ext uri="{FF2B5EF4-FFF2-40B4-BE49-F238E27FC236}">
                <a16:creationId xmlns:a16="http://schemas.microsoft.com/office/drawing/2014/main" id="{A65F15BE-B508-4E93-BD1B-213B0BBC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23" name="footer-12">
            <a:extLst xmlns:a="http://schemas.openxmlformats.org/drawingml/2006/main">
              <a:ext uri="{FF2B5EF4-FFF2-40B4-BE49-F238E27FC236}">
                <a16:creationId xmlns:a16="http://schemas.microsoft.com/office/drawing/2014/main" id="{761D7463-FF07-40AF-BD41-E0CA4ED3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permanent account number (PAN)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0461797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">
            <a:extLst xmlns:a="http://schemas.openxmlformats.org/drawingml/2006/main">
              <a:ext uri="{FF2B5EF4-FFF2-40B4-BE49-F238E27FC236}">
                <a16:creationId xmlns:a16="http://schemas.microsoft.com/office/drawing/2014/main" id="{72076D3D-89FD-468D-A7E0-ECE59A8D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PAN Card Numbers</a:t>
            </a:r>
          </a:p>
        </p:txBody>
      </p:sp>
      <p:sp>
        <p:nvSpPr>
          <p:cNvPr id="2" name="counter-13">
            <a:extLst xmlns:a="http://schemas.openxmlformats.org/drawingml/2006/main">
              <a:ext uri="{FF2B5EF4-FFF2-40B4-BE49-F238E27FC236}">
                <a16:creationId xmlns:a16="http://schemas.microsoft.com/office/drawing/2014/main" id="{9A425745-E440-4E39-BFE1-3218E1CA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61-65 of 150</a:t>
            </a:r>
          </a:p>
        </p:txBody>
      </p:sp>
      <p:sp>
        <p:nvSpPr>
          <p:cNvPr id="3" name="record-panel-13-1">
            <a:extLst xmlns:a="http://schemas.openxmlformats.org/drawingml/2006/main">
              <a:ext uri="{FF2B5EF4-FFF2-40B4-BE49-F238E27FC236}">
                <a16:creationId xmlns:a16="http://schemas.microsoft.com/office/drawing/2014/main" id="{8A0B0FEC-8453-458D-BC60-65600BE2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3-1">
            <a:extLst xmlns:a="http://schemas.openxmlformats.org/drawingml/2006/main">
              <a:ext uri="{FF2B5EF4-FFF2-40B4-BE49-F238E27FC236}">
                <a16:creationId xmlns:a16="http://schemas.microsoft.com/office/drawing/2014/main" id="{1A49D853-F021-49CD-A54F-0C9F5257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TEST-061  |  Permanent Account Number (PAN): VIHPK1060I</a:t>
            </a:r>
          </a:p>
        </p:txBody>
      </p:sp>
      <p:sp>
        <p:nvSpPr>
          <p:cNvPr id="5" name="record-person-13-1">
            <a:extLst xmlns:a="http://schemas.openxmlformats.org/drawingml/2006/main">
              <a:ext uri="{FF2B5EF4-FFF2-40B4-BE49-F238E27FC236}">
                <a16:creationId xmlns:a16="http://schemas.microsoft.com/office/drawing/2014/main" id="{0883F889-D51F-4F7C-8998-277EDB4B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Ishita Aditya Agarwal  |  Physical Address: Flat 67, 8729 Lotus Vihar Marg, Pune, Maharashtra 411001, India</a:t>
            </a:r>
          </a:p>
        </p:txBody>
      </p:sp>
      <p:sp>
        <p:nvSpPr>
          <p:cNvPr id="6" name="record-evidence-13-1">
            <a:extLst xmlns:a="http://schemas.openxmlformats.org/drawingml/2006/main">
              <a:ext uri="{FF2B5EF4-FFF2-40B4-BE49-F238E27FC236}">
                <a16:creationId xmlns:a16="http://schemas.microsoft.com/office/drawing/2014/main" id="{6CEE29C5-6564-4801-9302-E85C6955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7" name="record-panel-13-2">
            <a:extLst xmlns:a="http://schemas.openxmlformats.org/drawingml/2006/main">
              <a:ext uri="{FF2B5EF4-FFF2-40B4-BE49-F238E27FC236}">
                <a16:creationId xmlns:a16="http://schemas.microsoft.com/office/drawing/2014/main" id="{9895BCC6-A8B6-408A-AB42-F8ECCD12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3-2">
            <a:extLst xmlns:a="http://schemas.openxmlformats.org/drawingml/2006/main">
              <a:ext uri="{FF2B5EF4-FFF2-40B4-BE49-F238E27FC236}">
                <a16:creationId xmlns:a16="http://schemas.microsoft.com/office/drawing/2014/main" id="{BDC7893C-9DB6-4733-9F55-9269AEC9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TEST-062  |  Permanent Account Number (PAN): NISPS1061J</a:t>
            </a:r>
          </a:p>
        </p:txBody>
      </p:sp>
      <p:sp>
        <p:nvSpPr>
          <p:cNvPr id="9" name="record-person-13-2">
            <a:extLst xmlns:a="http://schemas.openxmlformats.org/drawingml/2006/main">
              <a:ext uri="{FF2B5EF4-FFF2-40B4-BE49-F238E27FC236}">
                <a16:creationId xmlns:a16="http://schemas.microsoft.com/office/drawing/2014/main" id="{701642A8-A856-4522-A86C-31600D10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Kabir Arjun Nair  |  Physical Address: Flat 68, 8766 Mango Vihar Marg, Mumbai, Maharashtra 400001, India</a:t>
            </a:r>
          </a:p>
        </p:txBody>
      </p:sp>
      <p:sp>
        <p:nvSpPr>
          <p:cNvPr id="10" name="record-evidence-13-2">
            <a:extLst xmlns:a="http://schemas.openxmlformats.org/drawingml/2006/main">
              <a:ext uri="{FF2B5EF4-FFF2-40B4-BE49-F238E27FC236}">
                <a16:creationId xmlns:a16="http://schemas.microsoft.com/office/drawing/2014/main" id="{3E9FCC31-CBD0-4B1D-8807-8192F841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1" name="record-panel-13-3">
            <a:extLst xmlns:a="http://schemas.openxmlformats.org/drawingml/2006/main">
              <a:ext uri="{FF2B5EF4-FFF2-40B4-BE49-F238E27FC236}">
                <a16:creationId xmlns:a16="http://schemas.microsoft.com/office/drawing/2014/main" id="{1AB79B3C-1100-4573-9D9B-799A9CB0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3-3">
            <a:extLst xmlns:a="http://schemas.openxmlformats.org/drawingml/2006/main">
              <a:ext uri="{FF2B5EF4-FFF2-40B4-BE49-F238E27FC236}">
                <a16:creationId xmlns:a16="http://schemas.microsoft.com/office/drawing/2014/main" id="{4C1518CB-B342-4EE4-9479-0671E78D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TEST-063  |  Permanent Account Number (PAN): RAHPG1062K</a:t>
            </a:r>
          </a:p>
        </p:txBody>
      </p:sp>
      <p:sp>
        <p:nvSpPr>
          <p:cNvPr id="13" name="record-person-13-3">
            <a:extLst xmlns:a="http://schemas.openxmlformats.org/drawingml/2006/main">
              <a:ext uri="{FF2B5EF4-FFF2-40B4-BE49-F238E27FC236}">
                <a16:creationId xmlns:a16="http://schemas.microsoft.com/office/drawing/2014/main" id="{D49A6F35-3F02-4B75-8943-C1A6AF3E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Diya Sahil Arora  |  Physical Address: Flat 69, 8803 Narmada Vihar Marg, Ahmedabad, Gujarat 380001, India</a:t>
            </a:r>
          </a:p>
        </p:txBody>
      </p:sp>
      <p:sp>
        <p:nvSpPr>
          <p:cNvPr id="14" name="record-evidence-13-3">
            <a:extLst xmlns:a="http://schemas.openxmlformats.org/drawingml/2006/main">
              <a:ext uri="{FF2B5EF4-FFF2-40B4-BE49-F238E27FC236}">
                <a16:creationId xmlns:a16="http://schemas.microsoft.com/office/drawing/2014/main" id="{73EEEC9F-2BE9-49E3-B58B-4E124074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5" name="record-panel-13-4">
            <a:extLst xmlns:a="http://schemas.openxmlformats.org/drawingml/2006/main">
              <a:ext uri="{FF2B5EF4-FFF2-40B4-BE49-F238E27FC236}">
                <a16:creationId xmlns:a16="http://schemas.microsoft.com/office/drawing/2014/main" id="{CCE30F35-F3F3-4AEE-A791-982E4003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3-4">
            <a:extLst xmlns:a="http://schemas.openxmlformats.org/drawingml/2006/main">
              <a:ext uri="{FF2B5EF4-FFF2-40B4-BE49-F238E27FC236}">
                <a16:creationId xmlns:a16="http://schemas.microsoft.com/office/drawing/2014/main" id="{32B5405D-E780-4F2E-9C9A-CEB8F18A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TEST-064  |  Permanent Account Number (PAN): PRIPJ1063L</a:t>
            </a:r>
          </a:p>
        </p:txBody>
      </p:sp>
      <p:sp>
        <p:nvSpPr>
          <p:cNvPr id="17" name="record-person-13-4">
            <a:extLst xmlns:a="http://schemas.openxmlformats.org/drawingml/2006/main">
              <a:ext uri="{FF2B5EF4-FFF2-40B4-BE49-F238E27FC236}">
                <a16:creationId xmlns:a16="http://schemas.microsoft.com/office/drawing/2014/main" id="{7CF7DC7D-0C98-4A1E-B980-5A9CB3F2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Arjun Karan Bose  |  Physical Address: Flat 70, 8840 Peepal Vihar Marg, Chennai, Tamil Nadu 600001, India</a:t>
            </a:r>
          </a:p>
        </p:txBody>
      </p:sp>
      <p:sp>
        <p:nvSpPr>
          <p:cNvPr id="18" name="record-evidence-13-4">
            <a:extLst xmlns:a="http://schemas.openxmlformats.org/drawingml/2006/main">
              <a:ext uri="{FF2B5EF4-FFF2-40B4-BE49-F238E27FC236}">
                <a16:creationId xmlns:a16="http://schemas.microsoft.com/office/drawing/2014/main" id="{6E55BAB7-7C1C-49D8-9803-21F42ECA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9" name="record-panel-13-5">
            <a:extLst xmlns:a="http://schemas.openxmlformats.org/drawingml/2006/main">
              <a:ext uri="{FF2B5EF4-FFF2-40B4-BE49-F238E27FC236}">
                <a16:creationId xmlns:a16="http://schemas.microsoft.com/office/drawing/2014/main" id="{9D07C55B-F1A7-42F7-93BD-BAE800B5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3-5">
            <a:extLst xmlns:a="http://schemas.openxmlformats.org/drawingml/2006/main">
              <a:ext uri="{FF2B5EF4-FFF2-40B4-BE49-F238E27FC236}">
                <a16:creationId xmlns:a16="http://schemas.microsoft.com/office/drawing/2014/main" id="{FF778D0C-69EC-4BA6-8359-CAED271A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TEST-065  |  Permanent Account Number (PAN): KARPS1064M</a:t>
            </a:r>
          </a:p>
        </p:txBody>
      </p:sp>
      <p:sp>
        <p:nvSpPr>
          <p:cNvPr id="21" name="record-person-13-5">
            <a:extLst xmlns:a="http://schemas.openxmlformats.org/drawingml/2006/main">
              <a:ext uri="{FF2B5EF4-FFF2-40B4-BE49-F238E27FC236}">
                <a16:creationId xmlns:a16="http://schemas.microsoft.com/office/drawing/2014/main" id="{9A55997A-F43A-4686-B484-5B27B887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Ananya Aditya Patel  |  Physical Address: Flat 71, 8877 Saffron Vihar Marg, Chandigarh, Chandigarh 160017, India</a:t>
            </a:r>
          </a:p>
        </p:txBody>
      </p:sp>
      <p:sp>
        <p:nvSpPr>
          <p:cNvPr id="22" name="record-evidence-13-5">
            <a:extLst xmlns:a="http://schemas.openxmlformats.org/drawingml/2006/main">
              <a:ext uri="{FF2B5EF4-FFF2-40B4-BE49-F238E27FC236}">
                <a16:creationId xmlns:a16="http://schemas.microsoft.com/office/drawing/2014/main" id="{5EAEAB3E-2D61-48BC-8041-A0505B92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23" name="footer-13">
            <a:extLst xmlns:a="http://schemas.openxmlformats.org/drawingml/2006/main">
              <a:ext uri="{FF2B5EF4-FFF2-40B4-BE49-F238E27FC236}">
                <a16:creationId xmlns:a16="http://schemas.microsoft.com/office/drawing/2014/main" id="{2E0E5724-100C-4D8C-99FC-5E95214C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permanent account number (PAN)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475289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4">
            <a:extLst xmlns:a="http://schemas.openxmlformats.org/drawingml/2006/main">
              <a:ext uri="{FF2B5EF4-FFF2-40B4-BE49-F238E27FC236}">
                <a16:creationId xmlns:a16="http://schemas.microsoft.com/office/drawing/2014/main" id="{05E9DD75-0F29-476C-9137-7C17ED12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PAN Card Numbers</a:t>
            </a:r>
          </a:p>
        </p:txBody>
      </p:sp>
      <p:sp>
        <p:nvSpPr>
          <p:cNvPr id="2" name="counter-14">
            <a:extLst xmlns:a="http://schemas.openxmlformats.org/drawingml/2006/main">
              <a:ext uri="{FF2B5EF4-FFF2-40B4-BE49-F238E27FC236}">
                <a16:creationId xmlns:a16="http://schemas.microsoft.com/office/drawing/2014/main" id="{195F3AC6-CC77-41D9-B1C6-E8C2576B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66-70 of 150</a:t>
            </a:r>
          </a:p>
        </p:txBody>
      </p:sp>
      <p:sp>
        <p:nvSpPr>
          <p:cNvPr id="3" name="record-panel-14-1">
            <a:extLst xmlns:a="http://schemas.openxmlformats.org/drawingml/2006/main">
              <a:ext uri="{FF2B5EF4-FFF2-40B4-BE49-F238E27FC236}">
                <a16:creationId xmlns:a16="http://schemas.microsoft.com/office/drawing/2014/main" id="{BA6A358F-1C31-4B4C-9ACE-9DC1DA18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4-1">
            <a:extLst xmlns:a="http://schemas.openxmlformats.org/drawingml/2006/main">
              <a:ext uri="{FF2B5EF4-FFF2-40B4-BE49-F238E27FC236}">
                <a16:creationId xmlns:a16="http://schemas.microsoft.com/office/drawing/2014/main" id="{2B8971DF-5A71-4C89-B613-F0BF4215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TEST-066  |  Permanent Account Number (PAN): NEHPV1065N</a:t>
            </a:r>
          </a:p>
        </p:txBody>
      </p:sp>
      <p:sp>
        <p:nvSpPr>
          <p:cNvPr id="5" name="record-person-14-1">
            <a:extLst xmlns:a="http://schemas.openxmlformats.org/drawingml/2006/main">
              <a:ext uri="{FF2B5EF4-FFF2-40B4-BE49-F238E27FC236}">
                <a16:creationId xmlns:a16="http://schemas.microsoft.com/office/drawing/2014/main" id="{2C7F72EF-7B14-4B78-B59C-D5DFA27B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Vivaan Arjun Desai  |  Physical Address: Flat 72, 8914 Yamuna Vihar Marg, Jaipur, Rajasthan 302001, India</a:t>
            </a:r>
          </a:p>
        </p:txBody>
      </p:sp>
      <p:sp>
        <p:nvSpPr>
          <p:cNvPr id="6" name="record-evidence-14-1">
            <a:extLst xmlns:a="http://schemas.openxmlformats.org/drawingml/2006/main">
              <a:ext uri="{FF2B5EF4-FFF2-40B4-BE49-F238E27FC236}">
                <a16:creationId xmlns:a16="http://schemas.microsoft.com/office/drawing/2014/main" id="{8FC53D94-88D7-49EE-BD4B-EBF2670D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7" name="record-panel-14-2">
            <a:extLst xmlns:a="http://schemas.openxmlformats.org/drawingml/2006/main">
              <a:ext uri="{FF2B5EF4-FFF2-40B4-BE49-F238E27FC236}">
                <a16:creationId xmlns:a16="http://schemas.microsoft.com/office/drawing/2014/main" id="{84D3FD05-6B5B-4D1D-B652-9811B345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4-2">
            <a:extLst xmlns:a="http://schemas.openxmlformats.org/drawingml/2006/main">
              <a:ext uri="{FF2B5EF4-FFF2-40B4-BE49-F238E27FC236}">
                <a16:creationId xmlns:a16="http://schemas.microsoft.com/office/drawing/2014/main" id="{08D549E6-59F7-408C-9573-60F2AB75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TEST-067  |  Permanent Account Number (PAN): AMAPI1066O</a:t>
            </a:r>
          </a:p>
        </p:txBody>
      </p:sp>
      <p:sp>
        <p:nvSpPr>
          <p:cNvPr id="9" name="record-person-14-2">
            <a:extLst xmlns:a="http://schemas.openxmlformats.org/drawingml/2006/main">
              <a:ext uri="{FF2B5EF4-FFF2-40B4-BE49-F238E27FC236}">
                <a16:creationId xmlns:a16="http://schemas.microsoft.com/office/drawing/2014/main" id="{F25AAA71-A63C-45CC-A231-E4410A8D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Aadhya Sahil Mehta  |  Physical Address: Flat 1, 8951 Ashoka View Marg, New Delhi, Delhi 110001, India</a:t>
            </a:r>
          </a:p>
        </p:txBody>
      </p:sp>
      <p:sp>
        <p:nvSpPr>
          <p:cNvPr id="10" name="record-evidence-14-2">
            <a:extLst xmlns:a="http://schemas.openxmlformats.org/drawingml/2006/main">
              <a:ext uri="{FF2B5EF4-FFF2-40B4-BE49-F238E27FC236}">
                <a16:creationId xmlns:a16="http://schemas.microsoft.com/office/drawing/2014/main" id="{CA8CEA85-D964-419D-98B6-5916B73C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1" name="record-panel-14-3">
            <a:extLst xmlns:a="http://schemas.openxmlformats.org/drawingml/2006/main">
              <a:ext uri="{FF2B5EF4-FFF2-40B4-BE49-F238E27FC236}">
                <a16:creationId xmlns:a16="http://schemas.microsoft.com/office/drawing/2014/main" id="{DC7B58DA-0E71-403E-9766-342506A4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4-3">
            <a:extLst xmlns:a="http://schemas.openxmlformats.org/drawingml/2006/main">
              <a:ext uri="{FF2B5EF4-FFF2-40B4-BE49-F238E27FC236}">
                <a16:creationId xmlns:a16="http://schemas.microsoft.com/office/drawing/2014/main" id="{6E2F7F8F-16C6-4EB3-9E44-0FAC4AFE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TEST-068  |  Permanent Account Number (PAN): RIYPB1067P</a:t>
            </a:r>
          </a:p>
        </p:txBody>
      </p:sp>
      <p:sp>
        <p:nvSpPr>
          <p:cNvPr id="13" name="record-person-14-3">
            <a:extLst xmlns:a="http://schemas.openxmlformats.org/drawingml/2006/main">
              <a:ext uri="{FF2B5EF4-FFF2-40B4-BE49-F238E27FC236}">
                <a16:creationId xmlns:a16="http://schemas.microsoft.com/office/drawing/2014/main" id="{85AF0CAA-03A4-467B-B0E3-F8BD008F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Aarav Karan Agarwal  |  Physical Address: Flat 2, 8988 Banyan View Marg, Hyderabad, Telangana 500001, India</a:t>
            </a:r>
          </a:p>
        </p:txBody>
      </p:sp>
      <p:sp>
        <p:nvSpPr>
          <p:cNvPr id="14" name="record-evidence-14-3">
            <a:extLst xmlns:a="http://schemas.openxmlformats.org/drawingml/2006/main">
              <a:ext uri="{FF2B5EF4-FFF2-40B4-BE49-F238E27FC236}">
                <a16:creationId xmlns:a16="http://schemas.microsoft.com/office/drawing/2014/main" id="{722C5695-C7E4-4694-8AAA-1464F6F7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5" name="record-panel-14-4">
            <a:extLst xmlns:a="http://schemas.openxmlformats.org/drawingml/2006/main">
              <a:ext uri="{FF2B5EF4-FFF2-40B4-BE49-F238E27FC236}">
                <a16:creationId xmlns:a16="http://schemas.microsoft.com/office/drawing/2014/main" id="{D3E9B36A-1A57-48B8-8606-748EC397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4-4">
            <a:extLst xmlns:a="http://schemas.openxmlformats.org/drawingml/2006/main">
              <a:ext uri="{FF2B5EF4-FFF2-40B4-BE49-F238E27FC236}">
                <a16:creationId xmlns:a16="http://schemas.microsoft.com/office/drawing/2014/main" id="{8CCB1165-6E4E-4A9A-9BC2-9BA9A5A1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TEST-069  |  Permanent Account Number (PAN): DEVPA1068Q</a:t>
            </a:r>
          </a:p>
        </p:txBody>
      </p:sp>
      <p:sp>
        <p:nvSpPr>
          <p:cNvPr id="17" name="record-person-14-4">
            <a:extLst xmlns:a="http://schemas.openxmlformats.org/drawingml/2006/main">
              <a:ext uri="{FF2B5EF4-FFF2-40B4-BE49-F238E27FC236}">
                <a16:creationId xmlns:a16="http://schemas.microsoft.com/office/drawing/2014/main" id="{839A5231-3A28-44B7-98E0-7576C1A6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Simran Meera Nair  |  Physical Address: Flat 3, 9025 Cauvery View Marg, Bengaluru, Karnataka 560001, India</a:t>
            </a:r>
          </a:p>
        </p:txBody>
      </p:sp>
      <p:sp>
        <p:nvSpPr>
          <p:cNvPr id="18" name="record-evidence-14-4">
            <a:extLst xmlns:a="http://schemas.openxmlformats.org/drawingml/2006/main">
              <a:ext uri="{FF2B5EF4-FFF2-40B4-BE49-F238E27FC236}">
                <a16:creationId xmlns:a16="http://schemas.microsoft.com/office/drawing/2014/main" id="{B10754B2-C685-4B22-BB79-ED268C3D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9" name="record-panel-14-5">
            <a:extLst xmlns:a="http://schemas.openxmlformats.org/drawingml/2006/main">
              <a:ext uri="{FF2B5EF4-FFF2-40B4-BE49-F238E27FC236}">
                <a16:creationId xmlns:a16="http://schemas.microsoft.com/office/drawing/2014/main" id="{1EE11933-2300-4BED-B02D-0CB2BF86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4-5">
            <a:extLst xmlns:a="http://schemas.openxmlformats.org/drawingml/2006/main">
              <a:ext uri="{FF2B5EF4-FFF2-40B4-BE49-F238E27FC236}">
                <a16:creationId xmlns:a16="http://schemas.microsoft.com/office/drawing/2014/main" id="{72E3CFFD-6140-4DCF-A2DF-BDD2C7D2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TEST-070  |  Permanent Account Number (PAN): TARPM1069R</a:t>
            </a:r>
          </a:p>
        </p:txBody>
      </p:sp>
      <p:sp>
        <p:nvSpPr>
          <p:cNvPr id="21" name="record-person-14-5">
            <a:extLst xmlns:a="http://schemas.openxmlformats.org/drawingml/2006/main">
              <a:ext uri="{FF2B5EF4-FFF2-40B4-BE49-F238E27FC236}">
                <a16:creationId xmlns:a16="http://schemas.microsoft.com/office/drawing/2014/main" id="{507D8174-92E0-4B3F-9B00-47D1C2EC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Sahil Ananya Kohli  |  Physical Address: Flat 4, 9062 Gulmohar View Marg, Lucknow, Uttar Pradesh 226001, India</a:t>
            </a:r>
          </a:p>
        </p:txBody>
      </p:sp>
      <p:sp>
        <p:nvSpPr>
          <p:cNvPr id="22" name="record-evidence-14-5">
            <a:extLst xmlns:a="http://schemas.openxmlformats.org/drawingml/2006/main">
              <a:ext uri="{FF2B5EF4-FFF2-40B4-BE49-F238E27FC236}">
                <a16:creationId xmlns:a16="http://schemas.microsoft.com/office/drawing/2014/main" id="{4D4429AF-FC35-4092-BEE4-897E6809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23" name="footer-14">
            <a:extLst xmlns:a="http://schemas.openxmlformats.org/drawingml/2006/main">
              <a:ext uri="{FF2B5EF4-FFF2-40B4-BE49-F238E27FC236}">
                <a16:creationId xmlns:a16="http://schemas.microsoft.com/office/drawing/2014/main" id="{905C662E-95F8-443D-84CB-718F3D97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permanent account number (PAN)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7546975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3348C461-E4BA-46A8-BF9C-207C3C6B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PAN Card Numbers</a:t>
            </a:r>
          </a:p>
        </p:txBody>
      </p:sp>
      <p:sp>
        <p:nvSpPr>
          <p:cNvPr id="2" name="counter-15">
            <a:extLst xmlns:a="http://schemas.openxmlformats.org/drawingml/2006/main">
              <a:ext uri="{FF2B5EF4-FFF2-40B4-BE49-F238E27FC236}">
                <a16:creationId xmlns:a16="http://schemas.microsoft.com/office/drawing/2014/main" id="{AFAECF39-9494-4FAF-AC27-12884B43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71-75 of 150</a:t>
            </a:r>
          </a:p>
        </p:txBody>
      </p:sp>
      <p:sp>
        <p:nvSpPr>
          <p:cNvPr id="3" name="record-panel-15-1">
            <a:extLst xmlns:a="http://schemas.openxmlformats.org/drawingml/2006/main">
              <a:ext uri="{FF2B5EF4-FFF2-40B4-BE49-F238E27FC236}">
                <a16:creationId xmlns:a16="http://schemas.microsoft.com/office/drawing/2014/main" id="{0E8B39B6-B807-4803-987B-96A3AF4B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5-1">
            <a:extLst xmlns:a="http://schemas.openxmlformats.org/drawingml/2006/main">
              <a:ext uri="{FF2B5EF4-FFF2-40B4-BE49-F238E27FC236}">
                <a16:creationId xmlns:a16="http://schemas.microsoft.com/office/drawing/2014/main" id="{4C4738C9-D9AF-4D1B-AE19-219AD346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TEST-071  |  Permanent Account Number (PAN): SAHPB1070S</a:t>
            </a:r>
          </a:p>
        </p:txBody>
      </p:sp>
      <p:sp>
        <p:nvSpPr>
          <p:cNvPr id="5" name="record-person-15-1">
            <a:extLst xmlns:a="http://schemas.openxmlformats.org/drawingml/2006/main">
              <a:ext uri="{FF2B5EF4-FFF2-40B4-BE49-F238E27FC236}">
                <a16:creationId xmlns:a16="http://schemas.microsoft.com/office/drawing/2014/main" id="{118E6CC1-2CC2-4B66-9DFF-205D09D5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Tara Arjun Bose  |  Physical Address: Flat 5, 9099 Jasmine View Marg, Kolkata, West Bengal 700001, India</a:t>
            </a:r>
          </a:p>
        </p:txBody>
      </p:sp>
      <p:sp>
        <p:nvSpPr>
          <p:cNvPr id="6" name="record-evidence-15-1">
            <a:extLst xmlns:a="http://schemas.openxmlformats.org/drawingml/2006/main">
              <a:ext uri="{FF2B5EF4-FFF2-40B4-BE49-F238E27FC236}">
                <a16:creationId xmlns:a16="http://schemas.microsoft.com/office/drawing/2014/main" id="{F2D2F542-9CB3-4BDD-ADB6-08AD4861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7" name="record-panel-15-2">
            <a:extLst xmlns:a="http://schemas.openxmlformats.org/drawingml/2006/main">
              <a:ext uri="{FF2B5EF4-FFF2-40B4-BE49-F238E27FC236}">
                <a16:creationId xmlns:a16="http://schemas.microsoft.com/office/drawing/2014/main" id="{CF307147-AED0-486A-953B-1028597C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5-2">
            <a:extLst xmlns:a="http://schemas.openxmlformats.org/drawingml/2006/main">
              <a:ext uri="{FF2B5EF4-FFF2-40B4-BE49-F238E27FC236}">
                <a16:creationId xmlns:a16="http://schemas.microsoft.com/office/drawing/2014/main" id="{F94F7327-A9B5-4671-ADCF-38913B8F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TEST-072  |  Permanent Account Number (PAN): SIMPA1071T</a:t>
            </a:r>
          </a:p>
        </p:txBody>
      </p:sp>
      <p:sp>
        <p:nvSpPr>
          <p:cNvPr id="9" name="record-person-15-2">
            <a:extLst xmlns:a="http://schemas.openxmlformats.org/drawingml/2006/main">
              <a:ext uri="{FF2B5EF4-FFF2-40B4-BE49-F238E27FC236}">
                <a16:creationId xmlns:a16="http://schemas.microsoft.com/office/drawing/2014/main" id="{D301A99A-BAA9-440C-899A-73AF3F2F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Dev Priya Patel  |  Physical Address: Flat 6, 9136 Kaveri View Marg, Kochi, Kerala 682001, India</a:t>
            </a:r>
          </a:p>
        </p:txBody>
      </p:sp>
      <p:sp>
        <p:nvSpPr>
          <p:cNvPr id="10" name="record-evidence-15-2">
            <a:extLst xmlns:a="http://schemas.openxmlformats.org/drawingml/2006/main">
              <a:ext uri="{FF2B5EF4-FFF2-40B4-BE49-F238E27FC236}">
                <a16:creationId xmlns:a16="http://schemas.microsoft.com/office/drawing/2014/main" id="{95325F57-948C-4115-A34B-A8D95BE6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1" name="record-panel-15-3">
            <a:extLst xmlns:a="http://schemas.openxmlformats.org/drawingml/2006/main">
              <a:ext uri="{FF2B5EF4-FFF2-40B4-BE49-F238E27FC236}">
                <a16:creationId xmlns:a16="http://schemas.microsoft.com/office/drawing/2014/main" id="{ADBA78AF-0BE5-4239-BDE0-FA30342B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5-3">
            <a:extLst xmlns:a="http://schemas.openxmlformats.org/drawingml/2006/main">
              <a:ext uri="{FF2B5EF4-FFF2-40B4-BE49-F238E27FC236}">
                <a16:creationId xmlns:a16="http://schemas.microsoft.com/office/drawing/2014/main" id="{FC287E1D-7C8F-4F72-B800-03308FC8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TEST-073  |  Permanent Account Number (PAN): AARPS1072U</a:t>
            </a:r>
          </a:p>
        </p:txBody>
      </p:sp>
      <p:sp>
        <p:nvSpPr>
          <p:cNvPr id="13" name="record-person-15-3">
            <a:extLst xmlns:a="http://schemas.openxmlformats.org/drawingml/2006/main">
              <a:ext uri="{FF2B5EF4-FFF2-40B4-BE49-F238E27FC236}">
                <a16:creationId xmlns:a16="http://schemas.microsoft.com/office/drawing/2014/main" id="{54C89F87-40C1-4B15-8B7D-204765BF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Riya Meera Desai  |  Physical Address: Flat 7, 9173 Lotus View Marg, Pune, Maharashtra 411001, India</a:t>
            </a:r>
          </a:p>
        </p:txBody>
      </p:sp>
      <p:sp>
        <p:nvSpPr>
          <p:cNvPr id="14" name="record-evidence-15-3">
            <a:extLst xmlns:a="http://schemas.openxmlformats.org/drawingml/2006/main">
              <a:ext uri="{FF2B5EF4-FFF2-40B4-BE49-F238E27FC236}">
                <a16:creationId xmlns:a16="http://schemas.microsoft.com/office/drawing/2014/main" id="{B0B2166A-B41E-4879-8E45-3C1534FE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5" name="record-panel-15-4">
            <a:extLst xmlns:a="http://schemas.openxmlformats.org/drawingml/2006/main">
              <a:ext uri="{FF2B5EF4-FFF2-40B4-BE49-F238E27FC236}">
                <a16:creationId xmlns:a16="http://schemas.microsoft.com/office/drawing/2014/main" id="{42382374-8A6B-4AB7-8110-A2B69547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5-4">
            <a:extLst xmlns:a="http://schemas.openxmlformats.org/drawingml/2006/main">
              <a:ext uri="{FF2B5EF4-FFF2-40B4-BE49-F238E27FC236}">
                <a16:creationId xmlns:a16="http://schemas.microsoft.com/office/drawing/2014/main" id="{A37A9DC1-4D25-480F-B495-80A69300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TEST-074  |  Permanent Account Number (PAN): AADPR1073V</a:t>
            </a:r>
          </a:p>
        </p:txBody>
      </p:sp>
      <p:sp>
        <p:nvSpPr>
          <p:cNvPr id="17" name="record-person-15-4">
            <a:extLst xmlns:a="http://schemas.openxmlformats.org/drawingml/2006/main">
              <a:ext uri="{FF2B5EF4-FFF2-40B4-BE49-F238E27FC236}">
                <a16:creationId xmlns:a16="http://schemas.microsoft.com/office/drawing/2014/main" id="{BB54EB12-9AB5-409D-A6D0-3B3DFBF6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Aman Ananya Kapoor  |  Physical Address: Flat 8, 9210 Mango View Marg, Mumbai, Maharashtra 400001, India</a:t>
            </a:r>
          </a:p>
        </p:txBody>
      </p:sp>
      <p:sp>
        <p:nvSpPr>
          <p:cNvPr id="18" name="record-evidence-15-4">
            <a:extLst xmlns:a="http://schemas.openxmlformats.org/drawingml/2006/main">
              <a:ext uri="{FF2B5EF4-FFF2-40B4-BE49-F238E27FC236}">
                <a16:creationId xmlns:a16="http://schemas.microsoft.com/office/drawing/2014/main" id="{7108C312-DD87-4F6C-95D1-EC49D45D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9" name="record-panel-15-5">
            <a:extLst xmlns:a="http://schemas.openxmlformats.org/drawingml/2006/main">
              <a:ext uri="{FF2B5EF4-FFF2-40B4-BE49-F238E27FC236}">
                <a16:creationId xmlns:a16="http://schemas.microsoft.com/office/drawing/2014/main" id="{C73CE5C2-A88B-4D9F-8FE7-11E0A759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5-5">
            <a:extLst xmlns:a="http://schemas.openxmlformats.org/drawingml/2006/main">
              <a:ext uri="{FF2B5EF4-FFF2-40B4-BE49-F238E27FC236}">
                <a16:creationId xmlns:a16="http://schemas.microsoft.com/office/drawing/2014/main" id="{D951DAEA-DA8C-492F-B379-408A9A8A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TEST-075  |  Permanent Account Number (PAN): VIVPM1074W</a:t>
            </a:r>
          </a:p>
        </p:txBody>
      </p:sp>
      <p:sp>
        <p:nvSpPr>
          <p:cNvPr id="21" name="record-person-15-5">
            <a:extLst xmlns:a="http://schemas.openxmlformats.org/drawingml/2006/main">
              <a:ext uri="{FF2B5EF4-FFF2-40B4-BE49-F238E27FC236}">
                <a16:creationId xmlns:a16="http://schemas.microsoft.com/office/drawing/2014/main" id="{C4CE370B-6BDA-4CB9-8AB5-60CA8871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Neha Tara Agarwal  |  Physical Address: Flat 9, 9247 Narmada View Marg, Ahmedabad, Gujarat 380001, India</a:t>
            </a:r>
          </a:p>
        </p:txBody>
      </p:sp>
      <p:sp>
        <p:nvSpPr>
          <p:cNvPr id="22" name="record-evidence-15-5">
            <a:extLst xmlns:a="http://schemas.openxmlformats.org/drawingml/2006/main">
              <a:ext uri="{FF2B5EF4-FFF2-40B4-BE49-F238E27FC236}">
                <a16:creationId xmlns:a16="http://schemas.microsoft.com/office/drawing/2014/main" id="{0888AA82-EBD3-4F45-9F52-A3F9A69A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23" name="footer-15">
            <a:extLst xmlns:a="http://schemas.openxmlformats.org/drawingml/2006/main">
              <a:ext uri="{FF2B5EF4-FFF2-40B4-BE49-F238E27FC236}">
                <a16:creationId xmlns:a16="http://schemas.microsoft.com/office/drawing/2014/main" id="{DCC58EA9-3AA0-472B-818F-4FCEAEC4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permanent account number (PAN)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96157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6">
            <a:extLst xmlns:a="http://schemas.openxmlformats.org/drawingml/2006/main">
              <a:ext uri="{FF2B5EF4-FFF2-40B4-BE49-F238E27FC236}">
                <a16:creationId xmlns:a16="http://schemas.microsoft.com/office/drawing/2014/main" id="{3543462A-1309-485E-B865-D57313F4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PAN Card Numbers</a:t>
            </a:r>
          </a:p>
        </p:txBody>
      </p:sp>
      <p:sp>
        <p:nvSpPr>
          <p:cNvPr id="2" name="counter-16">
            <a:extLst xmlns:a="http://schemas.openxmlformats.org/drawingml/2006/main">
              <a:ext uri="{FF2B5EF4-FFF2-40B4-BE49-F238E27FC236}">
                <a16:creationId xmlns:a16="http://schemas.microsoft.com/office/drawing/2014/main" id="{3EB6EF8E-E000-4060-AA21-4DA0ADAA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76-80 of 150</a:t>
            </a:r>
          </a:p>
        </p:txBody>
      </p:sp>
      <p:sp>
        <p:nvSpPr>
          <p:cNvPr id="3" name="record-panel-16-1">
            <a:extLst xmlns:a="http://schemas.openxmlformats.org/drawingml/2006/main">
              <a:ext uri="{FF2B5EF4-FFF2-40B4-BE49-F238E27FC236}">
                <a16:creationId xmlns:a16="http://schemas.microsoft.com/office/drawing/2014/main" id="{11F4CF9E-72CE-429E-BDBE-4A74EF1B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6-1">
            <a:extLst xmlns:a="http://schemas.openxmlformats.org/drawingml/2006/main">
              <a:ext uri="{FF2B5EF4-FFF2-40B4-BE49-F238E27FC236}">
                <a16:creationId xmlns:a16="http://schemas.microsoft.com/office/drawing/2014/main" id="{9B36ED14-5B64-4106-9A79-0218ABD4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TEST-076  |  Permanent Account Number (PAN): ANAPS1075X</a:t>
            </a:r>
          </a:p>
        </p:txBody>
      </p:sp>
      <p:sp>
        <p:nvSpPr>
          <p:cNvPr id="5" name="record-person-16-1">
            <a:extLst xmlns:a="http://schemas.openxmlformats.org/drawingml/2006/main">
              <a:ext uri="{FF2B5EF4-FFF2-40B4-BE49-F238E27FC236}">
                <a16:creationId xmlns:a16="http://schemas.microsoft.com/office/drawing/2014/main" id="{EDB585CA-5899-4C1E-BC84-AB0832AB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Karan Priya Nair  |  Physical Address: Flat 10, 9284 Peepal View Marg, Chennai, Tamil Nadu 600001, India</a:t>
            </a:r>
          </a:p>
        </p:txBody>
      </p:sp>
      <p:sp>
        <p:nvSpPr>
          <p:cNvPr id="6" name="record-evidence-16-1">
            <a:extLst xmlns:a="http://schemas.openxmlformats.org/drawingml/2006/main">
              <a:ext uri="{FF2B5EF4-FFF2-40B4-BE49-F238E27FC236}">
                <a16:creationId xmlns:a16="http://schemas.microsoft.com/office/drawing/2014/main" id="{224654C8-06E3-4EEC-98F3-FB460046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7" name="record-panel-16-2">
            <a:extLst xmlns:a="http://schemas.openxmlformats.org/drawingml/2006/main">
              <a:ext uri="{FF2B5EF4-FFF2-40B4-BE49-F238E27FC236}">
                <a16:creationId xmlns:a16="http://schemas.microsoft.com/office/drawing/2014/main" id="{33B609E1-AA13-4CA3-AA78-A88710D1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6-2">
            <a:extLst xmlns:a="http://schemas.openxmlformats.org/drawingml/2006/main">
              <a:ext uri="{FF2B5EF4-FFF2-40B4-BE49-F238E27FC236}">
                <a16:creationId xmlns:a16="http://schemas.microsoft.com/office/drawing/2014/main" id="{8024E85F-068D-4A76-AC07-8480A237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TEST-077  |  Permanent Account Number (PAN): ARJPM1076Y</a:t>
            </a:r>
          </a:p>
        </p:txBody>
      </p:sp>
      <p:sp>
        <p:nvSpPr>
          <p:cNvPr id="9" name="record-person-16-2">
            <a:extLst xmlns:a="http://schemas.openxmlformats.org/drawingml/2006/main">
              <a:ext uri="{FF2B5EF4-FFF2-40B4-BE49-F238E27FC236}">
                <a16:creationId xmlns:a16="http://schemas.microsoft.com/office/drawing/2014/main" id="{3396F27A-BC55-4257-B5A2-3F142C91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Priya Meera Kohli  |  Physical Address: Flat 11, 9321 Saffron View Marg, Chandigarh, Chandigarh 160017, India</a:t>
            </a:r>
          </a:p>
        </p:txBody>
      </p:sp>
      <p:sp>
        <p:nvSpPr>
          <p:cNvPr id="10" name="record-evidence-16-2">
            <a:extLst xmlns:a="http://schemas.openxmlformats.org/drawingml/2006/main">
              <a:ext uri="{FF2B5EF4-FFF2-40B4-BE49-F238E27FC236}">
                <a16:creationId xmlns:a16="http://schemas.microsoft.com/office/drawing/2014/main" id="{B055B57D-FDA2-45E1-97FD-DEBB2CA7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1" name="record-panel-16-3">
            <a:extLst xmlns:a="http://schemas.openxmlformats.org/drawingml/2006/main">
              <a:ext uri="{FF2B5EF4-FFF2-40B4-BE49-F238E27FC236}">
                <a16:creationId xmlns:a16="http://schemas.microsoft.com/office/drawing/2014/main" id="{311F8D8F-EF6E-4CEC-8EE3-563B607B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6-3">
            <a:extLst xmlns:a="http://schemas.openxmlformats.org/drawingml/2006/main">
              <a:ext uri="{FF2B5EF4-FFF2-40B4-BE49-F238E27FC236}">
                <a16:creationId xmlns:a16="http://schemas.microsoft.com/office/drawing/2014/main" id="{6AE5D0D3-0DC5-48F8-A3ED-F39B65C9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TEST-078  |  Permanent Account Number (PAN): DIYPK1077Z</a:t>
            </a:r>
          </a:p>
        </p:txBody>
      </p:sp>
      <p:sp>
        <p:nvSpPr>
          <p:cNvPr id="13" name="record-person-16-3">
            <a:extLst xmlns:a="http://schemas.openxmlformats.org/drawingml/2006/main">
              <a:ext uri="{FF2B5EF4-FFF2-40B4-BE49-F238E27FC236}">
                <a16:creationId xmlns:a16="http://schemas.microsoft.com/office/drawing/2014/main" id="{34817EA3-482C-4EF3-93E4-85CA6753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Rahul Ananya Chopra  |  Physical Address: Flat 12, 9358 Yamuna View Marg, Jaipur, Rajasthan 302001, India</a:t>
            </a:r>
          </a:p>
        </p:txBody>
      </p:sp>
      <p:sp>
        <p:nvSpPr>
          <p:cNvPr id="14" name="record-evidence-16-3">
            <a:extLst xmlns:a="http://schemas.openxmlformats.org/drawingml/2006/main">
              <a:ext uri="{FF2B5EF4-FFF2-40B4-BE49-F238E27FC236}">
                <a16:creationId xmlns:a16="http://schemas.microsoft.com/office/drawing/2014/main" id="{DB4E77F3-A259-4870-B3B6-9D5E3158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5" name="record-panel-16-4">
            <a:extLst xmlns:a="http://schemas.openxmlformats.org/drawingml/2006/main">
              <a:ext uri="{FF2B5EF4-FFF2-40B4-BE49-F238E27FC236}">
                <a16:creationId xmlns:a16="http://schemas.microsoft.com/office/drawing/2014/main" id="{A8E0B381-CEAC-44C5-90EB-C143510D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6-4">
            <a:extLst xmlns:a="http://schemas.openxmlformats.org/drawingml/2006/main">
              <a:ext uri="{FF2B5EF4-FFF2-40B4-BE49-F238E27FC236}">
                <a16:creationId xmlns:a16="http://schemas.microsoft.com/office/drawing/2014/main" id="{778A4AF6-57BD-443F-AE41-DDBC5985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TEST-079  |  Permanent Account Number (PAN): KABPS1078A</a:t>
            </a:r>
          </a:p>
        </p:txBody>
      </p:sp>
      <p:sp>
        <p:nvSpPr>
          <p:cNvPr id="17" name="record-person-16-4">
            <a:extLst xmlns:a="http://schemas.openxmlformats.org/drawingml/2006/main">
              <a:ext uri="{FF2B5EF4-FFF2-40B4-BE49-F238E27FC236}">
                <a16:creationId xmlns:a16="http://schemas.microsoft.com/office/drawing/2014/main" id="{2D00D66F-3670-44EC-952E-26FE97B9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Nisha Tara Patel  |  Physical Address: Flat 13, 9395 Ashoka Colony Marg, New Delhi, Delhi 110001, India</a:t>
            </a:r>
          </a:p>
        </p:txBody>
      </p:sp>
      <p:sp>
        <p:nvSpPr>
          <p:cNvPr id="18" name="record-evidence-16-4">
            <a:extLst xmlns:a="http://schemas.openxmlformats.org/drawingml/2006/main">
              <a:ext uri="{FF2B5EF4-FFF2-40B4-BE49-F238E27FC236}">
                <a16:creationId xmlns:a16="http://schemas.microsoft.com/office/drawing/2014/main" id="{0BD88F9A-6B8A-4D68-81DE-1993A2EB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9" name="record-panel-16-5">
            <a:extLst xmlns:a="http://schemas.openxmlformats.org/drawingml/2006/main">
              <a:ext uri="{FF2B5EF4-FFF2-40B4-BE49-F238E27FC236}">
                <a16:creationId xmlns:a16="http://schemas.microsoft.com/office/drawing/2014/main" id="{0A9C0DB5-00F1-47D4-98B9-272546DB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6-5">
            <a:extLst xmlns:a="http://schemas.openxmlformats.org/drawingml/2006/main">
              <a:ext uri="{FF2B5EF4-FFF2-40B4-BE49-F238E27FC236}">
                <a16:creationId xmlns:a16="http://schemas.microsoft.com/office/drawing/2014/main" id="{23618C50-6B0E-415D-B0FF-70CF8E01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TEST-080  |  Permanent Account Number (PAN): ISHPG1079B</a:t>
            </a:r>
          </a:p>
        </p:txBody>
      </p:sp>
      <p:sp>
        <p:nvSpPr>
          <p:cNvPr id="21" name="record-person-16-5">
            <a:extLst xmlns:a="http://schemas.openxmlformats.org/drawingml/2006/main">
              <a:ext uri="{FF2B5EF4-FFF2-40B4-BE49-F238E27FC236}">
                <a16:creationId xmlns:a16="http://schemas.microsoft.com/office/drawing/2014/main" id="{4F6C7A87-CBB0-48D2-9D4B-7197DB89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Vihaan Priya Desai  |  Physical Address: Flat 14, 9432 Banyan Colony Marg, Hyderabad, Telangana 500001, India</a:t>
            </a:r>
          </a:p>
        </p:txBody>
      </p:sp>
      <p:sp>
        <p:nvSpPr>
          <p:cNvPr id="22" name="record-evidence-16-5">
            <a:extLst xmlns:a="http://schemas.openxmlformats.org/drawingml/2006/main">
              <a:ext uri="{FF2B5EF4-FFF2-40B4-BE49-F238E27FC236}">
                <a16:creationId xmlns:a16="http://schemas.microsoft.com/office/drawing/2014/main" id="{AE48A3B1-E4A3-4BA7-BA24-47ED1CA1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23" name="footer-16">
            <a:extLst xmlns:a="http://schemas.openxmlformats.org/drawingml/2006/main">
              <a:ext uri="{FF2B5EF4-FFF2-40B4-BE49-F238E27FC236}">
                <a16:creationId xmlns:a16="http://schemas.microsoft.com/office/drawing/2014/main" id="{A78C7440-A132-4102-8EF2-10731EB7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permanent account number (PAN)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3607713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7">
            <a:extLst xmlns:a="http://schemas.openxmlformats.org/drawingml/2006/main">
              <a:ext uri="{FF2B5EF4-FFF2-40B4-BE49-F238E27FC236}">
                <a16:creationId xmlns:a16="http://schemas.microsoft.com/office/drawing/2014/main" id="{E60586DD-FF83-45A7-B4EF-11711976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PAN Card Numbers</a:t>
            </a:r>
          </a:p>
        </p:txBody>
      </p:sp>
      <p:sp>
        <p:nvSpPr>
          <p:cNvPr id="2" name="counter-17">
            <a:extLst xmlns:a="http://schemas.openxmlformats.org/drawingml/2006/main">
              <a:ext uri="{FF2B5EF4-FFF2-40B4-BE49-F238E27FC236}">
                <a16:creationId xmlns:a16="http://schemas.microsoft.com/office/drawing/2014/main" id="{3F285E33-F969-4D2B-A2B3-03D4FD82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81-85 of 150</a:t>
            </a:r>
          </a:p>
        </p:txBody>
      </p:sp>
      <p:sp>
        <p:nvSpPr>
          <p:cNvPr id="3" name="record-panel-17-1">
            <a:extLst xmlns:a="http://schemas.openxmlformats.org/drawingml/2006/main">
              <a:ext uri="{FF2B5EF4-FFF2-40B4-BE49-F238E27FC236}">
                <a16:creationId xmlns:a16="http://schemas.microsoft.com/office/drawing/2014/main" id="{AB365846-4A8E-434B-BA54-7D3FF2E5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7-1">
            <a:extLst xmlns:a="http://schemas.openxmlformats.org/drawingml/2006/main">
              <a:ext uri="{FF2B5EF4-FFF2-40B4-BE49-F238E27FC236}">
                <a16:creationId xmlns:a16="http://schemas.microsoft.com/office/drawing/2014/main" id="{45E6B7E7-BA31-4C5B-93AC-B311CE32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TEST-081  |  Permanent Account Number (PAN): ROHPJ1080C</a:t>
            </a:r>
          </a:p>
        </p:txBody>
      </p:sp>
      <p:sp>
        <p:nvSpPr>
          <p:cNvPr id="5" name="record-person-17-1">
            <a:extLst xmlns:a="http://schemas.openxmlformats.org/drawingml/2006/main">
              <a:ext uri="{FF2B5EF4-FFF2-40B4-BE49-F238E27FC236}">
                <a16:creationId xmlns:a16="http://schemas.microsoft.com/office/drawing/2014/main" id="{DAFFE21E-147A-442C-AEB3-AB3D868D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Kavya Meera Kapoor  |  Physical Address: Flat 15, 9469 Cauvery Colony Marg, Bengaluru, Karnataka 560001, India</a:t>
            </a:r>
          </a:p>
        </p:txBody>
      </p:sp>
      <p:sp>
        <p:nvSpPr>
          <p:cNvPr id="6" name="record-evidence-17-1">
            <a:extLst xmlns:a="http://schemas.openxmlformats.org/drawingml/2006/main">
              <a:ext uri="{FF2B5EF4-FFF2-40B4-BE49-F238E27FC236}">
                <a16:creationId xmlns:a16="http://schemas.microsoft.com/office/drawing/2014/main" id="{AB32CD95-26CA-4D88-A187-38D2E270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7" name="record-panel-17-2">
            <a:extLst xmlns:a="http://schemas.openxmlformats.org/drawingml/2006/main">
              <a:ext uri="{FF2B5EF4-FFF2-40B4-BE49-F238E27FC236}">
                <a16:creationId xmlns:a16="http://schemas.microsoft.com/office/drawing/2014/main" id="{285556DB-E320-47A5-93C3-6B8CABE4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7-2">
            <a:extLst xmlns:a="http://schemas.openxmlformats.org/drawingml/2006/main">
              <a:ext uri="{FF2B5EF4-FFF2-40B4-BE49-F238E27FC236}">
                <a16:creationId xmlns:a16="http://schemas.microsoft.com/office/drawing/2014/main" id="{0B1DE048-7DF2-4604-8F05-FD456982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TEST-082  |  Permanent Account Number (PAN): MEEPS1081D</a:t>
            </a:r>
          </a:p>
        </p:txBody>
      </p:sp>
      <p:sp>
        <p:nvSpPr>
          <p:cNvPr id="9" name="record-person-17-2">
            <a:extLst xmlns:a="http://schemas.openxmlformats.org/drawingml/2006/main">
              <a:ext uri="{FF2B5EF4-FFF2-40B4-BE49-F238E27FC236}">
                <a16:creationId xmlns:a16="http://schemas.microsoft.com/office/drawing/2014/main" id="{B83EF254-29AF-4EC2-9B5E-3AFAF094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Aditya Ananya Rao  |  Physical Address: Flat 16, 9506 Gulmohar Colony Marg, Lucknow, Uttar Pradesh 226001, India</a:t>
            </a:r>
          </a:p>
        </p:txBody>
      </p:sp>
      <p:sp>
        <p:nvSpPr>
          <p:cNvPr id="10" name="record-evidence-17-2">
            <a:extLst xmlns:a="http://schemas.openxmlformats.org/drawingml/2006/main">
              <a:ext uri="{FF2B5EF4-FFF2-40B4-BE49-F238E27FC236}">
                <a16:creationId xmlns:a16="http://schemas.microsoft.com/office/drawing/2014/main" id="{7B6EBEFD-58E0-4E20-AC47-C77E250C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1" name="record-panel-17-3">
            <a:extLst xmlns:a="http://schemas.openxmlformats.org/drawingml/2006/main">
              <a:ext uri="{FF2B5EF4-FFF2-40B4-BE49-F238E27FC236}">
                <a16:creationId xmlns:a16="http://schemas.microsoft.com/office/drawing/2014/main" id="{6FD41BDB-0F3A-4D12-8318-DD9D65D9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7-3">
            <a:extLst xmlns:a="http://schemas.openxmlformats.org/drawingml/2006/main">
              <a:ext uri="{FF2B5EF4-FFF2-40B4-BE49-F238E27FC236}">
                <a16:creationId xmlns:a16="http://schemas.microsoft.com/office/drawing/2014/main" id="{567A1575-3898-44BE-97CB-BECAFEBA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TEST-083  |  Permanent Account Number (PAN): ADIPV1082E</a:t>
            </a:r>
          </a:p>
        </p:txBody>
      </p:sp>
      <p:sp>
        <p:nvSpPr>
          <p:cNvPr id="13" name="record-person-17-3">
            <a:extLst xmlns:a="http://schemas.openxmlformats.org/drawingml/2006/main">
              <a:ext uri="{FF2B5EF4-FFF2-40B4-BE49-F238E27FC236}">
                <a16:creationId xmlns:a16="http://schemas.microsoft.com/office/drawing/2014/main" id="{5DAE2580-8A64-4250-BC78-8B95A559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Meera Tara Nair  |  Physical Address: Flat 17, 9543 Jasmine Colony Marg, Kolkata, West Bengal 700001, India</a:t>
            </a:r>
          </a:p>
        </p:txBody>
      </p:sp>
      <p:sp>
        <p:nvSpPr>
          <p:cNvPr id="14" name="record-evidence-17-3">
            <a:extLst xmlns:a="http://schemas.openxmlformats.org/drawingml/2006/main">
              <a:ext uri="{FF2B5EF4-FFF2-40B4-BE49-F238E27FC236}">
                <a16:creationId xmlns:a16="http://schemas.microsoft.com/office/drawing/2014/main" id="{98FB98D9-C21E-4B44-B886-A78737EF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5" name="record-panel-17-4">
            <a:extLst xmlns:a="http://schemas.openxmlformats.org/drawingml/2006/main">
              <a:ext uri="{FF2B5EF4-FFF2-40B4-BE49-F238E27FC236}">
                <a16:creationId xmlns:a16="http://schemas.microsoft.com/office/drawing/2014/main" id="{98824857-AD4C-4BB5-AA10-1BE48696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7-4">
            <a:extLst xmlns:a="http://schemas.openxmlformats.org/drawingml/2006/main">
              <a:ext uri="{FF2B5EF4-FFF2-40B4-BE49-F238E27FC236}">
                <a16:creationId xmlns:a16="http://schemas.microsoft.com/office/drawing/2014/main" id="{BEDE8821-8122-498A-A555-2D27E147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TEST-084  |  Permanent Account Number (PAN): KAVPI1083F</a:t>
            </a:r>
          </a:p>
        </p:txBody>
      </p:sp>
      <p:sp>
        <p:nvSpPr>
          <p:cNvPr id="17" name="record-person-17-4">
            <a:extLst xmlns:a="http://schemas.openxmlformats.org/drawingml/2006/main">
              <a:ext uri="{FF2B5EF4-FFF2-40B4-BE49-F238E27FC236}">
                <a16:creationId xmlns:a16="http://schemas.microsoft.com/office/drawing/2014/main" id="{2DD403B2-11F9-4872-8F88-614E1CFC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Rohan Priya Kohli  |  Physical Address: Flat 18, 9580 Kaveri Colony Marg, Kochi, Kerala 682001, India</a:t>
            </a:r>
          </a:p>
        </p:txBody>
      </p:sp>
      <p:sp>
        <p:nvSpPr>
          <p:cNvPr id="18" name="record-evidence-17-4">
            <a:extLst xmlns:a="http://schemas.openxmlformats.org/drawingml/2006/main">
              <a:ext uri="{FF2B5EF4-FFF2-40B4-BE49-F238E27FC236}">
                <a16:creationId xmlns:a16="http://schemas.microsoft.com/office/drawing/2014/main" id="{D8E08AB5-5597-4CE6-B4F5-A5FC70B3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9" name="record-panel-17-5">
            <a:extLst xmlns:a="http://schemas.openxmlformats.org/drawingml/2006/main">
              <a:ext uri="{FF2B5EF4-FFF2-40B4-BE49-F238E27FC236}">
                <a16:creationId xmlns:a16="http://schemas.microsoft.com/office/drawing/2014/main" id="{81080029-1A7D-4396-BA00-2A35B80A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7-5">
            <a:extLst xmlns:a="http://schemas.openxmlformats.org/drawingml/2006/main">
              <a:ext uri="{FF2B5EF4-FFF2-40B4-BE49-F238E27FC236}">
                <a16:creationId xmlns:a16="http://schemas.microsoft.com/office/drawing/2014/main" id="{CFBDDCB6-BDCD-4DE8-800B-E6043C46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TEST-085  |  Permanent Account Number (PAN): VIHPB1084G</a:t>
            </a:r>
          </a:p>
        </p:txBody>
      </p:sp>
      <p:sp>
        <p:nvSpPr>
          <p:cNvPr id="21" name="record-person-17-5">
            <a:extLst xmlns:a="http://schemas.openxmlformats.org/drawingml/2006/main">
              <a:ext uri="{FF2B5EF4-FFF2-40B4-BE49-F238E27FC236}">
                <a16:creationId xmlns:a16="http://schemas.microsoft.com/office/drawing/2014/main" id="{561C16BB-B306-45A1-A18E-2816C550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Ishita Meera Chopra  |  Physical Address: Flat 19, 9617 Lotus Colony Marg, Pune, Maharashtra 411001, India</a:t>
            </a:r>
          </a:p>
        </p:txBody>
      </p:sp>
      <p:sp>
        <p:nvSpPr>
          <p:cNvPr id="22" name="record-evidence-17-5">
            <a:extLst xmlns:a="http://schemas.openxmlformats.org/drawingml/2006/main">
              <a:ext uri="{FF2B5EF4-FFF2-40B4-BE49-F238E27FC236}">
                <a16:creationId xmlns:a16="http://schemas.microsoft.com/office/drawing/2014/main" id="{DAD0CD7D-15CD-433C-B68B-3FCCD554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23" name="footer-17">
            <a:extLst xmlns:a="http://schemas.openxmlformats.org/drawingml/2006/main">
              <a:ext uri="{FF2B5EF4-FFF2-40B4-BE49-F238E27FC236}">
                <a16:creationId xmlns:a16="http://schemas.microsoft.com/office/drawing/2014/main" id="{8BD04606-C830-43A1-9AB0-BA1E6C32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permanent account number (PAN)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1237019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8">
            <a:extLst xmlns:a="http://schemas.openxmlformats.org/drawingml/2006/main">
              <a:ext uri="{FF2B5EF4-FFF2-40B4-BE49-F238E27FC236}">
                <a16:creationId xmlns:a16="http://schemas.microsoft.com/office/drawing/2014/main" id="{A507645B-56CF-4625-8B48-ACDF61D5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PAN Card Numbers</a:t>
            </a:r>
          </a:p>
        </p:txBody>
      </p:sp>
      <p:sp>
        <p:nvSpPr>
          <p:cNvPr id="2" name="counter-18">
            <a:extLst xmlns:a="http://schemas.openxmlformats.org/drawingml/2006/main">
              <a:ext uri="{FF2B5EF4-FFF2-40B4-BE49-F238E27FC236}">
                <a16:creationId xmlns:a16="http://schemas.microsoft.com/office/drawing/2014/main" id="{EA2FCF9E-A2E6-488D-AADC-4CFC1528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86-90 of 150</a:t>
            </a:r>
          </a:p>
        </p:txBody>
      </p:sp>
      <p:sp>
        <p:nvSpPr>
          <p:cNvPr id="3" name="record-panel-18-1">
            <a:extLst xmlns:a="http://schemas.openxmlformats.org/drawingml/2006/main">
              <a:ext uri="{FF2B5EF4-FFF2-40B4-BE49-F238E27FC236}">
                <a16:creationId xmlns:a16="http://schemas.microsoft.com/office/drawing/2014/main" id="{794A6D54-56E0-401E-95E1-FEC5E1D5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8-1">
            <a:extLst xmlns:a="http://schemas.openxmlformats.org/drawingml/2006/main">
              <a:ext uri="{FF2B5EF4-FFF2-40B4-BE49-F238E27FC236}">
                <a16:creationId xmlns:a16="http://schemas.microsoft.com/office/drawing/2014/main" id="{9D67A372-11C8-4763-B5C2-7823C975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TEST-086  |  Permanent Account Number (PAN): NISPA1085H</a:t>
            </a:r>
          </a:p>
        </p:txBody>
      </p:sp>
      <p:sp>
        <p:nvSpPr>
          <p:cNvPr id="5" name="record-person-18-1">
            <a:extLst xmlns:a="http://schemas.openxmlformats.org/drawingml/2006/main">
              <a:ext uri="{FF2B5EF4-FFF2-40B4-BE49-F238E27FC236}">
                <a16:creationId xmlns:a16="http://schemas.microsoft.com/office/drawing/2014/main" id="{7633A7F3-4907-4B07-BFA6-7A5C30A1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Kabir Ananya Singh  |  Physical Address: Flat 20, 9654 Mango Colony Marg, Mumbai, Maharashtra 400001, India</a:t>
            </a:r>
          </a:p>
        </p:txBody>
      </p:sp>
      <p:sp>
        <p:nvSpPr>
          <p:cNvPr id="6" name="record-evidence-18-1">
            <a:extLst xmlns:a="http://schemas.openxmlformats.org/drawingml/2006/main">
              <a:ext uri="{FF2B5EF4-FFF2-40B4-BE49-F238E27FC236}">
                <a16:creationId xmlns:a16="http://schemas.microsoft.com/office/drawing/2014/main" id="{C49414AE-2574-4BFF-9C1C-D5206B88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7" name="record-panel-18-2">
            <a:extLst xmlns:a="http://schemas.openxmlformats.org/drawingml/2006/main">
              <a:ext uri="{FF2B5EF4-FFF2-40B4-BE49-F238E27FC236}">
                <a16:creationId xmlns:a16="http://schemas.microsoft.com/office/drawing/2014/main" id="{2AE66718-F461-40EE-A43B-E72819F3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8-2">
            <a:extLst xmlns:a="http://schemas.openxmlformats.org/drawingml/2006/main">
              <a:ext uri="{FF2B5EF4-FFF2-40B4-BE49-F238E27FC236}">
                <a16:creationId xmlns:a16="http://schemas.microsoft.com/office/drawing/2014/main" id="{08CC15C6-D9AA-43D9-8BAA-9FDDC178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TEST-087  |  Permanent Account Number (PAN): RAHPM1086I</a:t>
            </a:r>
          </a:p>
        </p:txBody>
      </p:sp>
      <p:sp>
        <p:nvSpPr>
          <p:cNvPr id="9" name="record-person-18-2">
            <a:extLst xmlns:a="http://schemas.openxmlformats.org/drawingml/2006/main">
              <a:ext uri="{FF2B5EF4-FFF2-40B4-BE49-F238E27FC236}">
                <a16:creationId xmlns:a16="http://schemas.microsoft.com/office/drawing/2014/main" id="{A442C383-3EE0-4B6A-8C6B-0B51116C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Diya Tara Desai  |  Physical Address: Flat 21, 9691 Narmada Colony Marg, Ahmedabad, Gujarat 380001, India</a:t>
            </a:r>
          </a:p>
        </p:txBody>
      </p:sp>
      <p:sp>
        <p:nvSpPr>
          <p:cNvPr id="10" name="record-evidence-18-2">
            <a:extLst xmlns:a="http://schemas.openxmlformats.org/drawingml/2006/main">
              <a:ext uri="{FF2B5EF4-FFF2-40B4-BE49-F238E27FC236}">
                <a16:creationId xmlns:a16="http://schemas.microsoft.com/office/drawing/2014/main" id="{2A07CB83-879A-4293-AA4F-B5820AEF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1" name="record-panel-18-3">
            <a:extLst xmlns:a="http://schemas.openxmlformats.org/drawingml/2006/main">
              <a:ext uri="{FF2B5EF4-FFF2-40B4-BE49-F238E27FC236}">
                <a16:creationId xmlns:a16="http://schemas.microsoft.com/office/drawing/2014/main" id="{71E264BF-2ABF-4BDC-8D4E-347D2A75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8-3">
            <a:extLst xmlns:a="http://schemas.openxmlformats.org/drawingml/2006/main">
              <a:ext uri="{FF2B5EF4-FFF2-40B4-BE49-F238E27FC236}">
                <a16:creationId xmlns:a16="http://schemas.microsoft.com/office/drawing/2014/main" id="{2BB3F17E-2D4F-4C2B-8C3A-75595C3F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TEST-088  |  Permanent Account Number (PAN): PRIPB1087J</a:t>
            </a:r>
          </a:p>
        </p:txBody>
      </p:sp>
      <p:sp>
        <p:nvSpPr>
          <p:cNvPr id="13" name="record-person-18-3">
            <a:extLst xmlns:a="http://schemas.openxmlformats.org/drawingml/2006/main">
              <a:ext uri="{FF2B5EF4-FFF2-40B4-BE49-F238E27FC236}">
                <a16:creationId xmlns:a16="http://schemas.microsoft.com/office/drawing/2014/main" id="{2C921A97-36D8-4BFC-8213-F97276AB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Arjun Priya Kapoor  |  Physical Address: Flat 22, 9728 Peepal Colony Marg, Chennai, Tamil Nadu 600001, India</a:t>
            </a:r>
          </a:p>
        </p:txBody>
      </p:sp>
      <p:sp>
        <p:nvSpPr>
          <p:cNvPr id="14" name="record-evidence-18-3">
            <a:extLst xmlns:a="http://schemas.openxmlformats.org/drawingml/2006/main">
              <a:ext uri="{FF2B5EF4-FFF2-40B4-BE49-F238E27FC236}">
                <a16:creationId xmlns:a16="http://schemas.microsoft.com/office/drawing/2014/main" id="{3807DC83-43BF-41F2-A3DF-B788D30E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5" name="record-panel-18-4">
            <a:extLst xmlns:a="http://schemas.openxmlformats.org/drawingml/2006/main">
              <a:ext uri="{FF2B5EF4-FFF2-40B4-BE49-F238E27FC236}">
                <a16:creationId xmlns:a16="http://schemas.microsoft.com/office/drawing/2014/main" id="{22D70098-19F5-4074-AB8B-7FB77F80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8-4">
            <a:extLst xmlns:a="http://schemas.openxmlformats.org/drawingml/2006/main">
              <a:ext uri="{FF2B5EF4-FFF2-40B4-BE49-F238E27FC236}">
                <a16:creationId xmlns:a16="http://schemas.microsoft.com/office/drawing/2014/main" id="{DF9C9EE8-2AC8-4217-99BA-D54AEC32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TEST-089  |  Permanent Account Number (PAN): KARPA1088K</a:t>
            </a:r>
          </a:p>
        </p:txBody>
      </p:sp>
      <p:sp>
        <p:nvSpPr>
          <p:cNvPr id="17" name="record-person-18-4">
            <a:extLst xmlns:a="http://schemas.openxmlformats.org/drawingml/2006/main">
              <a:ext uri="{FF2B5EF4-FFF2-40B4-BE49-F238E27FC236}">
                <a16:creationId xmlns:a16="http://schemas.microsoft.com/office/drawing/2014/main" id="{98836727-119B-4D1E-B7D4-BD0EA116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Ananya Meera Rao  |  Physical Address: Flat 23, 9765 Saffron Colony Marg, Chandigarh, Chandigarh 160017, India</a:t>
            </a:r>
          </a:p>
        </p:txBody>
      </p:sp>
      <p:sp>
        <p:nvSpPr>
          <p:cNvPr id="18" name="record-evidence-18-4">
            <a:extLst xmlns:a="http://schemas.openxmlformats.org/drawingml/2006/main">
              <a:ext uri="{FF2B5EF4-FFF2-40B4-BE49-F238E27FC236}">
                <a16:creationId xmlns:a16="http://schemas.microsoft.com/office/drawing/2014/main" id="{634C3CCA-DB68-4163-8A76-26DA4347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9" name="record-panel-18-5">
            <a:extLst xmlns:a="http://schemas.openxmlformats.org/drawingml/2006/main">
              <a:ext uri="{FF2B5EF4-FFF2-40B4-BE49-F238E27FC236}">
                <a16:creationId xmlns:a16="http://schemas.microsoft.com/office/drawing/2014/main" id="{24944114-DDC2-4C8F-9ECA-9AB210A0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8-5">
            <a:extLst xmlns:a="http://schemas.openxmlformats.org/drawingml/2006/main">
              <a:ext uri="{FF2B5EF4-FFF2-40B4-BE49-F238E27FC236}">
                <a16:creationId xmlns:a16="http://schemas.microsoft.com/office/drawing/2014/main" id="{A0E6C117-2BB4-4772-81D2-B0AE3473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TEST-090  |  Permanent Account Number (PAN): NEHPP1089L</a:t>
            </a:r>
          </a:p>
        </p:txBody>
      </p:sp>
      <p:sp>
        <p:nvSpPr>
          <p:cNvPr id="21" name="record-person-18-5">
            <a:extLst xmlns:a="http://schemas.openxmlformats.org/drawingml/2006/main">
              <a:ext uri="{FF2B5EF4-FFF2-40B4-BE49-F238E27FC236}">
                <a16:creationId xmlns:a16="http://schemas.microsoft.com/office/drawing/2014/main" id="{1F819C29-7594-4207-9090-2048B54D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Vivaan Ananya Reddy  |  Physical Address: Flat 24, 9802 Yamuna Colony Marg, Jaipur, Rajasthan 302001, India</a:t>
            </a:r>
          </a:p>
        </p:txBody>
      </p:sp>
      <p:sp>
        <p:nvSpPr>
          <p:cNvPr id="22" name="record-evidence-18-5">
            <a:extLst xmlns:a="http://schemas.openxmlformats.org/drawingml/2006/main">
              <a:ext uri="{FF2B5EF4-FFF2-40B4-BE49-F238E27FC236}">
                <a16:creationId xmlns:a16="http://schemas.microsoft.com/office/drawing/2014/main" id="{3E1EAD32-A9F5-40FE-A620-6EFD0D11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23" name="footer-18">
            <a:extLst xmlns:a="http://schemas.openxmlformats.org/drawingml/2006/main">
              <a:ext uri="{FF2B5EF4-FFF2-40B4-BE49-F238E27FC236}">
                <a16:creationId xmlns:a16="http://schemas.microsoft.com/office/drawing/2014/main" id="{FC3A8EE4-4628-4A1E-86CB-A04FC00B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permanent account number (PAN)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0864496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9">
            <a:extLst xmlns:a="http://schemas.openxmlformats.org/drawingml/2006/main">
              <a:ext uri="{FF2B5EF4-FFF2-40B4-BE49-F238E27FC236}">
                <a16:creationId xmlns:a16="http://schemas.microsoft.com/office/drawing/2014/main" id="{C363B456-6CD2-4AC3-8141-DF574244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PAN Card Numbers</a:t>
            </a:r>
          </a:p>
        </p:txBody>
      </p:sp>
      <p:sp>
        <p:nvSpPr>
          <p:cNvPr id="2" name="counter-19">
            <a:extLst xmlns:a="http://schemas.openxmlformats.org/drawingml/2006/main">
              <a:ext uri="{FF2B5EF4-FFF2-40B4-BE49-F238E27FC236}">
                <a16:creationId xmlns:a16="http://schemas.microsoft.com/office/drawing/2014/main" id="{40490949-C8F2-4B70-8F01-EFE2186B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91-95 of 150</a:t>
            </a:r>
          </a:p>
        </p:txBody>
      </p:sp>
      <p:sp>
        <p:nvSpPr>
          <p:cNvPr id="3" name="record-panel-19-1">
            <a:extLst xmlns:a="http://schemas.openxmlformats.org/drawingml/2006/main">
              <a:ext uri="{FF2B5EF4-FFF2-40B4-BE49-F238E27FC236}">
                <a16:creationId xmlns:a16="http://schemas.microsoft.com/office/drawing/2014/main" id="{26EAFD1D-4149-4C9E-8E6D-2C068274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9-1">
            <a:extLst xmlns:a="http://schemas.openxmlformats.org/drawingml/2006/main">
              <a:ext uri="{FF2B5EF4-FFF2-40B4-BE49-F238E27FC236}">
                <a16:creationId xmlns:a16="http://schemas.microsoft.com/office/drawing/2014/main" id="{BA1D10FE-6355-46D2-B26F-B7A047C4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TEST-091  |  Permanent Account Number (PAN): AMAPN1090M</a:t>
            </a:r>
          </a:p>
        </p:txBody>
      </p:sp>
      <p:sp>
        <p:nvSpPr>
          <p:cNvPr id="5" name="record-person-19-1">
            <a:extLst xmlns:a="http://schemas.openxmlformats.org/drawingml/2006/main">
              <a:ext uri="{FF2B5EF4-FFF2-40B4-BE49-F238E27FC236}">
                <a16:creationId xmlns:a16="http://schemas.microsoft.com/office/drawing/2014/main" id="{31E89822-E6B4-434E-B379-BD6C6425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Aadhya Tara Kohli  |  Physical Address: Flat 25, 9839 Ashoka Residency Marg, New Delhi, Delhi 110001, India</a:t>
            </a:r>
          </a:p>
        </p:txBody>
      </p:sp>
      <p:sp>
        <p:nvSpPr>
          <p:cNvPr id="6" name="record-evidence-19-1">
            <a:extLst xmlns:a="http://schemas.openxmlformats.org/drawingml/2006/main">
              <a:ext uri="{FF2B5EF4-FFF2-40B4-BE49-F238E27FC236}">
                <a16:creationId xmlns:a16="http://schemas.microsoft.com/office/drawing/2014/main" id="{26CF71E8-9AC6-41AB-83CA-A9BE77D6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7" name="record-panel-19-2">
            <a:extLst xmlns:a="http://schemas.openxmlformats.org/drawingml/2006/main">
              <a:ext uri="{FF2B5EF4-FFF2-40B4-BE49-F238E27FC236}">
                <a16:creationId xmlns:a16="http://schemas.microsoft.com/office/drawing/2014/main" id="{13948C7C-8107-4F65-8924-C76A2161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9-2">
            <a:extLst xmlns:a="http://schemas.openxmlformats.org/drawingml/2006/main">
              <a:ext uri="{FF2B5EF4-FFF2-40B4-BE49-F238E27FC236}">
                <a16:creationId xmlns:a16="http://schemas.microsoft.com/office/drawing/2014/main" id="{BB3F25EE-8E4C-4471-8314-47266050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TEST-092  |  Permanent Account Number (PAN): RIYPD1091N</a:t>
            </a:r>
          </a:p>
        </p:txBody>
      </p:sp>
      <p:sp>
        <p:nvSpPr>
          <p:cNvPr id="9" name="record-person-19-2">
            <a:extLst xmlns:a="http://schemas.openxmlformats.org/drawingml/2006/main">
              <a:ext uri="{FF2B5EF4-FFF2-40B4-BE49-F238E27FC236}">
                <a16:creationId xmlns:a16="http://schemas.microsoft.com/office/drawing/2014/main" id="{3EECD6BD-DC1D-411F-88BA-045F7A65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Aarav Priya Chopra  |  Physical Address: Flat 26, 9876 Banyan Residency Marg, Hyderabad, Telangana 500001, India</a:t>
            </a:r>
          </a:p>
        </p:txBody>
      </p:sp>
      <p:sp>
        <p:nvSpPr>
          <p:cNvPr id="10" name="record-evidence-19-2">
            <a:extLst xmlns:a="http://schemas.openxmlformats.org/drawingml/2006/main">
              <a:ext uri="{FF2B5EF4-FFF2-40B4-BE49-F238E27FC236}">
                <a16:creationId xmlns:a16="http://schemas.microsoft.com/office/drawing/2014/main" id="{7963886A-90C2-4738-A473-A68F5458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1" name="record-panel-19-3">
            <a:extLst xmlns:a="http://schemas.openxmlformats.org/drawingml/2006/main">
              <a:ext uri="{FF2B5EF4-FFF2-40B4-BE49-F238E27FC236}">
                <a16:creationId xmlns:a16="http://schemas.microsoft.com/office/drawing/2014/main" id="{D70A9E3C-9B3D-4307-888C-BC83FAD0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9-3">
            <a:extLst xmlns:a="http://schemas.openxmlformats.org/drawingml/2006/main">
              <a:ext uri="{FF2B5EF4-FFF2-40B4-BE49-F238E27FC236}">
                <a16:creationId xmlns:a16="http://schemas.microsoft.com/office/drawing/2014/main" id="{435EC716-78B3-4525-A78E-ECFEC7A4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TEST-093  |  Permanent Account Number (PAN): DEVPK1092O</a:t>
            </a:r>
          </a:p>
        </p:txBody>
      </p:sp>
      <p:sp>
        <p:nvSpPr>
          <p:cNvPr id="13" name="record-person-19-3">
            <a:extLst xmlns:a="http://schemas.openxmlformats.org/drawingml/2006/main">
              <a:ext uri="{FF2B5EF4-FFF2-40B4-BE49-F238E27FC236}">
                <a16:creationId xmlns:a16="http://schemas.microsoft.com/office/drawing/2014/main" id="{AB29EF0B-46EC-4500-8D0D-5E31947E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Simran Rohan Singh  |  Physical Address: Flat 27, 33 Cauvery Residency Marg, Bengaluru, Karnataka 560001, India</a:t>
            </a:r>
          </a:p>
        </p:txBody>
      </p:sp>
      <p:sp>
        <p:nvSpPr>
          <p:cNvPr id="14" name="record-evidence-19-3">
            <a:extLst xmlns:a="http://schemas.openxmlformats.org/drawingml/2006/main">
              <a:ext uri="{FF2B5EF4-FFF2-40B4-BE49-F238E27FC236}">
                <a16:creationId xmlns:a16="http://schemas.microsoft.com/office/drawing/2014/main" id="{32DBB0EA-FCDA-426E-89FE-99CE32D9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5" name="record-panel-19-4">
            <a:extLst xmlns:a="http://schemas.openxmlformats.org/drawingml/2006/main">
              <a:ext uri="{FF2B5EF4-FFF2-40B4-BE49-F238E27FC236}">
                <a16:creationId xmlns:a16="http://schemas.microsoft.com/office/drawing/2014/main" id="{DAA92ACF-50F4-48C5-BD87-9925799F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9-4">
            <a:extLst xmlns:a="http://schemas.openxmlformats.org/drawingml/2006/main">
              <a:ext uri="{FF2B5EF4-FFF2-40B4-BE49-F238E27FC236}">
                <a16:creationId xmlns:a16="http://schemas.microsoft.com/office/drawing/2014/main" id="{E49762A5-3A94-4E9B-9CB0-3166DC7F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TEST-094  |  Permanent Account Number (PAN): TARPK1093P</a:t>
            </a:r>
          </a:p>
        </p:txBody>
      </p:sp>
      <p:sp>
        <p:nvSpPr>
          <p:cNvPr id="17" name="record-person-19-4">
            <a:extLst xmlns:a="http://schemas.openxmlformats.org/drawingml/2006/main">
              <a:ext uri="{FF2B5EF4-FFF2-40B4-BE49-F238E27FC236}">
                <a16:creationId xmlns:a16="http://schemas.microsoft.com/office/drawing/2014/main" id="{E8228279-F26C-4090-91E2-E0E872AF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Sahil Vivaan Menon  |  Physical Address: Flat 28, 70 Gulmohar Residency Marg, Lucknow, Uttar Pradesh 226001, India</a:t>
            </a:r>
          </a:p>
        </p:txBody>
      </p:sp>
      <p:sp>
        <p:nvSpPr>
          <p:cNvPr id="18" name="record-evidence-19-4">
            <a:extLst xmlns:a="http://schemas.openxmlformats.org/drawingml/2006/main">
              <a:ext uri="{FF2B5EF4-FFF2-40B4-BE49-F238E27FC236}">
                <a16:creationId xmlns:a16="http://schemas.microsoft.com/office/drawing/2014/main" id="{E4EE1EDD-A3AD-45C9-8636-BC157232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9" name="record-panel-19-5">
            <a:extLst xmlns:a="http://schemas.openxmlformats.org/drawingml/2006/main">
              <a:ext uri="{FF2B5EF4-FFF2-40B4-BE49-F238E27FC236}">
                <a16:creationId xmlns:a16="http://schemas.microsoft.com/office/drawing/2014/main" id="{4C162DC9-9484-4D57-8B99-A90FA753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9-5">
            <a:extLst xmlns:a="http://schemas.openxmlformats.org/drawingml/2006/main">
              <a:ext uri="{FF2B5EF4-FFF2-40B4-BE49-F238E27FC236}">
                <a16:creationId xmlns:a16="http://schemas.microsoft.com/office/drawing/2014/main" id="{6F49CE62-F2DE-4BF0-AE77-638B98C1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TEST-095  |  Permanent Account Number (PAN): SAHPC1094Q</a:t>
            </a:r>
          </a:p>
        </p:txBody>
      </p:sp>
      <p:sp>
        <p:nvSpPr>
          <p:cNvPr id="21" name="record-person-19-5">
            <a:extLst xmlns:a="http://schemas.openxmlformats.org/drawingml/2006/main">
              <a:ext uri="{FF2B5EF4-FFF2-40B4-BE49-F238E27FC236}">
                <a16:creationId xmlns:a16="http://schemas.microsoft.com/office/drawing/2014/main" id="{2A1B6900-1E9D-4E10-8C09-9106E595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Tara Dev Kapoor  |  Physical Address: Flat 29, 107 Jasmine Residency Marg, Kolkata, West Bengal 700001, India</a:t>
            </a:r>
          </a:p>
        </p:txBody>
      </p:sp>
      <p:sp>
        <p:nvSpPr>
          <p:cNvPr id="22" name="record-evidence-19-5">
            <a:extLst xmlns:a="http://schemas.openxmlformats.org/drawingml/2006/main">
              <a:ext uri="{FF2B5EF4-FFF2-40B4-BE49-F238E27FC236}">
                <a16:creationId xmlns:a16="http://schemas.microsoft.com/office/drawing/2014/main" id="{00CC1E11-9503-4A87-ADB2-463E012A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23" name="footer-19">
            <a:extLst xmlns:a="http://schemas.openxmlformats.org/drawingml/2006/main">
              <a:ext uri="{FF2B5EF4-FFF2-40B4-BE49-F238E27FC236}">
                <a16:creationId xmlns:a16="http://schemas.microsoft.com/office/drawing/2014/main" id="{2C7955F4-FA6B-43DF-B400-F0C7E206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permanent account number (PAN)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660137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0">
            <a:extLst xmlns:a="http://schemas.openxmlformats.org/drawingml/2006/main">
              <a:ext uri="{FF2B5EF4-FFF2-40B4-BE49-F238E27FC236}">
                <a16:creationId xmlns:a16="http://schemas.microsoft.com/office/drawing/2014/main" id="{393F95C2-461F-40B7-A584-63A41F33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PAN Card Numbers</a:t>
            </a:r>
          </a:p>
        </p:txBody>
      </p:sp>
      <p:sp>
        <p:nvSpPr>
          <p:cNvPr id="2" name="counter-20">
            <a:extLst xmlns:a="http://schemas.openxmlformats.org/drawingml/2006/main">
              <a:ext uri="{FF2B5EF4-FFF2-40B4-BE49-F238E27FC236}">
                <a16:creationId xmlns:a16="http://schemas.microsoft.com/office/drawing/2014/main" id="{E8019769-A9BC-40AA-BB94-FB283D4B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96-100 of 150</a:t>
            </a:r>
          </a:p>
        </p:txBody>
      </p:sp>
      <p:sp>
        <p:nvSpPr>
          <p:cNvPr id="3" name="record-panel-20-1">
            <a:extLst xmlns:a="http://schemas.openxmlformats.org/drawingml/2006/main">
              <a:ext uri="{FF2B5EF4-FFF2-40B4-BE49-F238E27FC236}">
                <a16:creationId xmlns:a16="http://schemas.microsoft.com/office/drawing/2014/main" id="{15FA6E11-377F-4DB1-A73E-220E18DE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0-1">
            <a:extLst xmlns:a="http://schemas.openxmlformats.org/drawingml/2006/main">
              <a:ext uri="{FF2B5EF4-FFF2-40B4-BE49-F238E27FC236}">
                <a16:creationId xmlns:a16="http://schemas.microsoft.com/office/drawing/2014/main" id="{4379E2E4-6118-4186-A06A-5926BAD4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TEST-096  |  Permanent Account Number (PAN): SIMPR1095R</a:t>
            </a:r>
          </a:p>
        </p:txBody>
      </p:sp>
      <p:sp>
        <p:nvSpPr>
          <p:cNvPr id="5" name="record-person-20-1">
            <a:extLst xmlns:a="http://schemas.openxmlformats.org/drawingml/2006/main">
              <a:ext uri="{FF2B5EF4-FFF2-40B4-BE49-F238E27FC236}">
                <a16:creationId xmlns:a16="http://schemas.microsoft.com/office/drawing/2014/main" id="{FE46BAEE-4B36-47BA-9F21-AC795194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Dev Rahul Rao  |  Physical Address: Flat 30, 144 Kaveri Residency Marg, Kochi, Kerala 682001, India</a:t>
            </a:r>
          </a:p>
        </p:txBody>
      </p:sp>
      <p:sp>
        <p:nvSpPr>
          <p:cNvPr id="6" name="record-evidence-20-1">
            <a:extLst xmlns:a="http://schemas.openxmlformats.org/drawingml/2006/main">
              <a:ext uri="{FF2B5EF4-FFF2-40B4-BE49-F238E27FC236}">
                <a16:creationId xmlns:a16="http://schemas.microsoft.com/office/drawing/2014/main" id="{E2613E58-6909-43C0-9088-C68CB3CB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7" name="record-panel-20-2">
            <a:extLst xmlns:a="http://schemas.openxmlformats.org/drawingml/2006/main">
              <a:ext uri="{FF2B5EF4-FFF2-40B4-BE49-F238E27FC236}">
                <a16:creationId xmlns:a16="http://schemas.microsoft.com/office/drawing/2014/main" id="{0FBAE5C7-D222-4590-B573-CEDE7E78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0-2">
            <a:extLst xmlns:a="http://schemas.openxmlformats.org/drawingml/2006/main">
              <a:ext uri="{FF2B5EF4-FFF2-40B4-BE49-F238E27FC236}">
                <a16:creationId xmlns:a16="http://schemas.microsoft.com/office/drawing/2014/main" id="{DA8474BB-FA2E-42F7-9E06-D1BF46F8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TEST-097  |  Permanent Account Number (PAN): AARPG1096S</a:t>
            </a:r>
          </a:p>
        </p:txBody>
      </p:sp>
      <p:sp>
        <p:nvSpPr>
          <p:cNvPr id="9" name="record-person-20-2">
            <a:extLst xmlns:a="http://schemas.openxmlformats.org/drawingml/2006/main">
              <a:ext uri="{FF2B5EF4-FFF2-40B4-BE49-F238E27FC236}">
                <a16:creationId xmlns:a16="http://schemas.microsoft.com/office/drawing/2014/main" id="{C9E3ED14-39C7-4923-8830-1272DB1E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Riya Rohan Reddy  |  Physical Address: Flat 31, 181 Lotus Residency Marg, Pune, Maharashtra 411001, India</a:t>
            </a:r>
          </a:p>
        </p:txBody>
      </p:sp>
      <p:sp>
        <p:nvSpPr>
          <p:cNvPr id="10" name="record-evidence-20-2">
            <a:extLst xmlns:a="http://schemas.openxmlformats.org/drawingml/2006/main">
              <a:ext uri="{FF2B5EF4-FFF2-40B4-BE49-F238E27FC236}">
                <a16:creationId xmlns:a16="http://schemas.microsoft.com/office/drawing/2014/main" id="{06E0F580-0D61-4571-9DAC-02897318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1" name="record-panel-20-3">
            <a:extLst xmlns:a="http://schemas.openxmlformats.org/drawingml/2006/main">
              <a:ext uri="{FF2B5EF4-FFF2-40B4-BE49-F238E27FC236}">
                <a16:creationId xmlns:a16="http://schemas.microsoft.com/office/drawing/2014/main" id="{D483257B-9816-4F5E-8DDC-905760D1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0-3">
            <a:extLst xmlns:a="http://schemas.openxmlformats.org/drawingml/2006/main">
              <a:ext uri="{FF2B5EF4-FFF2-40B4-BE49-F238E27FC236}">
                <a16:creationId xmlns:a16="http://schemas.microsoft.com/office/drawing/2014/main" id="{EF40BDC9-C5B9-4933-8D78-E88E7A40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TEST-098  |  Permanent Account Number (PAN): AADPJ1097T</a:t>
            </a:r>
          </a:p>
        </p:txBody>
      </p:sp>
      <p:sp>
        <p:nvSpPr>
          <p:cNvPr id="13" name="record-person-20-3">
            <a:extLst xmlns:a="http://schemas.openxmlformats.org/drawingml/2006/main">
              <a:ext uri="{FF2B5EF4-FFF2-40B4-BE49-F238E27FC236}">
                <a16:creationId xmlns:a16="http://schemas.microsoft.com/office/drawing/2014/main" id="{F69A7455-850F-4408-A116-74576977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Aman Vivaan Sharma  |  Physical Address: Flat 32, 218 Mango Residency Marg, Mumbai, Maharashtra 400001, India</a:t>
            </a:r>
          </a:p>
        </p:txBody>
      </p:sp>
      <p:sp>
        <p:nvSpPr>
          <p:cNvPr id="14" name="record-evidence-20-3">
            <a:extLst xmlns:a="http://schemas.openxmlformats.org/drawingml/2006/main">
              <a:ext uri="{FF2B5EF4-FFF2-40B4-BE49-F238E27FC236}">
                <a16:creationId xmlns:a16="http://schemas.microsoft.com/office/drawing/2014/main" id="{32EB4646-DFE4-48E2-9404-615426AA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5" name="record-panel-20-4">
            <a:extLst xmlns:a="http://schemas.openxmlformats.org/drawingml/2006/main">
              <a:ext uri="{FF2B5EF4-FFF2-40B4-BE49-F238E27FC236}">
                <a16:creationId xmlns:a16="http://schemas.microsoft.com/office/drawing/2014/main" id="{5CDAB49A-2D10-4C3A-A347-B8FFC428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0-4">
            <a:extLst xmlns:a="http://schemas.openxmlformats.org/drawingml/2006/main">
              <a:ext uri="{FF2B5EF4-FFF2-40B4-BE49-F238E27FC236}">
                <a16:creationId xmlns:a16="http://schemas.microsoft.com/office/drawing/2014/main" id="{6F382698-653F-46D0-9B51-2FB4DD57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TEST-099  |  Permanent Account Number (PAN): VIVPS1098U</a:t>
            </a:r>
          </a:p>
        </p:txBody>
      </p:sp>
      <p:sp>
        <p:nvSpPr>
          <p:cNvPr id="17" name="record-person-20-4">
            <a:extLst xmlns:a="http://schemas.openxmlformats.org/drawingml/2006/main">
              <a:ext uri="{FF2B5EF4-FFF2-40B4-BE49-F238E27FC236}">
                <a16:creationId xmlns:a16="http://schemas.microsoft.com/office/drawing/2014/main" id="{CE0C653E-B2A6-4067-AEFC-5FDE1B04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Neha Dev Chopra  |  Physical Address: Flat 33, 255 Narmada Residency Marg, Ahmedabad, Gujarat 380001, India</a:t>
            </a:r>
          </a:p>
        </p:txBody>
      </p:sp>
      <p:sp>
        <p:nvSpPr>
          <p:cNvPr id="18" name="record-evidence-20-4">
            <a:extLst xmlns:a="http://schemas.openxmlformats.org/drawingml/2006/main">
              <a:ext uri="{FF2B5EF4-FFF2-40B4-BE49-F238E27FC236}">
                <a16:creationId xmlns:a16="http://schemas.microsoft.com/office/drawing/2014/main" id="{ABC899BB-98AD-4F3E-A855-2E75027C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9" name="record-panel-20-5">
            <a:extLst xmlns:a="http://schemas.openxmlformats.org/drawingml/2006/main">
              <a:ext uri="{FF2B5EF4-FFF2-40B4-BE49-F238E27FC236}">
                <a16:creationId xmlns:a16="http://schemas.microsoft.com/office/drawing/2014/main" id="{3C1592D9-8D46-41C4-A67B-6BF8D173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0-5">
            <a:extLst xmlns:a="http://schemas.openxmlformats.org/drawingml/2006/main">
              <a:ext uri="{FF2B5EF4-FFF2-40B4-BE49-F238E27FC236}">
                <a16:creationId xmlns:a16="http://schemas.microsoft.com/office/drawing/2014/main" id="{8CCE0A74-26A7-4278-9D6D-E45D7483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TEST-100  |  Permanent Account Number (PAN): ANAPV1099V</a:t>
            </a:r>
          </a:p>
        </p:txBody>
      </p:sp>
      <p:sp>
        <p:nvSpPr>
          <p:cNvPr id="21" name="record-person-20-5">
            <a:extLst xmlns:a="http://schemas.openxmlformats.org/drawingml/2006/main">
              <a:ext uri="{FF2B5EF4-FFF2-40B4-BE49-F238E27FC236}">
                <a16:creationId xmlns:a16="http://schemas.microsoft.com/office/drawing/2014/main" id="{05E1AC0B-EFAA-4599-9AC0-AACE1119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Karan Rahul Singh  |  Physical Address: Flat 34, 292 Peepal Residency Marg, Chennai, Tamil Nadu 600001, India</a:t>
            </a:r>
          </a:p>
        </p:txBody>
      </p:sp>
      <p:sp>
        <p:nvSpPr>
          <p:cNvPr id="22" name="record-evidence-20-5">
            <a:extLst xmlns:a="http://schemas.openxmlformats.org/drawingml/2006/main">
              <a:ext uri="{FF2B5EF4-FFF2-40B4-BE49-F238E27FC236}">
                <a16:creationId xmlns:a16="http://schemas.microsoft.com/office/drawing/2014/main" id="{D19CA99A-DED2-421B-882D-891B73AF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23" name="footer-20">
            <a:extLst xmlns:a="http://schemas.openxmlformats.org/drawingml/2006/main">
              <a:ext uri="{FF2B5EF4-FFF2-40B4-BE49-F238E27FC236}">
                <a16:creationId xmlns:a16="http://schemas.microsoft.com/office/drawing/2014/main" id="{B0ADE9C3-27EF-4FF4-A4B8-3BAAED99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permanent account number (PAN)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98778018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1">
            <a:extLst xmlns:a="http://schemas.openxmlformats.org/drawingml/2006/main">
              <a:ext uri="{FF2B5EF4-FFF2-40B4-BE49-F238E27FC236}">
                <a16:creationId xmlns:a16="http://schemas.microsoft.com/office/drawing/2014/main" id="{99700A4F-2352-42C0-922F-716E8615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PAN Card Numbers</a:t>
            </a:r>
          </a:p>
        </p:txBody>
      </p:sp>
      <p:sp>
        <p:nvSpPr>
          <p:cNvPr id="2" name="counter-21">
            <a:extLst xmlns:a="http://schemas.openxmlformats.org/drawingml/2006/main">
              <a:ext uri="{FF2B5EF4-FFF2-40B4-BE49-F238E27FC236}">
                <a16:creationId xmlns:a16="http://schemas.microsoft.com/office/drawing/2014/main" id="{602BB401-2256-4D34-B64C-2C8DC25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101-105 of 150</a:t>
            </a:r>
          </a:p>
        </p:txBody>
      </p:sp>
      <p:sp>
        <p:nvSpPr>
          <p:cNvPr id="3" name="record-panel-21-1">
            <a:extLst xmlns:a="http://schemas.openxmlformats.org/drawingml/2006/main">
              <a:ext uri="{FF2B5EF4-FFF2-40B4-BE49-F238E27FC236}">
                <a16:creationId xmlns:a16="http://schemas.microsoft.com/office/drawing/2014/main" id="{1C9E6045-02A3-4B19-BA03-646172FA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1-1">
            <a:extLst xmlns:a="http://schemas.openxmlformats.org/drawingml/2006/main">
              <a:ext uri="{FF2B5EF4-FFF2-40B4-BE49-F238E27FC236}">
                <a16:creationId xmlns:a16="http://schemas.microsoft.com/office/drawing/2014/main" id="{479909AB-8545-4BBF-94AA-66261966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TEST-101  |  Permanent Account Number (PAN): ARJPI1100W</a:t>
            </a:r>
          </a:p>
        </p:txBody>
      </p:sp>
      <p:sp>
        <p:nvSpPr>
          <p:cNvPr id="5" name="record-person-21-1">
            <a:extLst xmlns:a="http://schemas.openxmlformats.org/drawingml/2006/main">
              <a:ext uri="{FF2B5EF4-FFF2-40B4-BE49-F238E27FC236}">
                <a16:creationId xmlns:a16="http://schemas.microsoft.com/office/drawing/2014/main" id="{E528FF4B-1061-4789-B815-66D05345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Priya Rohan Menon  |  Physical Address: Flat 35, 329 Saffron Residency Marg, Chandigarh, Chandigarh 160017, India</a:t>
            </a:r>
          </a:p>
        </p:txBody>
      </p:sp>
      <p:sp>
        <p:nvSpPr>
          <p:cNvPr id="6" name="record-evidence-21-1">
            <a:extLst xmlns:a="http://schemas.openxmlformats.org/drawingml/2006/main">
              <a:ext uri="{FF2B5EF4-FFF2-40B4-BE49-F238E27FC236}">
                <a16:creationId xmlns:a16="http://schemas.microsoft.com/office/drawing/2014/main" id="{7C355D9A-5E20-498E-B04D-C38677E1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7" name="record-panel-21-2">
            <a:extLst xmlns:a="http://schemas.openxmlformats.org/drawingml/2006/main">
              <a:ext uri="{FF2B5EF4-FFF2-40B4-BE49-F238E27FC236}">
                <a16:creationId xmlns:a16="http://schemas.microsoft.com/office/drawing/2014/main" id="{FBA29BFC-D320-4C7E-A69B-D76B3651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1-2">
            <a:extLst xmlns:a="http://schemas.openxmlformats.org/drawingml/2006/main">
              <a:ext uri="{FF2B5EF4-FFF2-40B4-BE49-F238E27FC236}">
                <a16:creationId xmlns:a16="http://schemas.microsoft.com/office/drawing/2014/main" id="{5FB0CF48-D7F6-4B52-92DE-09082ED5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TEST-102  |  Permanent Account Number (PAN): DIYPB1101X</a:t>
            </a:r>
          </a:p>
        </p:txBody>
      </p:sp>
      <p:sp>
        <p:nvSpPr>
          <p:cNvPr id="9" name="record-person-21-2">
            <a:extLst xmlns:a="http://schemas.openxmlformats.org/drawingml/2006/main">
              <a:ext uri="{FF2B5EF4-FFF2-40B4-BE49-F238E27FC236}">
                <a16:creationId xmlns:a16="http://schemas.microsoft.com/office/drawing/2014/main" id="{75FC4E0C-9B21-49F7-A57F-E015FB8C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Rahul Vivaan Malhotra  |  Physical Address: Flat 36, 366 Yamuna Residency Marg, Jaipur, Rajasthan 302001, India</a:t>
            </a:r>
          </a:p>
        </p:txBody>
      </p:sp>
      <p:sp>
        <p:nvSpPr>
          <p:cNvPr id="10" name="record-evidence-21-2">
            <a:extLst xmlns:a="http://schemas.openxmlformats.org/drawingml/2006/main">
              <a:ext uri="{FF2B5EF4-FFF2-40B4-BE49-F238E27FC236}">
                <a16:creationId xmlns:a16="http://schemas.microsoft.com/office/drawing/2014/main" id="{277CBB14-E44A-48E4-B564-AF9C5F0F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1" name="record-panel-21-3">
            <a:extLst xmlns:a="http://schemas.openxmlformats.org/drawingml/2006/main">
              <a:ext uri="{FF2B5EF4-FFF2-40B4-BE49-F238E27FC236}">
                <a16:creationId xmlns:a16="http://schemas.microsoft.com/office/drawing/2014/main" id="{0F5F8C65-D352-4EE9-9EE0-0C731759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1-3">
            <a:extLst xmlns:a="http://schemas.openxmlformats.org/drawingml/2006/main">
              <a:ext uri="{FF2B5EF4-FFF2-40B4-BE49-F238E27FC236}">
                <a16:creationId xmlns:a16="http://schemas.microsoft.com/office/drawing/2014/main" id="{B0BE57BC-2391-48E9-AE7A-5FE5EF9C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TEST-103  |  Permanent Account Number (PAN): KABPA1102Y</a:t>
            </a:r>
          </a:p>
        </p:txBody>
      </p:sp>
      <p:sp>
        <p:nvSpPr>
          <p:cNvPr id="13" name="record-person-21-3">
            <a:extLst xmlns:a="http://schemas.openxmlformats.org/drawingml/2006/main">
              <a:ext uri="{FF2B5EF4-FFF2-40B4-BE49-F238E27FC236}">
                <a16:creationId xmlns:a16="http://schemas.microsoft.com/office/drawing/2014/main" id="{E877DB5F-E282-4360-BAF2-F4B5005A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Nisha Dev Rao  |  Physical Address: Flat 37, 403 Ashoka Square Marg, New Delhi, Delhi 110001, India</a:t>
            </a:r>
          </a:p>
        </p:txBody>
      </p:sp>
      <p:sp>
        <p:nvSpPr>
          <p:cNvPr id="14" name="record-evidence-21-3">
            <a:extLst xmlns:a="http://schemas.openxmlformats.org/drawingml/2006/main">
              <a:ext uri="{FF2B5EF4-FFF2-40B4-BE49-F238E27FC236}">
                <a16:creationId xmlns:a16="http://schemas.microsoft.com/office/drawing/2014/main" id="{47FE6717-114A-4469-8650-F4E68434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5" name="record-panel-21-4">
            <a:extLst xmlns:a="http://schemas.openxmlformats.org/drawingml/2006/main">
              <a:ext uri="{FF2B5EF4-FFF2-40B4-BE49-F238E27FC236}">
                <a16:creationId xmlns:a16="http://schemas.microsoft.com/office/drawing/2014/main" id="{2C71BD97-69F2-4650-B39C-4D9B583F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1-4">
            <a:extLst xmlns:a="http://schemas.openxmlformats.org/drawingml/2006/main">
              <a:ext uri="{FF2B5EF4-FFF2-40B4-BE49-F238E27FC236}">
                <a16:creationId xmlns:a16="http://schemas.microsoft.com/office/drawing/2014/main" id="{989BA590-ACE7-4385-9524-6AA0F05A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TEST-104  |  Permanent Account Number (PAN): ISHPM1103Z</a:t>
            </a:r>
          </a:p>
        </p:txBody>
      </p:sp>
      <p:sp>
        <p:nvSpPr>
          <p:cNvPr id="17" name="record-person-21-4">
            <a:extLst xmlns:a="http://schemas.openxmlformats.org/drawingml/2006/main">
              <a:ext uri="{FF2B5EF4-FFF2-40B4-BE49-F238E27FC236}">
                <a16:creationId xmlns:a16="http://schemas.microsoft.com/office/drawing/2014/main" id="{A98F7A7F-E252-4473-91A7-AEC314A8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Vihaan Rahul Reddy  |  Physical Address: Flat 38, 440 Banyan Square Marg, Hyderabad, Telangana 500001, India</a:t>
            </a:r>
          </a:p>
        </p:txBody>
      </p:sp>
      <p:sp>
        <p:nvSpPr>
          <p:cNvPr id="18" name="record-evidence-21-4">
            <a:extLst xmlns:a="http://schemas.openxmlformats.org/drawingml/2006/main">
              <a:ext uri="{FF2B5EF4-FFF2-40B4-BE49-F238E27FC236}">
                <a16:creationId xmlns:a16="http://schemas.microsoft.com/office/drawing/2014/main" id="{807895FC-3A9A-43F5-9875-28BEA3C8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9" name="record-panel-21-5">
            <a:extLst xmlns:a="http://schemas.openxmlformats.org/drawingml/2006/main">
              <a:ext uri="{FF2B5EF4-FFF2-40B4-BE49-F238E27FC236}">
                <a16:creationId xmlns:a16="http://schemas.microsoft.com/office/drawing/2014/main" id="{4FC91C24-2CAF-4FFD-8B02-B82FAD26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1-5">
            <a:extLst xmlns:a="http://schemas.openxmlformats.org/drawingml/2006/main">
              <a:ext uri="{FF2B5EF4-FFF2-40B4-BE49-F238E27FC236}">
                <a16:creationId xmlns:a16="http://schemas.microsoft.com/office/drawing/2014/main" id="{5B99410B-351E-4562-9B6F-E89B55C5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TEST-105  |  Permanent Account Number (PAN): ROHPB1104A</a:t>
            </a:r>
          </a:p>
        </p:txBody>
      </p:sp>
      <p:sp>
        <p:nvSpPr>
          <p:cNvPr id="21" name="record-person-21-5">
            <a:extLst xmlns:a="http://schemas.openxmlformats.org/drawingml/2006/main">
              <a:ext uri="{FF2B5EF4-FFF2-40B4-BE49-F238E27FC236}">
                <a16:creationId xmlns:a16="http://schemas.microsoft.com/office/drawing/2014/main" id="{FA0F82F3-77B5-4CBD-9E61-2380AB49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Kavya Rohan Sharma  |  Physical Address: Flat 39, 477 Cauvery Square Marg, Bengaluru, Karnataka 560001, India</a:t>
            </a:r>
          </a:p>
        </p:txBody>
      </p:sp>
      <p:sp>
        <p:nvSpPr>
          <p:cNvPr id="22" name="record-evidence-21-5">
            <a:extLst xmlns:a="http://schemas.openxmlformats.org/drawingml/2006/main">
              <a:ext uri="{FF2B5EF4-FFF2-40B4-BE49-F238E27FC236}">
                <a16:creationId xmlns:a16="http://schemas.microsoft.com/office/drawing/2014/main" id="{689B1637-1844-4B87-8F19-09273B01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23" name="footer-21">
            <a:extLst xmlns:a="http://schemas.openxmlformats.org/drawingml/2006/main">
              <a:ext uri="{FF2B5EF4-FFF2-40B4-BE49-F238E27FC236}">
                <a16:creationId xmlns:a16="http://schemas.microsoft.com/office/drawing/2014/main" id="{407DC1AA-B122-4DF8-83E0-86A26395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permanent account number (PAN)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7087769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2">
            <a:extLst xmlns:a="http://schemas.openxmlformats.org/drawingml/2006/main">
              <a:ext uri="{FF2B5EF4-FFF2-40B4-BE49-F238E27FC236}">
                <a16:creationId xmlns:a16="http://schemas.microsoft.com/office/drawing/2014/main" id="{B5E33C70-41E5-43D3-8E1A-4BDE0085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PAN Card Numbers</a:t>
            </a:r>
          </a:p>
        </p:txBody>
      </p:sp>
      <p:sp>
        <p:nvSpPr>
          <p:cNvPr id="2" name="counter-22">
            <a:extLst xmlns:a="http://schemas.openxmlformats.org/drawingml/2006/main">
              <a:ext uri="{FF2B5EF4-FFF2-40B4-BE49-F238E27FC236}">
                <a16:creationId xmlns:a16="http://schemas.microsoft.com/office/drawing/2014/main" id="{F333FD8C-004F-4EA9-98F1-FBBFFD88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106-110 of 150</a:t>
            </a:r>
          </a:p>
        </p:txBody>
      </p:sp>
      <p:sp>
        <p:nvSpPr>
          <p:cNvPr id="3" name="record-panel-22-1">
            <a:extLst xmlns:a="http://schemas.openxmlformats.org/drawingml/2006/main">
              <a:ext uri="{FF2B5EF4-FFF2-40B4-BE49-F238E27FC236}">
                <a16:creationId xmlns:a16="http://schemas.microsoft.com/office/drawing/2014/main" id="{30F119D8-DF43-47BC-BB81-D48B8CAD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2-1">
            <a:extLst xmlns:a="http://schemas.openxmlformats.org/drawingml/2006/main">
              <a:ext uri="{FF2B5EF4-FFF2-40B4-BE49-F238E27FC236}">
                <a16:creationId xmlns:a16="http://schemas.microsoft.com/office/drawing/2014/main" id="{21FF2C64-3893-4FEA-89DD-DA09640D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TEST-106  |  Permanent Account Number (PAN): MEEPA1105B</a:t>
            </a:r>
          </a:p>
        </p:txBody>
      </p:sp>
      <p:sp>
        <p:nvSpPr>
          <p:cNvPr id="5" name="record-person-22-1">
            <a:extLst xmlns:a="http://schemas.openxmlformats.org/drawingml/2006/main">
              <a:ext uri="{FF2B5EF4-FFF2-40B4-BE49-F238E27FC236}">
                <a16:creationId xmlns:a16="http://schemas.microsoft.com/office/drawing/2014/main" id="{EE015357-BFE6-4BA4-B331-1AF4FFB9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Aditya Vivaan Khanna  |  Physical Address: Flat 40, 514 Gulmohar Square Marg, Lucknow, Uttar Pradesh 226001, India</a:t>
            </a:r>
          </a:p>
        </p:txBody>
      </p:sp>
      <p:sp>
        <p:nvSpPr>
          <p:cNvPr id="6" name="record-evidence-22-1">
            <a:extLst xmlns:a="http://schemas.openxmlformats.org/drawingml/2006/main">
              <a:ext uri="{FF2B5EF4-FFF2-40B4-BE49-F238E27FC236}">
                <a16:creationId xmlns:a16="http://schemas.microsoft.com/office/drawing/2014/main" id="{FF2F5E8C-E5EE-49C6-A1E4-AF8EBE5D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7" name="record-panel-22-2">
            <a:extLst xmlns:a="http://schemas.openxmlformats.org/drawingml/2006/main">
              <a:ext uri="{FF2B5EF4-FFF2-40B4-BE49-F238E27FC236}">
                <a16:creationId xmlns:a16="http://schemas.microsoft.com/office/drawing/2014/main" id="{A9379C35-EC25-4B5F-883F-AC27CBEB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2-2">
            <a:extLst xmlns:a="http://schemas.openxmlformats.org/drawingml/2006/main">
              <a:ext uri="{FF2B5EF4-FFF2-40B4-BE49-F238E27FC236}">
                <a16:creationId xmlns:a16="http://schemas.microsoft.com/office/drawing/2014/main" id="{1F5B0C75-132E-4D5B-96EB-99449C20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TEST-107  |  Permanent Account Number (PAN): ADIPP1106C</a:t>
            </a:r>
          </a:p>
        </p:txBody>
      </p:sp>
      <p:sp>
        <p:nvSpPr>
          <p:cNvPr id="9" name="record-person-22-2">
            <a:extLst xmlns:a="http://schemas.openxmlformats.org/drawingml/2006/main">
              <a:ext uri="{FF2B5EF4-FFF2-40B4-BE49-F238E27FC236}">
                <a16:creationId xmlns:a16="http://schemas.microsoft.com/office/drawing/2014/main" id="{42003692-EED2-4BF1-B462-9609B093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Meera Dev Singh  |  Physical Address: Flat 41, 551 Jasmine Square Marg, Kolkata, West Bengal 700001, India</a:t>
            </a:r>
          </a:p>
        </p:txBody>
      </p:sp>
      <p:sp>
        <p:nvSpPr>
          <p:cNvPr id="10" name="record-evidence-22-2">
            <a:extLst xmlns:a="http://schemas.openxmlformats.org/drawingml/2006/main">
              <a:ext uri="{FF2B5EF4-FFF2-40B4-BE49-F238E27FC236}">
                <a16:creationId xmlns:a16="http://schemas.microsoft.com/office/drawing/2014/main" id="{37F94E55-DA42-4E5C-9739-F6AE7D93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1" name="record-panel-22-3">
            <a:extLst xmlns:a="http://schemas.openxmlformats.org/drawingml/2006/main">
              <a:ext uri="{FF2B5EF4-FFF2-40B4-BE49-F238E27FC236}">
                <a16:creationId xmlns:a16="http://schemas.microsoft.com/office/drawing/2014/main" id="{DD131C6F-0872-40C6-8300-E1BE7E5C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2-3">
            <a:extLst xmlns:a="http://schemas.openxmlformats.org/drawingml/2006/main">
              <a:ext uri="{FF2B5EF4-FFF2-40B4-BE49-F238E27FC236}">
                <a16:creationId xmlns:a16="http://schemas.microsoft.com/office/drawing/2014/main" id="{AE32C44B-D4DD-49AE-AD9B-9CD8A4F2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TEST-108  |  Permanent Account Number (PAN): KAVPN1107D</a:t>
            </a:r>
          </a:p>
        </p:txBody>
      </p:sp>
      <p:sp>
        <p:nvSpPr>
          <p:cNvPr id="13" name="record-person-22-3">
            <a:extLst xmlns:a="http://schemas.openxmlformats.org/drawingml/2006/main">
              <a:ext uri="{FF2B5EF4-FFF2-40B4-BE49-F238E27FC236}">
                <a16:creationId xmlns:a16="http://schemas.microsoft.com/office/drawing/2014/main" id="{F3FA26FE-E2F8-42E0-B875-65901582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Rohan Rahul Menon  |  Physical Address: Flat 42, 588 Kaveri Square Marg, Kochi, Kerala 682001, India</a:t>
            </a:r>
          </a:p>
        </p:txBody>
      </p:sp>
      <p:sp>
        <p:nvSpPr>
          <p:cNvPr id="14" name="record-evidence-22-3">
            <a:extLst xmlns:a="http://schemas.openxmlformats.org/drawingml/2006/main">
              <a:ext uri="{FF2B5EF4-FFF2-40B4-BE49-F238E27FC236}">
                <a16:creationId xmlns:a16="http://schemas.microsoft.com/office/drawing/2014/main" id="{E5BA3AE5-7E81-4D7B-9391-1A9678C2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5" name="record-panel-22-4">
            <a:extLst xmlns:a="http://schemas.openxmlformats.org/drawingml/2006/main">
              <a:ext uri="{FF2B5EF4-FFF2-40B4-BE49-F238E27FC236}">
                <a16:creationId xmlns:a16="http://schemas.microsoft.com/office/drawing/2014/main" id="{0C7FCB6D-2E80-4A3F-9E2B-96DC7DE7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2-4">
            <a:extLst xmlns:a="http://schemas.openxmlformats.org/drawingml/2006/main">
              <a:ext uri="{FF2B5EF4-FFF2-40B4-BE49-F238E27FC236}">
                <a16:creationId xmlns:a16="http://schemas.microsoft.com/office/drawing/2014/main" id="{EE92BB5A-A3FB-44C7-895C-D9C7BFD8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TEST-109  |  Permanent Account Number (PAN): VIHPD1108E</a:t>
            </a:r>
          </a:p>
        </p:txBody>
      </p:sp>
      <p:sp>
        <p:nvSpPr>
          <p:cNvPr id="17" name="record-person-22-4">
            <a:extLst xmlns:a="http://schemas.openxmlformats.org/drawingml/2006/main">
              <a:ext uri="{FF2B5EF4-FFF2-40B4-BE49-F238E27FC236}">
                <a16:creationId xmlns:a16="http://schemas.microsoft.com/office/drawing/2014/main" id="{BA0E8BE5-2E52-4584-BE44-A3DCF123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Ishita Rohan Malhotra  |  Physical Address: Flat 43, 625 Lotus Square Marg, Pune, Maharashtra 411001, India</a:t>
            </a:r>
          </a:p>
        </p:txBody>
      </p:sp>
      <p:sp>
        <p:nvSpPr>
          <p:cNvPr id="18" name="record-evidence-22-4">
            <a:extLst xmlns:a="http://schemas.openxmlformats.org/drawingml/2006/main">
              <a:ext uri="{FF2B5EF4-FFF2-40B4-BE49-F238E27FC236}">
                <a16:creationId xmlns:a16="http://schemas.microsoft.com/office/drawing/2014/main" id="{E66A1DF0-8BE5-4BCD-9B8E-4F3F99FB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9" name="record-panel-22-5">
            <a:extLst xmlns:a="http://schemas.openxmlformats.org/drawingml/2006/main">
              <a:ext uri="{FF2B5EF4-FFF2-40B4-BE49-F238E27FC236}">
                <a16:creationId xmlns:a16="http://schemas.microsoft.com/office/drawing/2014/main" id="{A2CE0AF7-52F1-453B-B572-116BD7C2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2-5">
            <a:extLst xmlns:a="http://schemas.openxmlformats.org/drawingml/2006/main">
              <a:ext uri="{FF2B5EF4-FFF2-40B4-BE49-F238E27FC236}">
                <a16:creationId xmlns:a16="http://schemas.microsoft.com/office/drawing/2014/main" id="{0F9BA982-2451-44DB-81AE-E07C8DC7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TEST-110  |  Permanent Account Number (PAN): NISPK1109F</a:t>
            </a:r>
          </a:p>
        </p:txBody>
      </p:sp>
      <p:sp>
        <p:nvSpPr>
          <p:cNvPr id="21" name="record-person-22-5">
            <a:extLst xmlns:a="http://schemas.openxmlformats.org/drawingml/2006/main">
              <a:ext uri="{FF2B5EF4-FFF2-40B4-BE49-F238E27FC236}">
                <a16:creationId xmlns:a16="http://schemas.microsoft.com/office/drawing/2014/main" id="{914D1DEC-24D8-48B9-9905-0ACC4C27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Kabir Vivaan Sethi  |  Physical Address: Flat 44, 662 Mango Square Marg, Mumbai, Maharashtra 400001, India</a:t>
            </a:r>
          </a:p>
        </p:txBody>
      </p:sp>
      <p:sp>
        <p:nvSpPr>
          <p:cNvPr id="22" name="record-evidence-22-5">
            <a:extLst xmlns:a="http://schemas.openxmlformats.org/drawingml/2006/main">
              <a:ext uri="{FF2B5EF4-FFF2-40B4-BE49-F238E27FC236}">
                <a16:creationId xmlns:a16="http://schemas.microsoft.com/office/drawing/2014/main" id="{97511316-B878-4AD0-B14C-2CAA4656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23" name="footer-22">
            <a:extLst xmlns:a="http://schemas.openxmlformats.org/drawingml/2006/main">
              <a:ext uri="{FF2B5EF4-FFF2-40B4-BE49-F238E27FC236}">
                <a16:creationId xmlns:a16="http://schemas.microsoft.com/office/drawing/2014/main" id="{15977053-8829-4307-89F9-EB5643F9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permanent account number (PAN)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46862907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3">
            <a:extLst xmlns:a="http://schemas.openxmlformats.org/drawingml/2006/main">
              <a:ext uri="{FF2B5EF4-FFF2-40B4-BE49-F238E27FC236}">
                <a16:creationId xmlns:a16="http://schemas.microsoft.com/office/drawing/2014/main" id="{0CBFB088-0558-4E38-AF1D-2A2D34DD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PAN Card Numbers</a:t>
            </a:r>
          </a:p>
        </p:txBody>
      </p:sp>
      <p:sp>
        <p:nvSpPr>
          <p:cNvPr id="2" name="counter-23">
            <a:extLst xmlns:a="http://schemas.openxmlformats.org/drawingml/2006/main">
              <a:ext uri="{FF2B5EF4-FFF2-40B4-BE49-F238E27FC236}">
                <a16:creationId xmlns:a16="http://schemas.microsoft.com/office/drawing/2014/main" id="{31E74617-56C0-4C12-ADFC-66A60B75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111-115 of 150</a:t>
            </a:r>
          </a:p>
        </p:txBody>
      </p:sp>
      <p:sp>
        <p:nvSpPr>
          <p:cNvPr id="3" name="record-panel-23-1">
            <a:extLst xmlns:a="http://schemas.openxmlformats.org/drawingml/2006/main">
              <a:ext uri="{FF2B5EF4-FFF2-40B4-BE49-F238E27FC236}">
                <a16:creationId xmlns:a16="http://schemas.microsoft.com/office/drawing/2014/main" id="{371CE1C6-8821-42E5-A111-FB339FC9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3-1">
            <a:extLst xmlns:a="http://schemas.openxmlformats.org/drawingml/2006/main">
              <a:ext uri="{FF2B5EF4-FFF2-40B4-BE49-F238E27FC236}">
                <a16:creationId xmlns:a16="http://schemas.microsoft.com/office/drawing/2014/main" id="{694AFCD8-889B-4518-AFAE-B6E33DFE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TEST-111  |  Permanent Account Number (PAN): RAHPK1110G</a:t>
            </a:r>
          </a:p>
        </p:txBody>
      </p:sp>
      <p:sp>
        <p:nvSpPr>
          <p:cNvPr id="5" name="record-person-23-1">
            <a:extLst xmlns:a="http://schemas.openxmlformats.org/drawingml/2006/main">
              <a:ext uri="{FF2B5EF4-FFF2-40B4-BE49-F238E27FC236}">
                <a16:creationId xmlns:a16="http://schemas.microsoft.com/office/drawing/2014/main" id="{C566F07D-308D-4C23-8C79-A8348DB5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Diya Dev Reddy  |  Physical Address: Flat 45, 699 Narmada Square Marg, Ahmedabad, Gujarat 380001, India</a:t>
            </a:r>
          </a:p>
        </p:txBody>
      </p:sp>
      <p:sp>
        <p:nvSpPr>
          <p:cNvPr id="6" name="record-evidence-23-1">
            <a:extLst xmlns:a="http://schemas.openxmlformats.org/drawingml/2006/main">
              <a:ext uri="{FF2B5EF4-FFF2-40B4-BE49-F238E27FC236}">
                <a16:creationId xmlns:a16="http://schemas.microsoft.com/office/drawing/2014/main" id="{A56FE926-E450-4084-B358-451A533E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7" name="record-panel-23-2">
            <a:extLst xmlns:a="http://schemas.openxmlformats.org/drawingml/2006/main">
              <a:ext uri="{FF2B5EF4-FFF2-40B4-BE49-F238E27FC236}">
                <a16:creationId xmlns:a16="http://schemas.microsoft.com/office/drawing/2014/main" id="{A2D91DD9-224F-463C-AC55-FB03C505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3-2">
            <a:extLst xmlns:a="http://schemas.openxmlformats.org/drawingml/2006/main">
              <a:ext uri="{FF2B5EF4-FFF2-40B4-BE49-F238E27FC236}">
                <a16:creationId xmlns:a16="http://schemas.microsoft.com/office/drawing/2014/main" id="{3C8651C3-DE4E-44B2-8FD2-DE40C46D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TEST-112  |  Permanent Account Number (PAN): PRIPC1111H</a:t>
            </a:r>
          </a:p>
        </p:txBody>
      </p:sp>
      <p:sp>
        <p:nvSpPr>
          <p:cNvPr id="9" name="record-person-23-2">
            <a:extLst xmlns:a="http://schemas.openxmlformats.org/drawingml/2006/main">
              <a:ext uri="{FF2B5EF4-FFF2-40B4-BE49-F238E27FC236}">
                <a16:creationId xmlns:a16="http://schemas.microsoft.com/office/drawing/2014/main" id="{629EFB26-E3C1-43E9-9DA9-6BCBB232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Arjun Rahul Sharma  |  Physical Address: Flat 46, 736 Peepal Square Marg, Chennai, Tamil Nadu 600001, India</a:t>
            </a:r>
          </a:p>
        </p:txBody>
      </p:sp>
      <p:sp>
        <p:nvSpPr>
          <p:cNvPr id="10" name="record-evidence-23-2">
            <a:extLst xmlns:a="http://schemas.openxmlformats.org/drawingml/2006/main">
              <a:ext uri="{FF2B5EF4-FFF2-40B4-BE49-F238E27FC236}">
                <a16:creationId xmlns:a16="http://schemas.microsoft.com/office/drawing/2014/main" id="{71B2CA3B-4D61-436F-AF88-FD5DD0E2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1" name="record-panel-23-3">
            <a:extLst xmlns:a="http://schemas.openxmlformats.org/drawingml/2006/main">
              <a:ext uri="{FF2B5EF4-FFF2-40B4-BE49-F238E27FC236}">
                <a16:creationId xmlns:a16="http://schemas.microsoft.com/office/drawing/2014/main" id="{B9D257FF-CB29-44E7-8BC1-45873A7A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3-3">
            <a:extLst xmlns:a="http://schemas.openxmlformats.org/drawingml/2006/main">
              <a:ext uri="{FF2B5EF4-FFF2-40B4-BE49-F238E27FC236}">
                <a16:creationId xmlns:a16="http://schemas.microsoft.com/office/drawing/2014/main" id="{D57C413A-7173-44C3-92FB-C7AF0D9E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TEST-113  |  Permanent Account Number (PAN): KARPR1112I</a:t>
            </a:r>
          </a:p>
        </p:txBody>
      </p:sp>
      <p:sp>
        <p:nvSpPr>
          <p:cNvPr id="13" name="record-person-23-3">
            <a:extLst xmlns:a="http://schemas.openxmlformats.org/drawingml/2006/main">
              <a:ext uri="{FF2B5EF4-FFF2-40B4-BE49-F238E27FC236}">
                <a16:creationId xmlns:a16="http://schemas.microsoft.com/office/drawing/2014/main" id="{A21EE21B-33D6-4F93-9FB5-61CDAEFF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Ananya Rohan Khanna  |  Physical Address: Flat 47, 773 Saffron Square Marg, Chandigarh, Chandigarh 160017, India</a:t>
            </a:r>
          </a:p>
        </p:txBody>
      </p:sp>
      <p:sp>
        <p:nvSpPr>
          <p:cNvPr id="14" name="record-evidence-23-3">
            <a:extLst xmlns:a="http://schemas.openxmlformats.org/drawingml/2006/main">
              <a:ext uri="{FF2B5EF4-FFF2-40B4-BE49-F238E27FC236}">
                <a16:creationId xmlns:a16="http://schemas.microsoft.com/office/drawing/2014/main" id="{AEB090C3-8735-4756-81A8-F4F2F3D1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5" name="record-panel-23-4">
            <a:extLst xmlns:a="http://schemas.openxmlformats.org/drawingml/2006/main">
              <a:ext uri="{FF2B5EF4-FFF2-40B4-BE49-F238E27FC236}">
                <a16:creationId xmlns:a16="http://schemas.microsoft.com/office/drawing/2014/main" id="{09CCD1AB-6324-467B-9EAC-38111151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3-4">
            <a:extLst xmlns:a="http://schemas.openxmlformats.org/drawingml/2006/main">
              <a:ext uri="{FF2B5EF4-FFF2-40B4-BE49-F238E27FC236}">
                <a16:creationId xmlns:a16="http://schemas.microsoft.com/office/drawing/2014/main" id="{E7F65F81-6EF4-45A7-B788-B18787DB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TEST-114  |  Permanent Account Number (PAN): NEHPS1113J</a:t>
            </a:r>
          </a:p>
        </p:txBody>
      </p:sp>
      <p:sp>
        <p:nvSpPr>
          <p:cNvPr id="17" name="record-person-23-4">
            <a:extLst xmlns:a="http://schemas.openxmlformats.org/drawingml/2006/main">
              <a:ext uri="{FF2B5EF4-FFF2-40B4-BE49-F238E27FC236}">
                <a16:creationId xmlns:a16="http://schemas.microsoft.com/office/drawing/2014/main" id="{5C9B5252-4B44-4C1F-A6A6-55B24347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Vivaan Meera Gupta  |  Physical Address: Flat 48, 810 Yamuna Square Marg, Jaipur, Rajasthan 302001, India</a:t>
            </a:r>
          </a:p>
        </p:txBody>
      </p:sp>
      <p:sp>
        <p:nvSpPr>
          <p:cNvPr id="18" name="record-evidence-23-4">
            <a:extLst xmlns:a="http://schemas.openxmlformats.org/drawingml/2006/main">
              <a:ext uri="{FF2B5EF4-FFF2-40B4-BE49-F238E27FC236}">
                <a16:creationId xmlns:a16="http://schemas.microsoft.com/office/drawing/2014/main" id="{89CA89DF-26F4-4DE0-A21D-AEC214C4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9" name="record-panel-23-5">
            <a:extLst xmlns:a="http://schemas.openxmlformats.org/drawingml/2006/main">
              <a:ext uri="{FF2B5EF4-FFF2-40B4-BE49-F238E27FC236}">
                <a16:creationId xmlns:a16="http://schemas.microsoft.com/office/drawing/2014/main" id="{6655CCBB-0663-463C-9F90-1E4B5F77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3-5">
            <a:extLst xmlns:a="http://schemas.openxmlformats.org/drawingml/2006/main">
              <a:ext uri="{FF2B5EF4-FFF2-40B4-BE49-F238E27FC236}">
                <a16:creationId xmlns:a16="http://schemas.microsoft.com/office/drawing/2014/main" id="{8948D07C-FC50-45FD-9FC9-777A6DA3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TEST-115  |  Permanent Account Number (PAN): AMAPR1114K</a:t>
            </a:r>
          </a:p>
        </p:txBody>
      </p:sp>
      <p:sp>
        <p:nvSpPr>
          <p:cNvPr id="21" name="record-person-23-5">
            <a:extLst xmlns:a="http://schemas.openxmlformats.org/drawingml/2006/main">
              <a:ext uri="{FF2B5EF4-FFF2-40B4-BE49-F238E27FC236}">
                <a16:creationId xmlns:a16="http://schemas.microsoft.com/office/drawing/2014/main" id="{CE75DC7B-08FA-45C4-9107-F2AF8045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Aadhya Dev Menon  |  Physical Address: Flat 49, 847 Ashoka Terrace Marg, New Delhi, Delhi 110001, India</a:t>
            </a:r>
          </a:p>
        </p:txBody>
      </p:sp>
      <p:sp>
        <p:nvSpPr>
          <p:cNvPr id="22" name="record-evidence-23-5">
            <a:extLst xmlns:a="http://schemas.openxmlformats.org/drawingml/2006/main">
              <a:ext uri="{FF2B5EF4-FFF2-40B4-BE49-F238E27FC236}">
                <a16:creationId xmlns:a16="http://schemas.microsoft.com/office/drawing/2014/main" id="{F28317A3-D8BD-4D47-926B-6BD14297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23" name="footer-23">
            <a:extLst xmlns:a="http://schemas.openxmlformats.org/drawingml/2006/main">
              <a:ext uri="{FF2B5EF4-FFF2-40B4-BE49-F238E27FC236}">
                <a16:creationId xmlns:a16="http://schemas.microsoft.com/office/drawing/2014/main" id="{D5DAF5E7-FAED-4BD8-9C87-54D68604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permanent account number (PAN)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44354741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4">
            <a:extLst xmlns:a="http://schemas.openxmlformats.org/drawingml/2006/main">
              <a:ext uri="{FF2B5EF4-FFF2-40B4-BE49-F238E27FC236}">
                <a16:creationId xmlns:a16="http://schemas.microsoft.com/office/drawing/2014/main" id="{24C8C6E3-6521-43E7-BD7D-E1880A47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PAN Card Numbers</a:t>
            </a:r>
          </a:p>
        </p:txBody>
      </p:sp>
      <p:sp>
        <p:nvSpPr>
          <p:cNvPr id="2" name="counter-24">
            <a:extLst xmlns:a="http://schemas.openxmlformats.org/drawingml/2006/main">
              <a:ext uri="{FF2B5EF4-FFF2-40B4-BE49-F238E27FC236}">
                <a16:creationId xmlns:a16="http://schemas.microsoft.com/office/drawing/2014/main" id="{271CBCB2-1F67-4FF5-B032-063C4F4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116-120 of 150</a:t>
            </a:r>
          </a:p>
        </p:txBody>
      </p:sp>
      <p:sp>
        <p:nvSpPr>
          <p:cNvPr id="3" name="record-panel-24-1">
            <a:extLst xmlns:a="http://schemas.openxmlformats.org/drawingml/2006/main">
              <a:ext uri="{FF2B5EF4-FFF2-40B4-BE49-F238E27FC236}">
                <a16:creationId xmlns:a16="http://schemas.microsoft.com/office/drawing/2014/main" id="{19A9CDC4-FABC-4C32-93A3-24AB6059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4-1">
            <a:extLst xmlns:a="http://schemas.openxmlformats.org/drawingml/2006/main">
              <a:ext uri="{FF2B5EF4-FFF2-40B4-BE49-F238E27FC236}">
                <a16:creationId xmlns:a16="http://schemas.microsoft.com/office/drawing/2014/main" id="{58326478-3108-46F8-993D-9371B4D7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TEST-116  |  Permanent Account Number (PAN): RIYPM1115L</a:t>
            </a:r>
          </a:p>
        </p:txBody>
      </p:sp>
      <p:sp>
        <p:nvSpPr>
          <p:cNvPr id="5" name="record-person-24-1">
            <a:extLst xmlns:a="http://schemas.openxmlformats.org/drawingml/2006/main">
              <a:ext uri="{FF2B5EF4-FFF2-40B4-BE49-F238E27FC236}">
                <a16:creationId xmlns:a16="http://schemas.microsoft.com/office/drawing/2014/main" id="{30E5D498-1881-4C88-80A4-337FC8E0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Aarav Rahul Malhotra  |  Physical Address: Flat 50, 884 Banyan Terrace Marg, Hyderabad, Telangana 500001, India</a:t>
            </a:r>
          </a:p>
        </p:txBody>
      </p:sp>
      <p:sp>
        <p:nvSpPr>
          <p:cNvPr id="6" name="record-evidence-24-1">
            <a:extLst xmlns:a="http://schemas.openxmlformats.org/drawingml/2006/main">
              <a:ext uri="{FF2B5EF4-FFF2-40B4-BE49-F238E27FC236}">
                <a16:creationId xmlns:a16="http://schemas.microsoft.com/office/drawing/2014/main" id="{FDD3F6BD-D58B-40FB-B450-90A02844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7" name="record-panel-24-2">
            <a:extLst xmlns:a="http://schemas.openxmlformats.org/drawingml/2006/main">
              <a:ext uri="{FF2B5EF4-FFF2-40B4-BE49-F238E27FC236}">
                <a16:creationId xmlns:a16="http://schemas.microsoft.com/office/drawing/2014/main" id="{E1DE479A-9DC9-4637-ACAF-8BB6B9AC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4-2">
            <a:extLst xmlns:a="http://schemas.openxmlformats.org/drawingml/2006/main">
              <a:ext uri="{FF2B5EF4-FFF2-40B4-BE49-F238E27FC236}">
                <a16:creationId xmlns:a16="http://schemas.microsoft.com/office/drawing/2014/main" id="{2F7E511A-8F4F-404F-A33D-9C2433AD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TEST-117  |  Permanent Account Number (PAN): DEVPS1116M</a:t>
            </a:r>
          </a:p>
        </p:txBody>
      </p:sp>
      <p:sp>
        <p:nvSpPr>
          <p:cNvPr id="9" name="record-person-24-2">
            <a:extLst xmlns:a="http://schemas.openxmlformats.org/drawingml/2006/main">
              <a:ext uri="{FF2B5EF4-FFF2-40B4-BE49-F238E27FC236}">
                <a16:creationId xmlns:a16="http://schemas.microsoft.com/office/drawing/2014/main" id="{9714F275-7846-48EE-9FDC-E489D73A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Simran Ishita Sethi  |  Physical Address: Flat 51, 921 Cauvery Terrace Marg, Bengaluru, Karnataka 560001, India</a:t>
            </a:r>
          </a:p>
        </p:txBody>
      </p:sp>
      <p:sp>
        <p:nvSpPr>
          <p:cNvPr id="10" name="record-evidence-24-2">
            <a:extLst xmlns:a="http://schemas.openxmlformats.org/drawingml/2006/main">
              <a:ext uri="{FF2B5EF4-FFF2-40B4-BE49-F238E27FC236}">
                <a16:creationId xmlns:a16="http://schemas.microsoft.com/office/drawing/2014/main" id="{B190C646-3730-4A34-80D4-D0D74F28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1" name="record-panel-24-3">
            <a:extLst xmlns:a="http://schemas.openxmlformats.org/drawingml/2006/main">
              <a:ext uri="{FF2B5EF4-FFF2-40B4-BE49-F238E27FC236}">
                <a16:creationId xmlns:a16="http://schemas.microsoft.com/office/drawing/2014/main" id="{3991F641-5CAA-43DB-A068-885B2BEC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4-3">
            <a:extLst xmlns:a="http://schemas.openxmlformats.org/drawingml/2006/main">
              <a:ext uri="{FF2B5EF4-FFF2-40B4-BE49-F238E27FC236}">
                <a16:creationId xmlns:a16="http://schemas.microsoft.com/office/drawing/2014/main" id="{63EECF0A-3291-4E4F-A83A-B921403A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TEST-118  |  Permanent Account Number (PAN): TARPM1117N</a:t>
            </a:r>
          </a:p>
        </p:txBody>
      </p:sp>
      <p:sp>
        <p:nvSpPr>
          <p:cNvPr id="13" name="record-person-24-3">
            <a:extLst xmlns:a="http://schemas.openxmlformats.org/drawingml/2006/main">
              <a:ext uri="{FF2B5EF4-FFF2-40B4-BE49-F238E27FC236}">
                <a16:creationId xmlns:a16="http://schemas.microsoft.com/office/drawing/2014/main" id="{9FD740D9-F1A9-472E-9DBD-D69350FE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Sahil Aadhya Joshi  |  Physical Address: Flat 52, 958 Gulmohar Terrace Marg, Lucknow, Uttar Pradesh 226001, India</a:t>
            </a:r>
          </a:p>
        </p:txBody>
      </p:sp>
      <p:sp>
        <p:nvSpPr>
          <p:cNvPr id="14" name="record-evidence-24-3">
            <a:extLst xmlns:a="http://schemas.openxmlformats.org/drawingml/2006/main">
              <a:ext uri="{FF2B5EF4-FFF2-40B4-BE49-F238E27FC236}">
                <a16:creationId xmlns:a16="http://schemas.microsoft.com/office/drawing/2014/main" id="{4BB488F3-5206-4F35-8FFF-8CFD3EFC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5" name="record-panel-24-4">
            <a:extLst xmlns:a="http://schemas.openxmlformats.org/drawingml/2006/main">
              <a:ext uri="{FF2B5EF4-FFF2-40B4-BE49-F238E27FC236}">
                <a16:creationId xmlns:a16="http://schemas.microsoft.com/office/drawing/2014/main" id="{AC2F4606-E6F8-4F5E-878F-C477CF93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4-4">
            <a:extLst xmlns:a="http://schemas.openxmlformats.org/drawingml/2006/main">
              <a:ext uri="{FF2B5EF4-FFF2-40B4-BE49-F238E27FC236}">
                <a16:creationId xmlns:a16="http://schemas.microsoft.com/office/drawing/2014/main" id="{E7ECA539-7F68-46DD-81B2-E65181BF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TEST-119  |  Permanent Account Number (PAN): SAHPK1118O</a:t>
            </a:r>
          </a:p>
        </p:txBody>
      </p:sp>
      <p:sp>
        <p:nvSpPr>
          <p:cNvPr id="17" name="record-person-24-4">
            <a:extLst xmlns:a="http://schemas.openxmlformats.org/drawingml/2006/main">
              <a:ext uri="{FF2B5EF4-FFF2-40B4-BE49-F238E27FC236}">
                <a16:creationId xmlns:a16="http://schemas.microsoft.com/office/drawing/2014/main" id="{7D5F13B0-DF3F-4716-9EB7-D9F231B9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Tara Riya Sharma  |  Physical Address: Flat 53, 995 Jasmine Terrace Marg, Kolkata, West Bengal 700001, India</a:t>
            </a:r>
          </a:p>
        </p:txBody>
      </p:sp>
      <p:sp>
        <p:nvSpPr>
          <p:cNvPr id="18" name="record-evidence-24-4">
            <a:extLst xmlns:a="http://schemas.openxmlformats.org/drawingml/2006/main">
              <a:ext uri="{FF2B5EF4-FFF2-40B4-BE49-F238E27FC236}">
                <a16:creationId xmlns:a16="http://schemas.microsoft.com/office/drawing/2014/main" id="{925B4D04-A8D8-47BA-B490-3D035F7C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9" name="record-panel-24-5">
            <a:extLst xmlns:a="http://schemas.openxmlformats.org/drawingml/2006/main">
              <a:ext uri="{FF2B5EF4-FFF2-40B4-BE49-F238E27FC236}">
                <a16:creationId xmlns:a16="http://schemas.microsoft.com/office/drawing/2014/main" id="{7C8A9E18-8BE2-4E70-90A9-951D55AA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4-5">
            <a:extLst xmlns:a="http://schemas.openxmlformats.org/drawingml/2006/main">
              <a:ext uri="{FF2B5EF4-FFF2-40B4-BE49-F238E27FC236}">
                <a16:creationId xmlns:a16="http://schemas.microsoft.com/office/drawing/2014/main" id="{38879BE3-81BE-43BB-B41F-A76449F1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TEST-120  |  Permanent Account Number (PAN): SIMPS1119P</a:t>
            </a:r>
          </a:p>
        </p:txBody>
      </p:sp>
      <p:sp>
        <p:nvSpPr>
          <p:cNvPr id="21" name="record-person-24-5">
            <a:extLst xmlns:a="http://schemas.openxmlformats.org/drawingml/2006/main">
              <a:ext uri="{FF2B5EF4-FFF2-40B4-BE49-F238E27FC236}">
                <a16:creationId xmlns:a16="http://schemas.microsoft.com/office/drawing/2014/main" id="{74CF45BB-56D8-400F-B308-9DE5DE40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Dev Nisha Khanna  |  Physical Address: Flat 54, 1032 Kaveri Terrace Marg, Kochi, Kerala 682001, India</a:t>
            </a:r>
          </a:p>
        </p:txBody>
      </p:sp>
      <p:sp>
        <p:nvSpPr>
          <p:cNvPr id="22" name="record-evidence-24-5">
            <a:extLst xmlns:a="http://schemas.openxmlformats.org/drawingml/2006/main">
              <a:ext uri="{FF2B5EF4-FFF2-40B4-BE49-F238E27FC236}">
                <a16:creationId xmlns:a16="http://schemas.microsoft.com/office/drawing/2014/main" id="{FFBA2AC5-812C-4FC0-94BF-017A91BF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23" name="footer-24">
            <a:extLst xmlns:a="http://schemas.openxmlformats.org/drawingml/2006/main">
              <a:ext uri="{FF2B5EF4-FFF2-40B4-BE49-F238E27FC236}">
                <a16:creationId xmlns:a16="http://schemas.microsoft.com/office/drawing/2014/main" id="{EF6A501D-F651-4A21-9935-CF4258BD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permanent account number (PAN)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31731357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5">
            <a:extLst xmlns:a="http://schemas.openxmlformats.org/drawingml/2006/main">
              <a:ext uri="{FF2B5EF4-FFF2-40B4-BE49-F238E27FC236}">
                <a16:creationId xmlns:a16="http://schemas.microsoft.com/office/drawing/2014/main" id="{B7532024-62DB-4063-87A4-489B1EC3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PAN Card Numbers</a:t>
            </a:r>
          </a:p>
        </p:txBody>
      </p:sp>
      <p:sp>
        <p:nvSpPr>
          <p:cNvPr id="2" name="counter-25">
            <a:extLst xmlns:a="http://schemas.openxmlformats.org/drawingml/2006/main">
              <a:ext uri="{FF2B5EF4-FFF2-40B4-BE49-F238E27FC236}">
                <a16:creationId xmlns:a16="http://schemas.microsoft.com/office/drawing/2014/main" id="{C9552919-5210-4399-BFA6-E75424B5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121-125 of 150</a:t>
            </a:r>
          </a:p>
        </p:txBody>
      </p:sp>
      <p:sp>
        <p:nvSpPr>
          <p:cNvPr id="3" name="record-panel-25-1">
            <a:extLst xmlns:a="http://schemas.openxmlformats.org/drawingml/2006/main">
              <a:ext uri="{FF2B5EF4-FFF2-40B4-BE49-F238E27FC236}">
                <a16:creationId xmlns:a16="http://schemas.microsoft.com/office/drawing/2014/main" id="{AF92AF02-5E34-4D1C-8808-2A12D997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5-1">
            <a:extLst xmlns:a="http://schemas.openxmlformats.org/drawingml/2006/main">
              <a:ext uri="{FF2B5EF4-FFF2-40B4-BE49-F238E27FC236}">
                <a16:creationId xmlns:a16="http://schemas.microsoft.com/office/drawing/2014/main" id="{F0D6A3E8-3869-4458-98A6-C1425B82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TEST-121  |  Permanent Account Number (PAN): AARPM1120Q</a:t>
            </a:r>
          </a:p>
        </p:txBody>
      </p:sp>
      <p:sp>
        <p:nvSpPr>
          <p:cNvPr id="5" name="record-person-25-1">
            <a:extLst xmlns:a="http://schemas.openxmlformats.org/drawingml/2006/main">
              <a:ext uri="{FF2B5EF4-FFF2-40B4-BE49-F238E27FC236}">
                <a16:creationId xmlns:a16="http://schemas.microsoft.com/office/drawing/2014/main" id="{527B677E-030D-4D27-A680-90C45A0F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Riya Ishita Gupta  |  Physical Address: Flat 55, 1069 Lotus Terrace Marg, Pune, Maharashtra 411001, India</a:t>
            </a:r>
          </a:p>
        </p:txBody>
      </p:sp>
      <p:sp>
        <p:nvSpPr>
          <p:cNvPr id="6" name="record-evidence-25-1">
            <a:extLst xmlns:a="http://schemas.openxmlformats.org/drawingml/2006/main">
              <a:ext uri="{FF2B5EF4-FFF2-40B4-BE49-F238E27FC236}">
                <a16:creationId xmlns:a16="http://schemas.microsoft.com/office/drawing/2014/main" id="{4488479F-1411-4DFE-BCBC-BBD19AA7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7" name="record-panel-25-2">
            <a:extLst xmlns:a="http://schemas.openxmlformats.org/drawingml/2006/main">
              <a:ext uri="{FF2B5EF4-FFF2-40B4-BE49-F238E27FC236}">
                <a16:creationId xmlns:a16="http://schemas.microsoft.com/office/drawing/2014/main" id="{8837F172-C02B-4675-8BDB-EA6E5942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5-2">
            <a:extLst xmlns:a="http://schemas.openxmlformats.org/drawingml/2006/main">
              <a:ext uri="{FF2B5EF4-FFF2-40B4-BE49-F238E27FC236}">
                <a16:creationId xmlns:a16="http://schemas.microsoft.com/office/drawing/2014/main" id="{D8DBAA85-188C-41F8-8DC4-AD59B029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TEST-122  |  Permanent Account Number (PAN): AADPB1121R</a:t>
            </a:r>
          </a:p>
        </p:txBody>
      </p:sp>
      <p:sp>
        <p:nvSpPr>
          <p:cNvPr id="9" name="record-person-25-2">
            <a:extLst xmlns:a="http://schemas.openxmlformats.org/drawingml/2006/main">
              <a:ext uri="{FF2B5EF4-FFF2-40B4-BE49-F238E27FC236}">
                <a16:creationId xmlns:a16="http://schemas.microsoft.com/office/drawing/2014/main" id="{429CC11F-BA32-45D6-AC8B-2E376AFC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Aman Aadhya Saxena  |  Physical Address: Flat 56, 1106 Mango Terrace Marg, Mumbai, Maharashtra 400001, India</a:t>
            </a:r>
          </a:p>
        </p:txBody>
      </p:sp>
      <p:sp>
        <p:nvSpPr>
          <p:cNvPr id="10" name="record-evidence-25-2">
            <a:extLst xmlns:a="http://schemas.openxmlformats.org/drawingml/2006/main">
              <a:ext uri="{FF2B5EF4-FFF2-40B4-BE49-F238E27FC236}">
                <a16:creationId xmlns:a16="http://schemas.microsoft.com/office/drawing/2014/main" id="{1648E3B2-206C-4BC5-AEA3-5172FEAC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1" name="record-panel-25-3">
            <a:extLst xmlns:a="http://schemas.openxmlformats.org/drawingml/2006/main">
              <a:ext uri="{FF2B5EF4-FFF2-40B4-BE49-F238E27FC236}">
                <a16:creationId xmlns:a16="http://schemas.microsoft.com/office/drawing/2014/main" id="{B3A68BA0-4FF9-4F66-A1EF-48D665D7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5-3">
            <a:extLst xmlns:a="http://schemas.openxmlformats.org/drawingml/2006/main">
              <a:ext uri="{FF2B5EF4-FFF2-40B4-BE49-F238E27FC236}">
                <a16:creationId xmlns:a16="http://schemas.microsoft.com/office/drawing/2014/main" id="{F47231F4-B0A0-49F3-A1B6-9E0FBD32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TEST-123  |  Permanent Account Number (PAN): VIVPA1122S</a:t>
            </a:r>
          </a:p>
        </p:txBody>
      </p:sp>
      <p:sp>
        <p:nvSpPr>
          <p:cNvPr id="13" name="record-person-25-3">
            <a:extLst xmlns:a="http://schemas.openxmlformats.org/drawingml/2006/main">
              <a:ext uri="{FF2B5EF4-FFF2-40B4-BE49-F238E27FC236}">
                <a16:creationId xmlns:a16="http://schemas.microsoft.com/office/drawing/2014/main" id="{4EC2D568-DDC3-492E-A851-FA896473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Neha Riya Malhotra  |  Physical Address: Flat 57, 1143 Narmada Terrace Marg, Ahmedabad, Gujarat 380001, India</a:t>
            </a:r>
          </a:p>
        </p:txBody>
      </p:sp>
      <p:sp>
        <p:nvSpPr>
          <p:cNvPr id="14" name="record-evidence-25-3">
            <a:extLst xmlns:a="http://schemas.openxmlformats.org/drawingml/2006/main">
              <a:ext uri="{FF2B5EF4-FFF2-40B4-BE49-F238E27FC236}">
                <a16:creationId xmlns:a16="http://schemas.microsoft.com/office/drawing/2014/main" id="{E7F23E65-8656-4271-AAE8-5E93E775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5" name="record-panel-25-4">
            <a:extLst xmlns:a="http://schemas.openxmlformats.org/drawingml/2006/main">
              <a:ext uri="{FF2B5EF4-FFF2-40B4-BE49-F238E27FC236}">
                <a16:creationId xmlns:a16="http://schemas.microsoft.com/office/drawing/2014/main" id="{8EC4065B-F96C-43A8-96E9-CC08DCCF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5-4">
            <a:extLst xmlns:a="http://schemas.openxmlformats.org/drawingml/2006/main">
              <a:ext uri="{FF2B5EF4-FFF2-40B4-BE49-F238E27FC236}">
                <a16:creationId xmlns:a16="http://schemas.microsoft.com/office/drawing/2014/main" id="{9BD2EB2E-CD18-41AE-A6AC-5B78DA87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TEST-124  |  Permanent Account Number (PAN): ANAPP1123T</a:t>
            </a:r>
          </a:p>
        </p:txBody>
      </p:sp>
      <p:sp>
        <p:nvSpPr>
          <p:cNvPr id="17" name="record-person-25-4">
            <a:extLst xmlns:a="http://schemas.openxmlformats.org/drawingml/2006/main">
              <a:ext uri="{FF2B5EF4-FFF2-40B4-BE49-F238E27FC236}">
                <a16:creationId xmlns:a16="http://schemas.microsoft.com/office/drawing/2014/main" id="{CE364F5F-EDE4-409D-BA4A-D1DF3436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Karan Nisha Sethi  |  Physical Address: Flat 58, 1180 Peepal Terrace Marg, Chennai, Tamil Nadu 600001, India</a:t>
            </a:r>
          </a:p>
        </p:txBody>
      </p:sp>
      <p:sp>
        <p:nvSpPr>
          <p:cNvPr id="18" name="record-evidence-25-4">
            <a:extLst xmlns:a="http://schemas.openxmlformats.org/drawingml/2006/main">
              <a:ext uri="{FF2B5EF4-FFF2-40B4-BE49-F238E27FC236}">
                <a16:creationId xmlns:a16="http://schemas.microsoft.com/office/drawing/2014/main" id="{9D2A3A93-B8CA-4DB8-B5EB-1F547B01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9" name="record-panel-25-5">
            <a:extLst xmlns:a="http://schemas.openxmlformats.org/drawingml/2006/main">
              <a:ext uri="{FF2B5EF4-FFF2-40B4-BE49-F238E27FC236}">
                <a16:creationId xmlns:a16="http://schemas.microsoft.com/office/drawing/2014/main" id="{F4F4BC25-4E75-4B04-9673-7E57B975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5-5">
            <a:extLst xmlns:a="http://schemas.openxmlformats.org/drawingml/2006/main">
              <a:ext uri="{FF2B5EF4-FFF2-40B4-BE49-F238E27FC236}">
                <a16:creationId xmlns:a16="http://schemas.microsoft.com/office/drawing/2014/main" id="{CB15A4C9-13B7-4365-8B72-9EF8E239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TEST-125  |  Permanent Account Number (PAN): ARJPN1124U</a:t>
            </a:r>
          </a:p>
        </p:txBody>
      </p:sp>
      <p:sp>
        <p:nvSpPr>
          <p:cNvPr id="21" name="record-person-25-5">
            <a:extLst xmlns:a="http://schemas.openxmlformats.org/drawingml/2006/main">
              <a:ext uri="{FF2B5EF4-FFF2-40B4-BE49-F238E27FC236}">
                <a16:creationId xmlns:a16="http://schemas.microsoft.com/office/drawing/2014/main" id="{E3B1DA85-BB0D-4C43-96D7-964788D0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Priya Ishita Joshi  |  Physical Address: Flat 59, 1217 Saffron Terrace Marg, Chandigarh, Chandigarh 160017, India</a:t>
            </a:r>
          </a:p>
        </p:txBody>
      </p:sp>
      <p:sp>
        <p:nvSpPr>
          <p:cNvPr id="22" name="record-evidence-25-5">
            <a:extLst xmlns:a="http://schemas.openxmlformats.org/drawingml/2006/main">
              <a:ext uri="{FF2B5EF4-FFF2-40B4-BE49-F238E27FC236}">
                <a16:creationId xmlns:a16="http://schemas.microsoft.com/office/drawing/2014/main" id="{71FC1E89-131E-47E1-A345-7C50567F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23" name="footer-25">
            <a:extLst xmlns:a="http://schemas.openxmlformats.org/drawingml/2006/main">
              <a:ext uri="{FF2B5EF4-FFF2-40B4-BE49-F238E27FC236}">
                <a16:creationId xmlns:a16="http://schemas.microsoft.com/office/drawing/2014/main" id="{94D7D5DB-8241-43A4-9B13-033CE092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permanent account number (PAN)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87493347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6">
            <a:extLst xmlns:a="http://schemas.openxmlformats.org/drawingml/2006/main">
              <a:ext uri="{FF2B5EF4-FFF2-40B4-BE49-F238E27FC236}">
                <a16:creationId xmlns:a16="http://schemas.microsoft.com/office/drawing/2014/main" id="{93229B18-1F60-4E2B-8FA9-ED960474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PAN Card Numbers</a:t>
            </a:r>
          </a:p>
        </p:txBody>
      </p:sp>
      <p:sp>
        <p:nvSpPr>
          <p:cNvPr id="2" name="counter-26">
            <a:extLst xmlns:a="http://schemas.openxmlformats.org/drawingml/2006/main">
              <a:ext uri="{FF2B5EF4-FFF2-40B4-BE49-F238E27FC236}">
                <a16:creationId xmlns:a16="http://schemas.microsoft.com/office/drawing/2014/main" id="{AE3F4FB4-E356-4D7E-848F-A6F7A936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126-130 of 150</a:t>
            </a:r>
          </a:p>
        </p:txBody>
      </p:sp>
      <p:sp>
        <p:nvSpPr>
          <p:cNvPr id="3" name="record-panel-26-1">
            <a:extLst xmlns:a="http://schemas.openxmlformats.org/drawingml/2006/main">
              <a:ext uri="{FF2B5EF4-FFF2-40B4-BE49-F238E27FC236}">
                <a16:creationId xmlns:a16="http://schemas.microsoft.com/office/drawing/2014/main" id="{08CD6DB1-1E75-4B68-854A-636AEB98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6-1">
            <a:extLst xmlns:a="http://schemas.openxmlformats.org/drawingml/2006/main">
              <a:ext uri="{FF2B5EF4-FFF2-40B4-BE49-F238E27FC236}">
                <a16:creationId xmlns:a16="http://schemas.microsoft.com/office/drawing/2014/main" id="{2B51108C-B99D-45A8-8CA3-A9F3DFD1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TEST-126  |  Permanent Account Number (PAN): DIYPD1125V</a:t>
            </a:r>
          </a:p>
        </p:txBody>
      </p:sp>
      <p:sp>
        <p:nvSpPr>
          <p:cNvPr id="5" name="record-person-26-1">
            <a:extLst xmlns:a="http://schemas.openxmlformats.org/drawingml/2006/main">
              <a:ext uri="{FF2B5EF4-FFF2-40B4-BE49-F238E27FC236}">
                <a16:creationId xmlns:a16="http://schemas.microsoft.com/office/drawing/2014/main" id="{39194D8C-AA23-4587-BD45-A3C34383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Rahul Aadhya Verma  |  Physical Address: Flat 60, 1254 Yamuna Terrace Marg, Jaipur, Rajasthan 302001, India</a:t>
            </a:r>
          </a:p>
        </p:txBody>
      </p:sp>
      <p:sp>
        <p:nvSpPr>
          <p:cNvPr id="6" name="record-evidence-26-1">
            <a:extLst xmlns:a="http://schemas.openxmlformats.org/drawingml/2006/main">
              <a:ext uri="{FF2B5EF4-FFF2-40B4-BE49-F238E27FC236}">
                <a16:creationId xmlns:a16="http://schemas.microsoft.com/office/drawing/2014/main" id="{D34B22B8-6867-42D4-86A2-B3150349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7" name="record-panel-26-2">
            <a:extLst xmlns:a="http://schemas.openxmlformats.org/drawingml/2006/main">
              <a:ext uri="{FF2B5EF4-FFF2-40B4-BE49-F238E27FC236}">
                <a16:creationId xmlns:a16="http://schemas.microsoft.com/office/drawing/2014/main" id="{7235D0DD-18DE-40E3-A76D-282FACC0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6-2">
            <a:extLst xmlns:a="http://schemas.openxmlformats.org/drawingml/2006/main">
              <a:ext uri="{FF2B5EF4-FFF2-40B4-BE49-F238E27FC236}">
                <a16:creationId xmlns:a16="http://schemas.microsoft.com/office/drawing/2014/main" id="{0B1587DB-5A1A-4C60-B2E2-9D73FBFC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TEST-127  |  Permanent Account Number (PAN): KABPK1126W</a:t>
            </a:r>
          </a:p>
        </p:txBody>
      </p:sp>
      <p:sp>
        <p:nvSpPr>
          <p:cNvPr id="9" name="record-person-26-2">
            <a:extLst xmlns:a="http://schemas.openxmlformats.org/drawingml/2006/main">
              <a:ext uri="{FF2B5EF4-FFF2-40B4-BE49-F238E27FC236}">
                <a16:creationId xmlns:a16="http://schemas.microsoft.com/office/drawing/2014/main" id="{A5F73D6D-DB9D-4E81-90DF-430D5848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Nisha Riya Khanna  |  Physical Address: Flat 61, 1291 Ashoka Valley Marg, New Delhi, Delhi 110001, India</a:t>
            </a:r>
          </a:p>
        </p:txBody>
      </p:sp>
      <p:sp>
        <p:nvSpPr>
          <p:cNvPr id="10" name="record-evidence-26-2">
            <a:extLst xmlns:a="http://schemas.openxmlformats.org/drawingml/2006/main">
              <a:ext uri="{FF2B5EF4-FFF2-40B4-BE49-F238E27FC236}">
                <a16:creationId xmlns:a16="http://schemas.microsoft.com/office/drawing/2014/main" id="{9DC8CA21-FED8-4CD4-B27A-CF5EA23C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1" name="record-panel-26-3">
            <a:extLst xmlns:a="http://schemas.openxmlformats.org/drawingml/2006/main">
              <a:ext uri="{FF2B5EF4-FFF2-40B4-BE49-F238E27FC236}">
                <a16:creationId xmlns:a16="http://schemas.microsoft.com/office/drawing/2014/main" id="{E9D062D0-1BBD-45A4-B6E6-8FD1E8DE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6-3">
            <a:extLst xmlns:a="http://schemas.openxmlformats.org/drawingml/2006/main">
              <a:ext uri="{FF2B5EF4-FFF2-40B4-BE49-F238E27FC236}">
                <a16:creationId xmlns:a16="http://schemas.microsoft.com/office/drawing/2014/main" id="{A0DAB601-69CF-4810-BB2E-EBFFEF80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TEST-128  |  Permanent Account Number (PAN): ISHPK1127X</a:t>
            </a:r>
          </a:p>
        </p:txBody>
      </p:sp>
      <p:sp>
        <p:nvSpPr>
          <p:cNvPr id="13" name="record-person-26-3">
            <a:extLst xmlns:a="http://schemas.openxmlformats.org/drawingml/2006/main">
              <a:ext uri="{FF2B5EF4-FFF2-40B4-BE49-F238E27FC236}">
                <a16:creationId xmlns:a16="http://schemas.microsoft.com/office/drawing/2014/main" id="{32899C80-CA42-44E8-B626-F65A1A87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Vihaan Nisha Gupta  |  Physical Address: Flat 62, 1328 Banyan Valley Marg, Hyderabad, Telangana 500001, India</a:t>
            </a:r>
          </a:p>
        </p:txBody>
      </p:sp>
      <p:sp>
        <p:nvSpPr>
          <p:cNvPr id="14" name="record-evidence-26-3">
            <a:extLst xmlns:a="http://schemas.openxmlformats.org/drawingml/2006/main">
              <a:ext uri="{FF2B5EF4-FFF2-40B4-BE49-F238E27FC236}">
                <a16:creationId xmlns:a16="http://schemas.microsoft.com/office/drawing/2014/main" id="{9C0540BD-6012-4C69-B2C6-316431FA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5" name="record-panel-26-4">
            <a:extLst xmlns:a="http://schemas.openxmlformats.org/drawingml/2006/main">
              <a:ext uri="{FF2B5EF4-FFF2-40B4-BE49-F238E27FC236}">
                <a16:creationId xmlns:a16="http://schemas.microsoft.com/office/drawing/2014/main" id="{077E92FE-D45E-4049-AF21-9E40E513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6-4">
            <a:extLst xmlns:a="http://schemas.openxmlformats.org/drawingml/2006/main">
              <a:ext uri="{FF2B5EF4-FFF2-40B4-BE49-F238E27FC236}">
                <a16:creationId xmlns:a16="http://schemas.microsoft.com/office/drawing/2014/main" id="{EA8F84A7-8494-4832-B47D-6225CFFA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TEST-129  |  Permanent Account Number (PAN): ROHPC1128Y</a:t>
            </a:r>
          </a:p>
        </p:txBody>
      </p:sp>
      <p:sp>
        <p:nvSpPr>
          <p:cNvPr id="17" name="record-person-26-4">
            <a:extLst xmlns:a="http://schemas.openxmlformats.org/drawingml/2006/main">
              <a:ext uri="{FF2B5EF4-FFF2-40B4-BE49-F238E27FC236}">
                <a16:creationId xmlns:a16="http://schemas.microsoft.com/office/drawing/2014/main" id="{C0C8FD38-B279-42FC-AF8E-114D2019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Kavya Ishita Saxena  |  Physical Address: Flat 63, 1365 Cauvery Valley Marg, Bengaluru, Karnataka 560001, India</a:t>
            </a:r>
          </a:p>
        </p:txBody>
      </p:sp>
      <p:sp>
        <p:nvSpPr>
          <p:cNvPr id="18" name="record-evidence-26-4">
            <a:extLst xmlns:a="http://schemas.openxmlformats.org/drawingml/2006/main">
              <a:ext uri="{FF2B5EF4-FFF2-40B4-BE49-F238E27FC236}">
                <a16:creationId xmlns:a16="http://schemas.microsoft.com/office/drawing/2014/main" id="{3C886311-5F8F-46F3-8E10-FB937234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9" name="record-panel-26-5">
            <a:extLst xmlns:a="http://schemas.openxmlformats.org/drawingml/2006/main">
              <a:ext uri="{FF2B5EF4-FFF2-40B4-BE49-F238E27FC236}">
                <a16:creationId xmlns:a16="http://schemas.microsoft.com/office/drawing/2014/main" id="{B2A337BC-9724-44BF-B9B6-AA5A7162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6-5">
            <a:extLst xmlns:a="http://schemas.openxmlformats.org/drawingml/2006/main">
              <a:ext uri="{FF2B5EF4-FFF2-40B4-BE49-F238E27FC236}">
                <a16:creationId xmlns:a16="http://schemas.microsoft.com/office/drawing/2014/main" id="{8DE520FD-7103-4051-AA61-8EE96789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TEST-130  |  Permanent Account Number (PAN): MEEPR1129Z</a:t>
            </a:r>
          </a:p>
        </p:txBody>
      </p:sp>
      <p:sp>
        <p:nvSpPr>
          <p:cNvPr id="21" name="record-person-26-5">
            <a:extLst xmlns:a="http://schemas.openxmlformats.org/drawingml/2006/main">
              <a:ext uri="{FF2B5EF4-FFF2-40B4-BE49-F238E27FC236}">
                <a16:creationId xmlns:a16="http://schemas.microsoft.com/office/drawing/2014/main" id="{2768D18F-E1DA-436A-B553-C84C1EF1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Aditya Aadhya Iyer  |  Physical Address: Flat 64, 1402 Gulmohar Valley Marg, Lucknow, Uttar Pradesh 226001, India</a:t>
            </a:r>
          </a:p>
        </p:txBody>
      </p:sp>
      <p:sp>
        <p:nvSpPr>
          <p:cNvPr id="22" name="record-evidence-26-5">
            <a:extLst xmlns:a="http://schemas.openxmlformats.org/drawingml/2006/main">
              <a:ext uri="{FF2B5EF4-FFF2-40B4-BE49-F238E27FC236}">
                <a16:creationId xmlns:a16="http://schemas.microsoft.com/office/drawing/2014/main" id="{2C12A0DC-BA45-41F9-8E4A-1B5D626E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23" name="footer-26">
            <a:extLst xmlns:a="http://schemas.openxmlformats.org/drawingml/2006/main">
              <a:ext uri="{FF2B5EF4-FFF2-40B4-BE49-F238E27FC236}">
                <a16:creationId xmlns:a16="http://schemas.microsoft.com/office/drawing/2014/main" id="{09D5A6FF-83F5-4307-B12A-C6F03AA8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permanent account number (PAN)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9368506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7">
            <a:extLst xmlns:a="http://schemas.openxmlformats.org/drawingml/2006/main">
              <a:ext uri="{FF2B5EF4-FFF2-40B4-BE49-F238E27FC236}">
                <a16:creationId xmlns:a16="http://schemas.microsoft.com/office/drawing/2014/main" id="{4C3A1317-444A-4003-BDD9-730C6EF3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PAN Card Numbers</a:t>
            </a:r>
          </a:p>
        </p:txBody>
      </p:sp>
      <p:sp>
        <p:nvSpPr>
          <p:cNvPr id="2" name="counter-27">
            <a:extLst xmlns:a="http://schemas.openxmlformats.org/drawingml/2006/main">
              <a:ext uri="{FF2B5EF4-FFF2-40B4-BE49-F238E27FC236}">
                <a16:creationId xmlns:a16="http://schemas.microsoft.com/office/drawing/2014/main" id="{B0578BF2-223E-43A5-A34C-ED630A85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131-135 of 150</a:t>
            </a:r>
          </a:p>
        </p:txBody>
      </p:sp>
      <p:sp>
        <p:nvSpPr>
          <p:cNvPr id="3" name="record-panel-27-1">
            <a:extLst xmlns:a="http://schemas.openxmlformats.org/drawingml/2006/main">
              <a:ext uri="{FF2B5EF4-FFF2-40B4-BE49-F238E27FC236}">
                <a16:creationId xmlns:a16="http://schemas.microsoft.com/office/drawing/2014/main" id="{8DC7B9EF-0313-4AFC-8047-D726AD4E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7-1">
            <a:extLst xmlns:a="http://schemas.openxmlformats.org/drawingml/2006/main">
              <a:ext uri="{FF2B5EF4-FFF2-40B4-BE49-F238E27FC236}">
                <a16:creationId xmlns:a16="http://schemas.microsoft.com/office/drawing/2014/main" id="{B275D4C1-D483-4A43-8BEF-38B9C094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TEST-131  |  Permanent Account Number (PAN): ADIPS1130A</a:t>
            </a:r>
          </a:p>
        </p:txBody>
      </p:sp>
      <p:sp>
        <p:nvSpPr>
          <p:cNvPr id="5" name="record-person-27-1">
            <a:extLst xmlns:a="http://schemas.openxmlformats.org/drawingml/2006/main">
              <a:ext uri="{FF2B5EF4-FFF2-40B4-BE49-F238E27FC236}">
                <a16:creationId xmlns:a16="http://schemas.microsoft.com/office/drawing/2014/main" id="{60F83269-118A-4BA9-A948-2D0D109A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Meera Riya Sethi  |  Physical Address: Flat 65, 1439 Jasmine Valley Marg, Kolkata, West Bengal 700001, India</a:t>
            </a:r>
          </a:p>
        </p:txBody>
      </p:sp>
      <p:sp>
        <p:nvSpPr>
          <p:cNvPr id="6" name="record-evidence-27-1">
            <a:extLst xmlns:a="http://schemas.openxmlformats.org/drawingml/2006/main">
              <a:ext uri="{FF2B5EF4-FFF2-40B4-BE49-F238E27FC236}">
                <a16:creationId xmlns:a16="http://schemas.microsoft.com/office/drawing/2014/main" id="{A6E8DF8A-E05F-4B4A-A7AA-DA1FE9A6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7" name="record-panel-27-2">
            <a:extLst xmlns:a="http://schemas.openxmlformats.org/drawingml/2006/main">
              <a:ext uri="{FF2B5EF4-FFF2-40B4-BE49-F238E27FC236}">
                <a16:creationId xmlns:a16="http://schemas.microsoft.com/office/drawing/2014/main" id="{08EE8DB7-037C-4D83-B72D-6E90EF64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7-2">
            <a:extLst xmlns:a="http://schemas.openxmlformats.org/drawingml/2006/main">
              <a:ext uri="{FF2B5EF4-FFF2-40B4-BE49-F238E27FC236}">
                <a16:creationId xmlns:a16="http://schemas.microsoft.com/office/drawing/2014/main" id="{0D102CBB-FA90-4E9B-8C78-FCB3E05A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TEST-132  |  Permanent Account Number (PAN): KAVPR1131B</a:t>
            </a:r>
          </a:p>
        </p:txBody>
      </p:sp>
      <p:sp>
        <p:nvSpPr>
          <p:cNvPr id="9" name="record-person-27-2">
            <a:extLst xmlns:a="http://schemas.openxmlformats.org/drawingml/2006/main">
              <a:ext uri="{FF2B5EF4-FFF2-40B4-BE49-F238E27FC236}">
                <a16:creationId xmlns:a16="http://schemas.microsoft.com/office/drawing/2014/main" id="{1D0D1DE6-E59C-4113-A7DF-C120CE12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Rohan Nisha Joshi  |  Physical Address: Flat 66, 1476 Kaveri Valley Marg, Kochi, Kerala 682001, India</a:t>
            </a:r>
          </a:p>
        </p:txBody>
      </p:sp>
      <p:sp>
        <p:nvSpPr>
          <p:cNvPr id="10" name="record-evidence-27-2">
            <a:extLst xmlns:a="http://schemas.openxmlformats.org/drawingml/2006/main">
              <a:ext uri="{FF2B5EF4-FFF2-40B4-BE49-F238E27FC236}">
                <a16:creationId xmlns:a16="http://schemas.microsoft.com/office/drawing/2014/main" id="{70EC7E8F-302D-443B-90F3-85489083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1" name="record-panel-27-3">
            <a:extLst xmlns:a="http://schemas.openxmlformats.org/drawingml/2006/main">
              <a:ext uri="{FF2B5EF4-FFF2-40B4-BE49-F238E27FC236}">
                <a16:creationId xmlns:a16="http://schemas.microsoft.com/office/drawing/2014/main" id="{2C1853E4-EF5C-4AF0-B464-39A112B3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7-3">
            <a:extLst xmlns:a="http://schemas.openxmlformats.org/drawingml/2006/main">
              <a:ext uri="{FF2B5EF4-FFF2-40B4-BE49-F238E27FC236}">
                <a16:creationId xmlns:a16="http://schemas.microsoft.com/office/drawing/2014/main" id="{72294EEC-4CEE-43B4-BF82-9BEC353C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TEST-133  |  Permanent Account Number (PAN): VIHPM1132C</a:t>
            </a:r>
          </a:p>
        </p:txBody>
      </p:sp>
      <p:sp>
        <p:nvSpPr>
          <p:cNvPr id="13" name="record-person-27-3">
            <a:extLst xmlns:a="http://schemas.openxmlformats.org/drawingml/2006/main">
              <a:ext uri="{FF2B5EF4-FFF2-40B4-BE49-F238E27FC236}">
                <a16:creationId xmlns:a16="http://schemas.microsoft.com/office/drawing/2014/main" id="{2827C90A-5009-4EFC-A728-BA19D18C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Ishita Rahul Verma  |  Physical Address: Flat 67, 1513 Lotus Valley Marg, Pune, Maharashtra 411001, India</a:t>
            </a:r>
          </a:p>
        </p:txBody>
      </p:sp>
      <p:sp>
        <p:nvSpPr>
          <p:cNvPr id="14" name="record-evidence-27-3">
            <a:extLst xmlns:a="http://schemas.openxmlformats.org/drawingml/2006/main">
              <a:ext uri="{FF2B5EF4-FFF2-40B4-BE49-F238E27FC236}">
                <a16:creationId xmlns:a16="http://schemas.microsoft.com/office/drawing/2014/main" id="{BA74B007-3B3D-4356-A3A7-064D04A6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5" name="record-panel-27-4">
            <a:extLst xmlns:a="http://schemas.openxmlformats.org/drawingml/2006/main">
              <a:ext uri="{FF2B5EF4-FFF2-40B4-BE49-F238E27FC236}">
                <a16:creationId xmlns:a16="http://schemas.microsoft.com/office/drawing/2014/main" id="{80CA719B-9D43-4599-A7F5-D3D9469A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7-4">
            <a:extLst xmlns:a="http://schemas.openxmlformats.org/drawingml/2006/main">
              <a:ext uri="{FF2B5EF4-FFF2-40B4-BE49-F238E27FC236}">
                <a16:creationId xmlns:a16="http://schemas.microsoft.com/office/drawing/2014/main" id="{5668F15C-F4AC-4248-8547-05411ED2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TEST-134  |  Permanent Account Number (PAN): NISPS1133D</a:t>
            </a:r>
          </a:p>
        </p:txBody>
      </p:sp>
      <p:sp>
        <p:nvSpPr>
          <p:cNvPr id="17" name="record-person-27-4">
            <a:extLst xmlns:a="http://schemas.openxmlformats.org/drawingml/2006/main">
              <a:ext uri="{FF2B5EF4-FFF2-40B4-BE49-F238E27FC236}">
                <a16:creationId xmlns:a16="http://schemas.microsoft.com/office/drawing/2014/main" id="{80B0C8C1-EDF0-4CC8-9BB9-1812715E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Kabir Aadhya Bhatia  |  Physical Address: Flat 68, 1550 Mango Valley Marg, Mumbai, Maharashtra 400001, India</a:t>
            </a:r>
          </a:p>
        </p:txBody>
      </p:sp>
      <p:sp>
        <p:nvSpPr>
          <p:cNvPr id="18" name="record-evidence-27-4">
            <a:extLst xmlns:a="http://schemas.openxmlformats.org/drawingml/2006/main">
              <a:ext uri="{FF2B5EF4-FFF2-40B4-BE49-F238E27FC236}">
                <a16:creationId xmlns:a16="http://schemas.microsoft.com/office/drawing/2014/main" id="{BD90D29C-C8C9-4238-B495-B13CD4E0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9" name="record-panel-27-5">
            <a:extLst xmlns:a="http://schemas.openxmlformats.org/drawingml/2006/main">
              <a:ext uri="{FF2B5EF4-FFF2-40B4-BE49-F238E27FC236}">
                <a16:creationId xmlns:a16="http://schemas.microsoft.com/office/drawing/2014/main" id="{8F9CD8DC-4C40-478D-9C20-B73BCAF6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7-5">
            <a:extLst xmlns:a="http://schemas.openxmlformats.org/drawingml/2006/main">
              <a:ext uri="{FF2B5EF4-FFF2-40B4-BE49-F238E27FC236}">
                <a16:creationId xmlns:a16="http://schemas.microsoft.com/office/drawing/2014/main" id="{D2B2C773-286C-498A-8EFE-EFFE2743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TEST-135  |  Permanent Account Number (PAN): RAHPM1134E</a:t>
            </a:r>
          </a:p>
        </p:txBody>
      </p:sp>
      <p:sp>
        <p:nvSpPr>
          <p:cNvPr id="21" name="record-person-27-5">
            <a:extLst xmlns:a="http://schemas.openxmlformats.org/drawingml/2006/main">
              <a:ext uri="{FF2B5EF4-FFF2-40B4-BE49-F238E27FC236}">
                <a16:creationId xmlns:a16="http://schemas.microsoft.com/office/drawing/2014/main" id="{AF95D590-4808-4B30-88E8-507BCDF7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Diya Riya Gupta  |  Physical Address: Flat 69, 1587 Narmada Valley Marg, Ahmedabad, Gujarat 380001, India</a:t>
            </a:r>
          </a:p>
        </p:txBody>
      </p:sp>
      <p:sp>
        <p:nvSpPr>
          <p:cNvPr id="22" name="record-evidence-27-5">
            <a:extLst xmlns:a="http://schemas.openxmlformats.org/drawingml/2006/main">
              <a:ext uri="{FF2B5EF4-FFF2-40B4-BE49-F238E27FC236}">
                <a16:creationId xmlns:a16="http://schemas.microsoft.com/office/drawing/2014/main" id="{13E481A6-50F4-481F-A228-43804F52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23" name="footer-27">
            <a:extLst xmlns:a="http://schemas.openxmlformats.org/drawingml/2006/main">
              <a:ext uri="{FF2B5EF4-FFF2-40B4-BE49-F238E27FC236}">
                <a16:creationId xmlns:a16="http://schemas.microsoft.com/office/drawing/2014/main" id="{E1B05027-902C-4520-905C-093BE568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permanent account number (PAN)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776241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8">
            <a:extLst xmlns:a="http://schemas.openxmlformats.org/drawingml/2006/main">
              <a:ext uri="{FF2B5EF4-FFF2-40B4-BE49-F238E27FC236}">
                <a16:creationId xmlns:a16="http://schemas.microsoft.com/office/drawing/2014/main" id="{60DC260C-DD19-45C9-B06B-A2669C2B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PAN Card Numbers</a:t>
            </a:r>
          </a:p>
        </p:txBody>
      </p:sp>
      <p:sp>
        <p:nvSpPr>
          <p:cNvPr id="2" name="counter-28">
            <a:extLst xmlns:a="http://schemas.openxmlformats.org/drawingml/2006/main">
              <a:ext uri="{FF2B5EF4-FFF2-40B4-BE49-F238E27FC236}">
                <a16:creationId xmlns:a16="http://schemas.microsoft.com/office/drawing/2014/main" id="{C1B000C0-D397-4E67-8E9D-89C77124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136-140 of 150</a:t>
            </a:r>
          </a:p>
        </p:txBody>
      </p:sp>
      <p:sp>
        <p:nvSpPr>
          <p:cNvPr id="3" name="record-panel-28-1">
            <a:extLst xmlns:a="http://schemas.openxmlformats.org/drawingml/2006/main">
              <a:ext uri="{FF2B5EF4-FFF2-40B4-BE49-F238E27FC236}">
                <a16:creationId xmlns:a16="http://schemas.microsoft.com/office/drawing/2014/main" id="{657EFC5B-AFAA-4277-90A0-6BD4F4C1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8-1">
            <a:extLst xmlns:a="http://schemas.openxmlformats.org/drawingml/2006/main">
              <a:ext uri="{FF2B5EF4-FFF2-40B4-BE49-F238E27FC236}">
                <a16:creationId xmlns:a16="http://schemas.microsoft.com/office/drawing/2014/main" id="{74E73B35-A5DE-4A3E-97B7-142E3D7E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TEST-136  |  Permanent Account Number (PAN): PRIPK1135F</a:t>
            </a:r>
          </a:p>
        </p:txBody>
      </p:sp>
      <p:sp>
        <p:nvSpPr>
          <p:cNvPr id="5" name="record-person-28-1">
            <a:extLst xmlns:a="http://schemas.openxmlformats.org/drawingml/2006/main">
              <a:ext uri="{FF2B5EF4-FFF2-40B4-BE49-F238E27FC236}">
                <a16:creationId xmlns:a16="http://schemas.microsoft.com/office/drawing/2014/main" id="{6128745F-6647-40EB-A03A-F40F263E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Arjun Nisha Saxena  |  Physical Address: Flat 70, 1624 Peepal Valley Marg, Chennai, Tamil Nadu 600001, India</a:t>
            </a:r>
          </a:p>
        </p:txBody>
      </p:sp>
      <p:sp>
        <p:nvSpPr>
          <p:cNvPr id="6" name="record-evidence-28-1">
            <a:extLst xmlns:a="http://schemas.openxmlformats.org/drawingml/2006/main">
              <a:ext uri="{FF2B5EF4-FFF2-40B4-BE49-F238E27FC236}">
                <a16:creationId xmlns:a16="http://schemas.microsoft.com/office/drawing/2014/main" id="{55E2EA05-A98D-4594-AC29-D13AC367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7" name="record-panel-28-2">
            <a:extLst xmlns:a="http://schemas.openxmlformats.org/drawingml/2006/main">
              <a:ext uri="{FF2B5EF4-FFF2-40B4-BE49-F238E27FC236}">
                <a16:creationId xmlns:a16="http://schemas.microsoft.com/office/drawing/2014/main" id="{DDC1C4D2-1C1C-4DA5-A3E2-F647DD82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8-2">
            <a:extLst xmlns:a="http://schemas.openxmlformats.org/drawingml/2006/main">
              <a:ext uri="{FF2B5EF4-FFF2-40B4-BE49-F238E27FC236}">
                <a16:creationId xmlns:a16="http://schemas.microsoft.com/office/drawing/2014/main" id="{029FE40A-EB18-4DD3-AC14-37090003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TEST-137  |  Permanent Account Number (PAN): KARPS1136G</a:t>
            </a:r>
          </a:p>
        </p:txBody>
      </p:sp>
      <p:sp>
        <p:nvSpPr>
          <p:cNvPr id="9" name="record-person-28-2">
            <a:extLst xmlns:a="http://schemas.openxmlformats.org/drawingml/2006/main">
              <a:ext uri="{FF2B5EF4-FFF2-40B4-BE49-F238E27FC236}">
                <a16:creationId xmlns:a16="http://schemas.microsoft.com/office/drawing/2014/main" id="{68751332-CB29-41CC-B2DA-4C641100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Ananya Ishita Iyer  |  Physical Address: Flat 71, 1661 Saffron Valley Marg, Chandigarh, Chandigarh 160017, India</a:t>
            </a:r>
          </a:p>
        </p:txBody>
      </p:sp>
      <p:sp>
        <p:nvSpPr>
          <p:cNvPr id="10" name="record-evidence-28-2">
            <a:extLst xmlns:a="http://schemas.openxmlformats.org/drawingml/2006/main">
              <a:ext uri="{FF2B5EF4-FFF2-40B4-BE49-F238E27FC236}">
                <a16:creationId xmlns:a16="http://schemas.microsoft.com/office/drawing/2014/main" id="{27EF6872-9C89-4D46-AA88-C3F66CB3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1" name="record-panel-28-3">
            <a:extLst xmlns:a="http://schemas.openxmlformats.org/drawingml/2006/main">
              <a:ext uri="{FF2B5EF4-FFF2-40B4-BE49-F238E27FC236}">
                <a16:creationId xmlns:a16="http://schemas.microsoft.com/office/drawing/2014/main" id="{1270676C-4E5C-4CF9-BB97-7933F5E9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8-3">
            <a:extLst xmlns:a="http://schemas.openxmlformats.org/drawingml/2006/main">
              <a:ext uri="{FF2B5EF4-FFF2-40B4-BE49-F238E27FC236}">
                <a16:creationId xmlns:a16="http://schemas.microsoft.com/office/drawing/2014/main" id="{D1F60C60-D6AE-4FAD-91E6-DA9038FF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TEST-138  |  Permanent Account Number (PAN): NEHPG1137H</a:t>
            </a:r>
          </a:p>
        </p:txBody>
      </p:sp>
      <p:sp>
        <p:nvSpPr>
          <p:cNvPr id="13" name="record-person-28-3">
            <a:extLst xmlns:a="http://schemas.openxmlformats.org/drawingml/2006/main">
              <a:ext uri="{FF2B5EF4-FFF2-40B4-BE49-F238E27FC236}">
                <a16:creationId xmlns:a16="http://schemas.microsoft.com/office/drawing/2014/main" id="{B4047A62-C432-42F2-91C1-88E010F0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Vivaan Aadhya Arora  |  Physical Address: Flat 72, 1698 Yamuna Valley Marg, Jaipur, Rajasthan 302001, India</a:t>
            </a:r>
          </a:p>
        </p:txBody>
      </p:sp>
      <p:sp>
        <p:nvSpPr>
          <p:cNvPr id="14" name="record-evidence-28-3">
            <a:extLst xmlns:a="http://schemas.openxmlformats.org/drawingml/2006/main">
              <a:ext uri="{FF2B5EF4-FFF2-40B4-BE49-F238E27FC236}">
                <a16:creationId xmlns:a16="http://schemas.microsoft.com/office/drawing/2014/main" id="{19E76FA1-8E66-4F4B-A835-9C5BD9BB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5" name="record-panel-28-4">
            <a:extLst xmlns:a="http://schemas.openxmlformats.org/drawingml/2006/main">
              <a:ext uri="{FF2B5EF4-FFF2-40B4-BE49-F238E27FC236}">
                <a16:creationId xmlns:a16="http://schemas.microsoft.com/office/drawing/2014/main" id="{838F2DC9-7AF9-4283-81ED-9D051892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8-4">
            <a:extLst xmlns:a="http://schemas.openxmlformats.org/drawingml/2006/main">
              <a:ext uri="{FF2B5EF4-FFF2-40B4-BE49-F238E27FC236}">
                <a16:creationId xmlns:a16="http://schemas.microsoft.com/office/drawing/2014/main" id="{8825E3DF-062D-4293-936B-0B18FDCA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TEST-139  |  Permanent Account Number (PAN): AMAPJ1138I</a:t>
            </a:r>
          </a:p>
        </p:txBody>
      </p:sp>
      <p:sp>
        <p:nvSpPr>
          <p:cNvPr id="17" name="record-person-28-4">
            <a:extLst xmlns:a="http://schemas.openxmlformats.org/drawingml/2006/main">
              <a:ext uri="{FF2B5EF4-FFF2-40B4-BE49-F238E27FC236}">
                <a16:creationId xmlns:a16="http://schemas.microsoft.com/office/drawing/2014/main" id="{EB643C6E-27D6-4761-AF31-711CB51F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Aadhya Riya Joshi  |  Physical Address: Flat 1, 1735 Ashoka Enclave Avenue, New Delhi, Delhi 110001, India</a:t>
            </a:r>
          </a:p>
        </p:txBody>
      </p:sp>
      <p:sp>
        <p:nvSpPr>
          <p:cNvPr id="18" name="record-evidence-28-4">
            <a:extLst xmlns:a="http://schemas.openxmlformats.org/drawingml/2006/main">
              <a:ext uri="{FF2B5EF4-FFF2-40B4-BE49-F238E27FC236}">
                <a16:creationId xmlns:a16="http://schemas.microsoft.com/office/drawing/2014/main" id="{E3BC1643-2D16-4232-8EE6-A55F4BE1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9" name="record-panel-28-5">
            <a:extLst xmlns:a="http://schemas.openxmlformats.org/drawingml/2006/main">
              <a:ext uri="{FF2B5EF4-FFF2-40B4-BE49-F238E27FC236}">
                <a16:creationId xmlns:a16="http://schemas.microsoft.com/office/drawing/2014/main" id="{0EFE75F0-09D8-40AB-A759-3806B35E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8-5">
            <a:extLst xmlns:a="http://schemas.openxmlformats.org/drawingml/2006/main">
              <a:ext uri="{FF2B5EF4-FFF2-40B4-BE49-F238E27FC236}">
                <a16:creationId xmlns:a16="http://schemas.microsoft.com/office/drawing/2014/main" id="{8558163E-87EA-499A-BEFA-9CCB30C7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TEST-140  |  Permanent Account Number (PAN): RIYPS1139J</a:t>
            </a:r>
          </a:p>
        </p:txBody>
      </p:sp>
      <p:sp>
        <p:nvSpPr>
          <p:cNvPr id="21" name="record-person-28-5">
            <a:extLst xmlns:a="http://schemas.openxmlformats.org/drawingml/2006/main">
              <a:ext uri="{FF2B5EF4-FFF2-40B4-BE49-F238E27FC236}">
                <a16:creationId xmlns:a16="http://schemas.microsoft.com/office/drawing/2014/main" id="{622D7B9C-865D-434B-9FC1-8BB2BF42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Aarav Nisha Verma  |  Physical Address: Flat 2, 1772 Banyan Enclave Avenue, Hyderabad, Telangana 500001, India</a:t>
            </a:r>
          </a:p>
        </p:txBody>
      </p:sp>
      <p:sp>
        <p:nvSpPr>
          <p:cNvPr id="22" name="record-evidence-28-5">
            <a:extLst xmlns:a="http://schemas.openxmlformats.org/drawingml/2006/main">
              <a:ext uri="{FF2B5EF4-FFF2-40B4-BE49-F238E27FC236}">
                <a16:creationId xmlns:a16="http://schemas.microsoft.com/office/drawing/2014/main" id="{36E7AF6B-BFAD-4E3D-8684-79A63EDB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23" name="footer-28">
            <a:extLst xmlns:a="http://schemas.openxmlformats.org/drawingml/2006/main">
              <a:ext uri="{FF2B5EF4-FFF2-40B4-BE49-F238E27FC236}">
                <a16:creationId xmlns:a16="http://schemas.microsoft.com/office/drawing/2014/main" id="{B2A94472-62CB-41C8-81E3-48859B68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permanent account number (PAN)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81175137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9">
            <a:extLst xmlns:a="http://schemas.openxmlformats.org/drawingml/2006/main">
              <a:ext uri="{FF2B5EF4-FFF2-40B4-BE49-F238E27FC236}">
                <a16:creationId xmlns:a16="http://schemas.microsoft.com/office/drawing/2014/main" id="{C837C5CD-ABA3-4F43-8322-F893268F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PAN Card Numbers</a:t>
            </a:r>
          </a:p>
        </p:txBody>
      </p:sp>
      <p:sp>
        <p:nvSpPr>
          <p:cNvPr id="2" name="counter-29">
            <a:extLst xmlns:a="http://schemas.openxmlformats.org/drawingml/2006/main">
              <a:ext uri="{FF2B5EF4-FFF2-40B4-BE49-F238E27FC236}">
                <a16:creationId xmlns:a16="http://schemas.microsoft.com/office/drawing/2014/main" id="{5A880E3B-BC1F-4A9F-8128-9F266B46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141-145 of 150</a:t>
            </a:r>
          </a:p>
        </p:txBody>
      </p:sp>
      <p:sp>
        <p:nvSpPr>
          <p:cNvPr id="3" name="record-panel-29-1">
            <a:extLst xmlns:a="http://schemas.openxmlformats.org/drawingml/2006/main">
              <a:ext uri="{FF2B5EF4-FFF2-40B4-BE49-F238E27FC236}">
                <a16:creationId xmlns:a16="http://schemas.microsoft.com/office/drawing/2014/main" id="{971E5612-9AFE-4390-9B09-45D4BF9F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9-1">
            <a:extLst xmlns:a="http://schemas.openxmlformats.org/drawingml/2006/main">
              <a:ext uri="{FF2B5EF4-FFF2-40B4-BE49-F238E27FC236}">
                <a16:creationId xmlns:a16="http://schemas.microsoft.com/office/drawing/2014/main" id="{FD06F804-7B65-4720-91E4-E38FBE18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TEST-141  |  Permanent Account Number (PAN): DEVPV1140K</a:t>
            </a:r>
          </a:p>
        </p:txBody>
      </p:sp>
      <p:sp>
        <p:nvSpPr>
          <p:cNvPr id="5" name="record-person-29-1">
            <a:extLst xmlns:a="http://schemas.openxmlformats.org/drawingml/2006/main">
              <a:ext uri="{FF2B5EF4-FFF2-40B4-BE49-F238E27FC236}">
                <a16:creationId xmlns:a16="http://schemas.microsoft.com/office/drawing/2014/main" id="{6011445B-D33F-4F6F-BF0F-B791355F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Simran Kabir Bhatia  |  Physical Address: Flat 3, 1809 Cauvery Enclave Avenue, Bengaluru, Karnataka 560001, India</a:t>
            </a:r>
          </a:p>
        </p:txBody>
      </p:sp>
      <p:sp>
        <p:nvSpPr>
          <p:cNvPr id="6" name="record-evidence-29-1">
            <a:extLst xmlns:a="http://schemas.openxmlformats.org/drawingml/2006/main">
              <a:ext uri="{FF2B5EF4-FFF2-40B4-BE49-F238E27FC236}">
                <a16:creationId xmlns:a16="http://schemas.microsoft.com/office/drawing/2014/main" id="{E62F799C-58BE-4636-B58C-A6547124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7" name="record-panel-29-2">
            <a:extLst xmlns:a="http://schemas.openxmlformats.org/drawingml/2006/main">
              <a:ext uri="{FF2B5EF4-FFF2-40B4-BE49-F238E27FC236}">
                <a16:creationId xmlns:a16="http://schemas.microsoft.com/office/drawing/2014/main" id="{F8D7843E-433C-4425-AA88-2F65A238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9-2">
            <a:extLst xmlns:a="http://schemas.openxmlformats.org/drawingml/2006/main">
              <a:ext uri="{FF2B5EF4-FFF2-40B4-BE49-F238E27FC236}">
                <a16:creationId xmlns:a16="http://schemas.microsoft.com/office/drawing/2014/main" id="{82026D6E-C3F0-49EB-BE6B-FA7E3865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TEST-142  |  Permanent Account Number (PAN): TARPI1141L</a:t>
            </a:r>
          </a:p>
        </p:txBody>
      </p:sp>
      <p:sp>
        <p:nvSpPr>
          <p:cNvPr id="9" name="record-person-29-2">
            <a:extLst xmlns:a="http://schemas.openxmlformats.org/drawingml/2006/main">
              <a:ext uri="{FF2B5EF4-FFF2-40B4-BE49-F238E27FC236}">
                <a16:creationId xmlns:a16="http://schemas.microsoft.com/office/drawing/2014/main" id="{35D0E419-B91A-4A40-B254-4D8B847E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Sahil Aarav Mehta  |  Physical Address: Flat 4, 1846 Gulmohar Enclave Avenue, Lucknow, Uttar Pradesh 226001, India</a:t>
            </a:r>
          </a:p>
        </p:txBody>
      </p:sp>
      <p:sp>
        <p:nvSpPr>
          <p:cNvPr id="10" name="record-evidence-29-2">
            <a:extLst xmlns:a="http://schemas.openxmlformats.org/drawingml/2006/main">
              <a:ext uri="{FF2B5EF4-FFF2-40B4-BE49-F238E27FC236}">
                <a16:creationId xmlns:a16="http://schemas.microsoft.com/office/drawing/2014/main" id="{70D312A5-DC71-43D4-969C-C24CC56C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1" name="record-panel-29-3">
            <a:extLst xmlns:a="http://schemas.openxmlformats.org/drawingml/2006/main">
              <a:ext uri="{FF2B5EF4-FFF2-40B4-BE49-F238E27FC236}">
                <a16:creationId xmlns:a16="http://schemas.microsoft.com/office/drawing/2014/main" id="{EB717EC4-5C34-432D-98B1-7CC57DB3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9-3">
            <a:extLst xmlns:a="http://schemas.openxmlformats.org/drawingml/2006/main">
              <a:ext uri="{FF2B5EF4-FFF2-40B4-BE49-F238E27FC236}">
                <a16:creationId xmlns:a16="http://schemas.microsoft.com/office/drawing/2014/main" id="{B6543ED7-82CF-43BB-A638-C1F7490F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TEST-143  |  Permanent Account Number (PAN): SAHPB1142M</a:t>
            </a:r>
          </a:p>
        </p:txBody>
      </p:sp>
      <p:sp>
        <p:nvSpPr>
          <p:cNvPr id="13" name="record-person-29-3">
            <a:extLst xmlns:a="http://schemas.openxmlformats.org/drawingml/2006/main">
              <a:ext uri="{FF2B5EF4-FFF2-40B4-BE49-F238E27FC236}">
                <a16:creationId xmlns:a16="http://schemas.microsoft.com/office/drawing/2014/main" id="{AE5FED7F-5E53-42C7-A60C-43C000E6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Tara Aman Saxena  |  Physical Address: Flat 5, 1883 Jasmine Enclave Avenue, Kolkata, West Bengal 700001, India</a:t>
            </a:r>
          </a:p>
        </p:txBody>
      </p:sp>
      <p:sp>
        <p:nvSpPr>
          <p:cNvPr id="14" name="record-evidence-29-3">
            <a:extLst xmlns:a="http://schemas.openxmlformats.org/drawingml/2006/main">
              <a:ext uri="{FF2B5EF4-FFF2-40B4-BE49-F238E27FC236}">
                <a16:creationId xmlns:a16="http://schemas.microsoft.com/office/drawing/2014/main" id="{EDDEFCAD-8E88-4E05-8BB3-8E4C3545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5" name="record-panel-29-4">
            <a:extLst xmlns:a="http://schemas.openxmlformats.org/drawingml/2006/main">
              <a:ext uri="{FF2B5EF4-FFF2-40B4-BE49-F238E27FC236}">
                <a16:creationId xmlns:a16="http://schemas.microsoft.com/office/drawing/2014/main" id="{9C6D05E7-5CFE-4D06-BC02-BF27CD29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9-4">
            <a:extLst xmlns:a="http://schemas.openxmlformats.org/drawingml/2006/main">
              <a:ext uri="{FF2B5EF4-FFF2-40B4-BE49-F238E27FC236}">
                <a16:creationId xmlns:a16="http://schemas.microsoft.com/office/drawing/2014/main" id="{DEB69764-4384-41D3-83F6-05629923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TEST-144  |  Permanent Account Number (PAN): SIMPA1143N</a:t>
            </a:r>
          </a:p>
        </p:txBody>
      </p:sp>
      <p:sp>
        <p:nvSpPr>
          <p:cNvPr id="17" name="record-person-29-4">
            <a:extLst xmlns:a="http://schemas.openxmlformats.org/drawingml/2006/main">
              <a:ext uri="{FF2B5EF4-FFF2-40B4-BE49-F238E27FC236}">
                <a16:creationId xmlns:a16="http://schemas.microsoft.com/office/drawing/2014/main" id="{36A766BD-6B90-4492-97B0-995FBFB7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Dev Vihaan Iyer  |  Physical Address: Flat 6, 1920 Kaveri Enclave Avenue, Kochi, Kerala 682001, India</a:t>
            </a:r>
          </a:p>
        </p:txBody>
      </p:sp>
      <p:sp>
        <p:nvSpPr>
          <p:cNvPr id="18" name="record-evidence-29-4">
            <a:extLst xmlns:a="http://schemas.openxmlformats.org/drawingml/2006/main">
              <a:ext uri="{FF2B5EF4-FFF2-40B4-BE49-F238E27FC236}">
                <a16:creationId xmlns:a16="http://schemas.microsoft.com/office/drawing/2014/main" id="{2675E1B8-B6C5-479B-9550-E8C177A5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9" name="record-panel-29-5">
            <a:extLst xmlns:a="http://schemas.openxmlformats.org/drawingml/2006/main">
              <a:ext uri="{FF2B5EF4-FFF2-40B4-BE49-F238E27FC236}">
                <a16:creationId xmlns:a16="http://schemas.microsoft.com/office/drawing/2014/main" id="{B68E3E61-9EA4-4574-84F2-7652508F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9-5">
            <a:extLst xmlns:a="http://schemas.openxmlformats.org/drawingml/2006/main">
              <a:ext uri="{FF2B5EF4-FFF2-40B4-BE49-F238E27FC236}">
                <a16:creationId xmlns:a16="http://schemas.microsoft.com/office/drawing/2014/main" id="{6103E395-B41A-41A3-9A83-A247E5A2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TEST-145  |  Permanent Account Number (PAN): AARPK1144O</a:t>
            </a:r>
          </a:p>
        </p:txBody>
      </p:sp>
      <p:sp>
        <p:nvSpPr>
          <p:cNvPr id="21" name="record-person-29-5">
            <a:extLst xmlns:a="http://schemas.openxmlformats.org/drawingml/2006/main">
              <a:ext uri="{FF2B5EF4-FFF2-40B4-BE49-F238E27FC236}">
                <a16:creationId xmlns:a16="http://schemas.microsoft.com/office/drawing/2014/main" id="{9F5183FF-9E55-45AA-8335-BC4AB1F0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Riya Kabir Arora  |  Physical Address: Flat 7, 1957 Lotus Enclave Avenue, Pune, Maharashtra 411001, India</a:t>
            </a:r>
          </a:p>
        </p:txBody>
      </p:sp>
      <p:sp>
        <p:nvSpPr>
          <p:cNvPr id="22" name="record-evidence-29-5">
            <a:extLst xmlns:a="http://schemas.openxmlformats.org/drawingml/2006/main">
              <a:ext uri="{FF2B5EF4-FFF2-40B4-BE49-F238E27FC236}">
                <a16:creationId xmlns:a16="http://schemas.microsoft.com/office/drawing/2014/main" id="{742D40E7-AC2B-49B9-9890-8D1CBDEE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23" name="footer-29">
            <a:extLst xmlns:a="http://schemas.openxmlformats.org/drawingml/2006/main">
              <a:ext uri="{FF2B5EF4-FFF2-40B4-BE49-F238E27FC236}">
                <a16:creationId xmlns:a16="http://schemas.microsoft.com/office/drawing/2014/main" id="{625B3050-BBB0-4EA6-B748-FAB545DB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permanent account number (PAN)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07901702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852C09B6-E148-47DC-BD80-97ADA77B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Indian PAN Card Numbers</a:t>
            </a:r>
          </a:p>
        </p:txBody>
      </p:sp>
      <p:sp>
        <p:nvSpPr>
          <p:cNvPr id="2" name="counter-30">
            <a:extLst xmlns:a="http://schemas.openxmlformats.org/drawingml/2006/main">
              <a:ext uri="{FF2B5EF4-FFF2-40B4-BE49-F238E27FC236}">
                <a16:creationId xmlns:a16="http://schemas.microsoft.com/office/drawing/2014/main" id="{35FB5310-59AC-490D-869E-883E4426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146-150 of 150</a:t>
            </a:r>
          </a:p>
        </p:txBody>
      </p:sp>
      <p:sp>
        <p:nvSpPr>
          <p:cNvPr id="3" name="record-panel-30-1">
            <a:extLst xmlns:a="http://schemas.openxmlformats.org/drawingml/2006/main">
              <a:ext uri="{FF2B5EF4-FFF2-40B4-BE49-F238E27FC236}">
                <a16:creationId xmlns:a16="http://schemas.microsoft.com/office/drawing/2014/main" id="{E4EE35BE-45D0-4DEE-9A08-044FFC22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0-1">
            <a:extLst xmlns:a="http://schemas.openxmlformats.org/drawingml/2006/main">
              <a:ext uri="{FF2B5EF4-FFF2-40B4-BE49-F238E27FC236}">
                <a16:creationId xmlns:a16="http://schemas.microsoft.com/office/drawing/2014/main" id="{5C27DF0E-ACD2-4E95-B8E1-C57E82A5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TEST-146  |  Permanent Account Number (PAN): AADPC1145P</a:t>
            </a:r>
          </a:p>
        </p:txBody>
      </p:sp>
      <p:sp>
        <p:nvSpPr>
          <p:cNvPr id="5" name="record-person-30-1">
            <a:extLst xmlns:a="http://schemas.openxmlformats.org/drawingml/2006/main">
              <a:ext uri="{FF2B5EF4-FFF2-40B4-BE49-F238E27FC236}">
                <a16:creationId xmlns:a16="http://schemas.microsoft.com/office/drawing/2014/main" id="{2A6D275A-AC7B-445D-913B-E686F0A3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Aman Aarav Bose  |  Physical Address: Flat 8, 1994 Mango Enclave Avenue, Mumbai, Maharashtra 400001, India</a:t>
            </a:r>
          </a:p>
        </p:txBody>
      </p:sp>
      <p:sp>
        <p:nvSpPr>
          <p:cNvPr id="6" name="record-evidence-30-1">
            <a:extLst xmlns:a="http://schemas.openxmlformats.org/drawingml/2006/main">
              <a:ext uri="{FF2B5EF4-FFF2-40B4-BE49-F238E27FC236}">
                <a16:creationId xmlns:a16="http://schemas.microsoft.com/office/drawing/2014/main" id="{1ADDFFF8-6E8D-47C3-A7A2-94108EDC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7" name="record-panel-30-2">
            <a:extLst xmlns:a="http://schemas.openxmlformats.org/drawingml/2006/main">
              <a:ext uri="{FF2B5EF4-FFF2-40B4-BE49-F238E27FC236}">
                <a16:creationId xmlns:a16="http://schemas.microsoft.com/office/drawing/2014/main" id="{BA2ED27C-F3D2-43C5-A9D3-06AC62FE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0-2">
            <a:extLst xmlns:a="http://schemas.openxmlformats.org/drawingml/2006/main">
              <a:ext uri="{FF2B5EF4-FFF2-40B4-BE49-F238E27FC236}">
                <a16:creationId xmlns:a16="http://schemas.microsoft.com/office/drawing/2014/main" id="{4E761075-939C-4F25-8087-28D422C3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TEST-147  |  Permanent Account Number (PAN): VIVPR1146Q</a:t>
            </a:r>
          </a:p>
        </p:txBody>
      </p:sp>
      <p:sp>
        <p:nvSpPr>
          <p:cNvPr id="9" name="record-person-30-2">
            <a:extLst xmlns:a="http://schemas.openxmlformats.org/drawingml/2006/main">
              <a:ext uri="{FF2B5EF4-FFF2-40B4-BE49-F238E27FC236}">
                <a16:creationId xmlns:a16="http://schemas.microsoft.com/office/drawing/2014/main" id="{B83069A4-22C5-4689-8825-6982B772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Neha Aman Verma  |  Physical Address: Flat 9, 2031 Narmada Enclave Avenue, Ahmedabad, Gujarat 380001, India</a:t>
            </a:r>
          </a:p>
        </p:txBody>
      </p:sp>
      <p:sp>
        <p:nvSpPr>
          <p:cNvPr id="10" name="record-evidence-30-2">
            <a:extLst xmlns:a="http://schemas.openxmlformats.org/drawingml/2006/main">
              <a:ext uri="{FF2B5EF4-FFF2-40B4-BE49-F238E27FC236}">
                <a16:creationId xmlns:a16="http://schemas.microsoft.com/office/drawing/2014/main" id="{23120EAA-71EA-49B9-A552-48B9F669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1" name="record-panel-30-3">
            <a:extLst xmlns:a="http://schemas.openxmlformats.org/drawingml/2006/main">
              <a:ext uri="{FF2B5EF4-FFF2-40B4-BE49-F238E27FC236}">
                <a16:creationId xmlns:a16="http://schemas.microsoft.com/office/drawing/2014/main" id="{4F7A13D2-7BAC-4FE2-9A2B-82A0BF03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0-3">
            <a:extLst xmlns:a="http://schemas.openxmlformats.org/drawingml/2006/main">
              <a:ext uri="{FF2B5EF4-FFF2-40B4-BE49-F238E27FC236}">
                <a16:creationId xmlns:a16="http://schemas.microsoft.com/office/drawing/2014/main" id="{E7590903-F735-48B4-BC5F-48CB86F8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TEST-148  |  Permanent Account Number (PAN): ANAPS1147R</a:t>
            </a:r>
          </a:p>
        </p:txBody>
      </p:sp>
      <p:sp>
        <p:nvSpPr>
          <p:cNvPr id="13" name="record-person-30-3">
            <a:extLst xmlns:a="http://schemas.openxmlformats.org/drawingml/2006/main">
              <a:ext uri="{FF2B5EF4-FFF2-40B4-BE49-F238E27FC236}">
                <a16:creationId xmlns:a16="http://schemas.microsoft.com/office/drawing/2014/main" id="{13CDFC3C-B52A-4732-821C-1C076584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Karan Vihaan Bhatia  |  Physical Address: Flat 10, 2068 Peepal Enclave Avenue, Chennai, Tamil Nadu 600001, India</a:t>
            </a:r>
          </a:p>
        </p:txBody>
      </p:sp>
      <p:sp>
        <p:nvSpPr>
          <p:cNvPr id="14" name="record-evidence-30-3">
            <a:extLst xmlns:a="http://schemas.openxmlformats.org/drawingml/2006/main">
              <a:ext uri="{FF2B5EF4-FFF2-40B4-BE49-F238E27FC236}">
                <a16:creationId xmlns:a16="http://schemas.microsoft.com/office/drawing/2014/main" id="{54BBAF19-0465-424D-A0B8-2C46AAD6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5" name="record-panel-30-4">
            <a:extLst xmlns:a="http://schemas.openxmlformats.org/drawingml/2006/main">
              <a:ext uri="{FF2B5EF4-FFF2-40B4-BE49-F238E27FC236}">
                <a16:creationId xmlns:a16="http://schemas.microsoft.com/office/drawing/2014/main" id="{60BDE664-513C-48F3-AD4C-F7370AA3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0-4">
            <a:extLst xmlns:a="http://schemas.openxmlformats.org/drawingml/2006/main">
              <a:ext uri="{FF2B5EF4-FFF2-40B4-BE49-F238E27FC236}">
                <a16:creationId xmlns:a16="http://schemas.microsoft.com/office/drawing/2014/main" id="{20EC7F91-24DC-47B3-9805-98C7E8CF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TEST-149  |  Permanent Account Number (PAN): ARJPR1148S</a:t>
            </a:r>
          </a:p>
        </p:txBody>
      </p:sp>
      <p:sp>
        <p:nvSpPr>
          <p:cNvPr id="17" name="record-person-30-4">
            <a:extLst xmlns:a="http://schemas.openxmlformats.org/drawingml/2006/main">
              <a:ext uri="{FF2B5EF4-FFF2-40B4-BE49-F238E27FC236}">
                <a16:creationId xmlns:a16="http://schemas.microsoft.com/office/drawing/2014/main" id="{F67CDBD2-47DC-4185-AF9D-B185A8CF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Priya Kabir Mehta  |  Physical Address: Flat 11, 2105 Saffron Enclave Avenue, Chandigarh, Chandigarh 160017, India</a:t>
            </a:r>
          </a:p>
        </p:txBody>
      </p:sp>
      <p:sp>
        <p:nvSpPr>
          <p:cNvPr id="18" name="record-evidence-30-4">
            <a:extLst xmlns:a="http://schemas.openxmlformats.org/drawingml/2006/main">
              <a:ext uri="{FF2B5EF4-FFF2-40B4-BE49-F238E27FC236}">
                <a16:creationId xmlns:a16="http://schemas.microsoft.com/office/drawing/2014/main" id="{252E9FA8-DF20-4EE5-A75F-F93EA528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19" name="record-panel-30-5">
            <a:extLst xmlns:a="http://schemas.openxmlformats.org/drawingml/2006/main">
              <a:ext uri="{FF2B5EF4-FFF2-40B4-BE49-F238E27FC236}">
                <a16:creationId xmlns:a16="http://schemas.microsoft.com/office/drawing/2014/main" id="{384E9457-06B2-4848-A069-A46DE317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0-5">
            <a:extLst xmlns:a="http://schemas.openxmlformats.org/drawingml/2006/main">
              <a:ext uri="{FF2B5EF4-FFF2-40B4-BE49-F238E27FC236}">
                <a16:creationId xmlns:a16="http://schemas.microsoft.com/office/drawing/2014/main" id="{5828871D-3158-41CC-AAF4-7266CEE3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TEST-150  |  Permanent Account Number (PAN): DIYPM1149T</a:t>
            </a:r>
          </a:p>
        </p:txBody>
      </p:sp>
      <p:sp>
        <p:nvSpPr>
          <p:cNvPr id="21" name="record-person-30-5">
            <a:extLst xmlns:a="http://schemas.openxmlformats.org/drawingml/2006/main">
              <a:ext uri="{FF2B5EF4-FFF2-40B4-BE49-F238E27FC236}">
                <a16:creationId xmlns:a16="http://schemas.microsoft.com/office/drawing/2014/main" id="{B118F92B-0118-4065-AD70-9D1DBF81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Rahul Aarav Agarwal  |  Physical Address: Flat 12, 2142 Yamuna Enclave Avenue, Jaipur, Rajasthan 302001, India</a:t>
            </a:r>
          </a:p>
        </p:txBody>
      </p:sp>
      <p:sp>
        <p:nvSpPr>
          <p:cNvPr id="22" name="record-evidence-30-5">
            <a:extLst xmlns:a="http://schemas.openxmlformats.org/drawingml/2006/main">
              <a:ext uri="{FF2B5EF4-FFF2-40B4-BE49-F238E27FC236}">
                <a16:creationId xmlns:a16="http://schemas.microsoft.com/office/drawing/2014/main" id="{2FF84566-85A2-441D-B35C-2997013C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Income Tax Department Permanent Account Number PAN; India taxpayer account</a:t>
            </a:r>
          </a:p>
        </p:txBody>
      </p:sp>
      <p:sp>
        <p:nvSpPr>
          <p:cNvPr id="23" name="footer-30">
            <a:extLst xmlns:a="http://schemas.openxmlformats.org/drawingml/2006/main">
              <a:ext uri="{FF2B5EF4-FFF2-40B4-BE49-F238E27FC236}">
                <a16:creationId xmlns:a16="http://schemas.microsoft.com/office/drawing/2014/main" id="{BE128588-0BF8-4202-8E29-01B9FD3E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India permanent account number (PAN)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075151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2026-07-31T08:59:06.8740000Z</dcterms:created>
  <dcterms:modified xsi:type="dcterms:W3CDTF">2026-07-31T08:59:06.8740000Z</dcterms:modified>
</coreProperties>
</file>
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4db2a6fc8740c6" /><Relationship Type="http://schemas.openxmlformats.org/officeDocument/2006/relationships/extended-properties" Target="/docProps/app.xml" Id="R272a793525ec48e9" /><Relationship Type="http://schemas.openxmlformats.org/officeDocument/2006/relationships/officeDocument" Target="/ppt/presentation.xml" Id="R80cec876513f44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df3834456c4e93"/>
  </p:sldMasterIdLst>
  <p:notesMasterIdLst>
    <p:notesMasterId xmlns:r="http://schemas.openxmlformats.org/officeDocument/2006/relationships" r:id="Rb49af1b780b345b0"/>
  </p:notesMasterIdLst>
  <p:sldIdLst>
    <p:sldId xmlns:r="http://schemas.openxmlformats.org/officeDocument/2006/relationships" id="256" r:id="R0de7ccc7a8a5452f"/>
    <p:sldId xmlns:r="http://schemas.openxmlformats.org/officeDocument/2006/relationships" id="257" r:id="Rea9d05c59d644c83"/>
    <p:sldId xmlns:r="http://schemas.openxmlformats.org/officeDocument/2006/relationships" id="258" r:id="R0d2e825c56bc424a"/>
    <p:sldId xmlns:r="http://schemas.openxmlformats.org/officeDocument/2006/relationships" id="259" r:id="R61e21b3864fc4636"/>
    <p:sldId xmlns:r="http://schemas.openxmlformats.org/officeDocument/2006/relationships" id="260" r:id="R0e65ce06c5ad45ec"/>
    <p:sldId xmlns:r="http://schemas.openxmlformats.org/officeDocument/2006/relationships" id="261" r:id="R1696cf60719341ac"/>
    <p:sldId xmlns:r="http://schemas.openxmlformats.org/officeDocument/2006/relationships" id="262" r:id="R5123913b87294c43"/>
    <p:sldId xmlns:r="http://schemas.openxmlformats.org/officeDocument/2006/relationships" id="263" r:id="Rf5830749eb79492b"/>
    <p:sldId xmlns:r="http://schemas.openxmlformats.org/officeDocument/2006/relationships" id="264" r:id="R870930ed94064357"/>
    <p:sldId xmlns:r="http://schemas.openxmlformats.org/officeDocument/2006/relationships" id="265" r:id="R866fadffc77f4bb5"/>
    <p:sldId xmlns:r="http://schemas.openxmlformats.org/officeDocument/2006/relationships" id="266" r:id="R7819c595e5474121"/>
    <p:sldId xmlns:r="http://schemas.openxmlformats.org/officeDocument/2006/relationships" id="267" r:id="Rb28743cf593841f2"/>
    <p:sldId xmlns:r="http://schemas.openxmlformats.org/officeDocument/2006/relationships" id="268" r:id="R4f44f21ecfdd478d"/>
    <p:sldId xmlns:r="http://schemas.openxmlformats.org/officeDocument/2006/relationships" id="269" r:id="R734bb97e1d684f4b"/>
    <p:sldId xmlns:r="http://schemas.openxmlformats.org/officeDocument/2006/relationships" id="270" r:id="R943641a0193a4a93"/>
    <p:sldId xmlns:r="http://schemas.openxmlformats.org/officeDocument/2006/relationships" id="271" r:id="R663a6fb2a9ba4406"/>
    <p:sldId xmlns:r="http://schemas.openxmlformats.org/officeDocument/2006/relationships" id="272" r:id="Ra9cab55ed8934125"/>
    <p:sldId xmlns:r="http://schemas.openxmlformats.org/officeDocument/2006/relationships" id="273" r:id="Rfe570b73e1dc436f"/>
    <p:sldId xmlns:r="http://schemas.openxmlformats.org/officeDocument/2006/relationships" id="274" r:id="R355f2afd34b04107"/>
    <p:sldId xmlns:r="http://schemas.openxmlformats.org/officeDocument/2006/relationships" id="275" r:id="R1bea63fd72474e5c"/>
    <p:sldId xmlns:r="http://schemas.openxmlformats.org/officeDocument/2006/relationships" id="276" r:id="R997b9e0479544c92"/>
    <p:sldId xmlns:r="http://schemas.openxmlformats.org/officeDocument/2006/relationships" id="277" r:id="R4514d82888444294"/>
    <p:sldId xmlns:r="http://schemas.openxmlformats.org/officeDocument/2006/relationships" id="278" r:id="R79dcfe8f701e484e"/>
    <p:sldId xmlns:r="http://schemas.openxmlformats.org/officeDocument/2006/relationships" id="279" r:id="R9f4acea42d284bd4"/>
    <p:sldId xmlns:r="http://schemas.openxmlformats.org/officeDocument/2006/relationships" id="280" r:id="R2ba6c32afa1c4c84"/>
    <p:sldId xmlns:r="http://schemas.openxmlformats.org/officeDocument/2006/relationships" id="281" r:id="Ree3e908297554cce"/>
    <p:sldId xmlns:r="http://schemas.openxmlformats.org/officeDocument/2006/relationships" id="282" r:id="R40d9897fa0184815"/>
    <p:sldId xmlns:r="http://schemas.openxmlformats.org/officeDocument/2006/relationships" id="283" r:id="R1eacf71d38e745ae"/>
    <p:sldId xmlns:r="http://schemas.openxmlformats.org/officeDocument/2006/relationships" id="284" r:id="Rddbbe30a65924046"/>
    <p:sldId xmlns:r="http://schemas.openxmlformats.org/officeDocument/2006/relationships" id="285" r:id="R69b53213d8c441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21947af73c4a02" /><Relationship Type="http://schemas.openxmlformats.org/officeDocument/2006/relationships/slideMaster" Target="/ppt/slideMasters/slideMaster1.xml" Id="Rf4df3834456c4e93" /><Relationship Type="http://schemas.openxmlformats.org/officeDocument/2006/relationships/notesMaster" Target="/ppt/notesMasters/notesMaster1.xml" Id="Rb49af1b780b345b0" /><Relationship Type="http://schemas.openxmlformats.org/officeDocument/2006/relationships/presProps" Target="/ppt/presProps.xml" Id="R8a208ba4fc564bf8" /><Relationship Type="http://schemas.openxmlformats.org/officeDocument/2006/relationships/tableStyles" Target="/ppt/tableStyles.xml" Id="Red79e7a123834a13" /><Relationship Type="http://schemas.openxmlformats.org/officeDocument/2006/relationships/slide" Target="/ppt/slides/slide1.xml" Id="R0de7ccc7a8a5452f" /><Relationship Type="http://schemas.openxmlformats.org/officeDocument/2006/relationships/slide" Target="/ppt/slides/slide2.xml" Id="Rea9d05c59d644c83" /><Relationship Type="http://schemas.openxmlformats.org/officeDocument/2006/relationships/slide" Target="/ppt/slides/slide3.xml" Id="R0d2e825c56bc424a" /><Relationship Type="http://schemas.openxmlformats.org/officeDocument/2006/relationships/slide" Target="/ppt/slides/slide4.xml" Id="R61e21b3864fc4636" /><Relationship Type="http://schemas.openxmlformats.org/officeDocument/2006/relationships/slide" Target="/ppt/slides/slide5.xml" Id="R0e65ce06c5ad45ec" /><Relationship Type="http://schemas.openxmlformats.org/officeDocument/2006/relationships/slide" Target="/ppt/slides/slide6.xml" Id="R1696cf60719341ac" /><Relationship Type="http://schemas.openxmlformats.org/officeDocument/2006/relationships/slide" Target="/ppt/slides/slide7.xml" Id="R5123913b87294c43" /><Relationship Type="http://schemas.openxmlformats.org/officeDocument/2006/relationships/slide" Target="/ppt/slides/slide8.xml" Id="Rf5830749eb79492b" /><Relationship Type="http://schemas.openxmlformats.org/officeDocument/2006/relationships/slide" Target="/ppt/slides/slide9.xml" Id="R870930ed94064357" /><Relationship Type="http://schemas.openxmlformats.org/officeDocument/2006/relationships/slide" Target="/ppt/slides/slide10.xml" Id="R866fadffc77f4bb5" /><Relationship Type="http://schemas.openxmlformats.org/officeDocument/2006/relationships/slide" Target="/ppt/slides/slide11.xml" Id="R7819c595e5474121" /><Relationship Type="http://schemas.openxmlformats.org/officeDocument/2006/relationships/slide" Target="/ppt/slides/slide12.xml" Id="Rb28743cf593841f2" /><Relationship Type="http://schemas.openxmlformats.org/officeDocument/2006/relationships/slide" Target="/ppt/slides/slide13.xml" Id="R4f44f21ecfdd478d" /><Relationship Type="http://schemas.openxmlformats.org/officeDocument/2006/relationships/slide" Target="/ppt/slides/slide14.xml" Id="R734bb97e1d684f4b" /><Relationship Type="http://schemas.openxmlformats.org/officeDocument/2006/relationships/slide" Target="/ppt/slides/slide15.xml" Id="R943641a0193a4a93" /><Relationship Type="http://schemas.openxmlformats.org/officeDocument/2006/relationships/slide" Target="/ppt/slides/slide16.xml" Id="R663a6fb2a9ba4406" /><Relationship Type="http://schemas.openxmlformats.org/officeDocument/2006/relationships/slide" Target="/ppt/slides/slide17.xml" Id="Ra9cab55ed8934125" /><Relationship Type="http://schemas.openxmlformats.org/officeDocument/2006/relationships/slide" Target="/ppt/slides/slide18.xml" Id="Rfe570b73e1dc436f" /><Relationship Type="http://schemas.openxmlformats.org/officeDocument/2006/relationships/slide" Target="/ppt/slides/slide19.xml" Id="R355f2afd34b04107" /><Relationship Type="http://schemas.openxmlformats.org/officeDocument/2006/relationships/slide" Target="/ppt/slides/slide20.xml" Id="R1bea63fd72474e5c" /><Relationship Type="http://schemas.openxmlformats.org/officeDocument/2006/relationships/slide" Target="/ppt/slides/slide21.xml" Id="R997b9e0479544c92" /><Relationship Type="http://schemas.openxmlformats.org/officeDocument/2006/relationships/slide" Target="/ppt/slides/slide22.xml" Id="R4514d82888444294" /><Relationship Type="http://schemas.openxmlformats.org/officeDocument/2006/relationships/slide" Target="/ppt/slides/slide23.xml" Id="R79dcfe8f701e484e" /><Relationship Type="http://schemas.openxmlformats.org/officeDocument/2006/relationships/slide" Target="/ppt/slides/slide24.xml" Id="R9f4acea42d284bd4" /><Relationship Type="http://schemas.openxmlformats.org/officeDocument/2006/relationships/slide" Target="/ppt/slides/slide25.xml" Id="R2ba6c32afa1c4c84" /><Relationship Type="http://schemas.openxmlformats.org/officeDocument/2006/relationships/slide" Target="/ppt/slides/slide26.xml" Id="Ree3e908297554cce" /><Relationship Type="http://schemas.openxmlformats.org/officeDocument/2006/relationships/slide" Target="/ppt/slides/slide27.xml" Id="R40d9897fa0184815" /><Relationship Type="http://schemas.openxmlformats.org/officeDocument/2006/relationships/slide" Target="/ppt/slides/slide28.xml" Id="R1eacf71d38e745ae" /><Relationship Type="http://schemas.openxmlformats.org/officeDocument/2006/relationships/slide" Target="/ppt/slides/slide29.xml" Id="Rddbbe30a65924046" /><Relationship Type="http://schemas.openxmlformats.org/officeDocument/2006/relationships/slide" Target="/ppt/slides/slide30.xml" Id="R69b53213d8c441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43202930ac40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7dabf299624332" /><Relationship Type="http://schemas.openxmlformats.org/officeDocument/2006/relationships/notesMaster" Target="/ppt/notesMasters/notesMaster1.xml" Id="R82a7dbfdc95d4d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3c3188180e43c5" /><Relationship Type="http://schemas.openxmlformats.org/officeDocument/2006/relationships/notesMaster" Target="/ppt/notesMasters/notesMaster1.xml" Id="R3f25e8990cd747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1c7b5f52ee4eb0" /><Relationship Type="http://schemas.openxmlformats.org/officeDocument/2006/relationships/notesMaster" Target="/ppt/notesMasters/notesMaster1.xml" Id="R7212390fe4414b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721ab31c9c4dda" /><Relationship Type="http://schemas.openxmlformats.org/officeDocument/2006/relationships/notesMaster" Target="/ppt/notesMasters/notesMaster1.xml" Id="Rabd102f990b048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a4538cd7724c03" /><Relationship Type="http://schemas.openxmlformats.org/officeDocument/2006/relationships/notesMaster" Target="/ppt/notesMasters/notesMaster1.xml" Id="R96e23488db5740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b40e26b3cc472d" /><Relationship Type="http://schemas.openxmlformats.org/officeDocument/2006/relationships/notesMaster" Target="/ppt/notesMasters/notesMaster1.xml" Id="Re3257c11b1244e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dfb3eb24f14073" /><Relationship Type="http://schemas.openxmlformats.org/officeDocument/2006/relationships/notesMaster" Target="/ppt/notesMasters/notesMaster1.xml" Id="R01c3e89f8dc644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3cb61af5134b1c" /><Relationship Type="http://schemas.openxmlformats.org/officeDocument/2006/relationships/notesMaster" Target="/ppt/notesMasters/notesMaster1.xml" Id="R07cd975891044c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1c92d270174f78" /><Relationship Type="http://schemas.openxmlformats.org/officeDocument/2006/relationships/notesMaster" Target="/ppt/notesMasters/notesMaster1.xml" Id="R7d6a15d11aec4a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8e775e760d4a3d" /><Relationship Type="http://schemas.openxmlformats.org/officeDocument/2006/relationships/notesMaster" Target="/ppt/notesMasters/notesMaster1.xml" Id="R6e4a102eefdb45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227b31e4db4ff9" /><Relationship Type="http://schemas.openxmlformats.org/officeDocument/2006/relationships/notesMaster" Target="/ppt/notesMasters/notesMaster1.xml" Id="R63a4f839d4eb41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5d957e87494812" /><Relationship Type="http://schemas.openxmlformats.org/officeDocument/2006/relationships/notesMaster" Target="/ppt/notesMasters/notesMaster1.xml" Id="Rb090a7e0195b46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3efa8a095545fd" /><Relationship Type="http://schemas.openxmlformats.org/officeDocument/2006/relationships/notesMaster" Target="/ppt/notesMasters/notesMaster1.xml" Id="Rd4d284c941d244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7f7aac30b3424b" /><Relationship Type="http://schemas.openxmlformats.org/officeDocument/2006/relationships/notesMaster" Target="/ppt/notesMasters/notesMaster1.xml" Id="R65004def983144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f134e65ede44d0" /><Relationship Type="http://schemas.openxmlformats.org/officeDocument/2006/relationships/notesMaster" Target="/ppt/notesMasters/notesMaster1.xml" Id="R765631dba31f4b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e51926e8bd4de4" /><Relationship Type="http://schemas.openxmlformats.org/officeDocument/2006/relationships/notesMaster" Target="/ppt/notesMasters/notesMaster1.xml" Id="R3ca462f1577747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f265cb76e4d45e7" /><Relationship Type="http://schemas.openxmlformats.org/officeDocument/2006/relationships/notesMaster" Target="/ppt/notesMasters/notesMaster1.xml" Id="R7410d2a025c146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d35e9334a2945a5" /><Relationship Type="http://schemas.openxmlformats.org/officeDocument/2006/relationships/notesMaster" Target="/ppt/notesMasters/notesMaster1.xml" Id="R759358181cdd4f4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bf434e52eab4740" /><Relationship Type="http://schemas.openxmlformats.org/officeDocument/2006/relationships/notesMaster" Target="/ppt/notesMasters/notesMaster1.xml" Id="Rc33d16eab79847f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b451e7bee444de" /><Relationship Type="http://schemas.openxmlformats.org/officeDocument/2006/relationships/notesMaster" Target="/ppt/notesMasters/notesMaster1.xml" Id="R194d123ec14b4b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ec8029f15e54831" /><Relationship Type="http://schemas.openxmlformats.org/officeDocument/2006/relationships/notesMaster" Target="/ppt/notesMasters/notesMaster1.xml" Id="Rffa5b7328c434a1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85e47e1504e49a3" /><Relationship Type="http://schemas.openxmlformats.org/officeDocument/2006/relationships/notesMaster" Target="/ppt/notesMasters/notesMaster1.xml" Id="R2bdabca1a38e4a1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c8eedfb197c430a" /><Relationship Type="http://schemas.openxmlformats.org/officeDocument/2006/relationships/notesMaster" Target="/ppt/notesMasters/notesMaster1.xml" Id="R5162c59a8141454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e6f40fdacbf495b" /><Relationship Type="http://schemas.openxmlformats.org/officeDocument/2006/relationships/notesMaster" Target="/ppt/notesMasters/notesMaster1.xml" Id="R1e84575c32494c1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b9f95022a31494f" /><Relationship Type="http://schemas.openxmlformats.org/officeDocument/2006/relationships/notesMaster" Target="/ppt/notesMasters/notesMaster1.xml" Id="Rd24e693ec383404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32a38b85e824549" /><Relationship Type="http://schemas.openxmlformats.org/officeDocument/2006/relationships/notesMaster" Target="/ppt/notesMasters/notesMaster1.xml" Id="R8812b1b8d0f74f0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bca7bfb7b7d4a4a" /><Relationship Type="http://schemas.openxmlformats.org/officeDocument/2006/relationships/notesMaster" Target="/ppt/notesMasters/notesMaster1.xml" Id="R82056b8d889f47d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5a8564317944c14" /><Relationship Type="http://schemas.openxmlformats.org/officeDocument/2006/relationships/notesMaster" Target="/ppt/notesMasters/notesMaster1.xml" Id="R58ebed29cd9946c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8bf73e510164880" /><Relationship Type="http://schemas.openxmlformats.org/officeDocument/2006/relationships/notesMaster" Target="/ppt/notesMasters/notesMaster1.xml" Id="R6e9d422c1c91463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d4d3c28e72640dd" /><Relationship Type="http://schemas.openxmlformats.org/officeDocument/2006/relationships/notesMaster" Target="/ppt/notesMasters/notesMaster1.xml" Id="Rac47d27e7fb743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https://learn.microsoft.com/en-us/purview/sit-defn-france-social-security-number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39bc129b643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9f3386d9a34dbf" /><Relationship Type="http://schemas.openxmlformats.org/officeDocument/2006/relationships/slideLayout" Target="/ppt/slideLayouts/slideLayout1.xml" Id="R10bf4274469e4f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bf4274469e4f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e99a203264b27" /><Relationship Type="http://schemas.openxmlformats.org/officeDocument/2006/relationships/notesSlide" Target="/ppt/notesSlides/notesSlide1.xml" Id="Rcac8b7712c7e47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c5be9367e422e" /><Relationship Type="http://schemas.openxmlformats.org/officeDocument/2006/relationships/notesSlide" Target="/ppt/notesSlides/notesSlide2.xml" Id="R7a7589cdc0d04e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14cbc632e4ab9" /><Relationship Type="http://schemas.openxmlformats.org/officeDocument/2006/relationships/notesSlide" Target="/ppt/notesSlides/notesSlide3.xml" Id="Rc784b0e8d32b42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c74bfe939498c" /><Relationship Type="http://schemas.openxmlformats.org/officeDocument/2006/relationships/notesSlide" Target="/ppt/notesSlides/notesSlide4.xml" Id="R3eb19d95c8264d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612b0a74747d1" /><Relationship Type="http://schemas.openxmlformats.org/officeDocument/2006/relationships/notesSlide" Target="/ppt/notesSlides/notesSlide5.xml" Id="Raa2fe8c5fe5c46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465dc3da74688" /><Relationship Type="http://schemas.openxmlformats.org/officeDocument/2006/relationships/notesSlide" Target="/ppt/notesSlides/notesSlide6.xml" Id="R4658b19fb2be41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313021cac4721" /><Relationship Type="http://schemas.openxmlformats.org/officeDocument/2006/relationships/notesSlide" Target="/ppt/notesSlides/notesSlide7.xml" Id="R4dcf9e058cec47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07e77c2f9470a" /><Relationship Type="http://schemas.openxmlformats.org/officeDocument/2006/relationships/notesSlide" Target="/ppt/notesSlides/notesSlide8.xml" Id="R476ef3dc03fa4f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d8dca994c407b" /><Relationship Type="http://schemas.openxmlformats.org/officeDocument/2006/relationships/notesSlide" Target="/ppt/notesSlides/notesSlide9.xml" Id="Rea1366aa85814f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87151b9a44007" /><Relationship Type="http://schemas.openxmlformats.org/officeDocument/2006/relationships/notesSlide" Target="/ppt/notesSlides/notesSlide10.xml" Id="Rc9e1e0af8eb249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f0edad7f24b6a" /><Relationship Type="http://schemas.openxmlformats.org/officeDocument/2006/relationships/notesSlide" Target="/ppt/notesSlides/notesSlide11.xml" Id="R85b8fce8de0043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0f7e4c6bf43b6" /><Relationship Type="http://schemas.openxmlformats.org/officeDocument/2006/relationships/notesSlide" Target="/ppt/notesSlides/notesSlide12.xml" Id="Raa0638cc563340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15657198c462e" /><Relationship Type="http://schemas.openxmlformats.org/officeDocument/2006/relationships/notesSlide" Target="/ppt/notesSlides/notesSlide13.xml" Id="R0746ba41472941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e216671704936" /><Relationship Type="http://schemas.openxmlformats.org/officeDocument/2006/relationships/notesSlide" Target="/ppt/notesSlides/notesSlide14.xml" Id="Rf3465ea011c648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5935a171445e9" /><Relationship Type="http://schemas.openxmlformats.org/officeDocument/2006/relationships/notesSlide" Target="/ppt/notesSlides/notesSlide15.xml" Id="Rdc79b723886d4c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de9a3f9164c7a" /><Relationship Type="http://schemas.openxmlformats.org/officeDocument/2006/relationships/notesSlide" Target="/ppt/notesSlides/notesSlide16.xml" Id="R5dd27a9dc2eb4a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fddb4cbe64d37" /><Relationship Type="http://schemas.openxmlformats.org/officeDocument/2006/relationships/notesSlide" Target="/ppt/notesSlides/notesSlide17.xml" Id="Re496b3c9b5914a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b752b02a44e66" /><Relationship Type="http://schemas.openxmlformats.org/officeDocument/2006/relationships/notesSlide" Target="/ppt/notesSlides/notesSlide18.xml" Id="R17eaeb7da5864bd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add88ef4d4375" /><Relationship Type="http://schemas.openxmlformats.org/officeDocument/2006/relationships/notesSlide" Target="/ppt/notesSlides/notesSlide19.xml" Id="Rc61e2c19e4b74d2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41bcd4bd941fc" /><Relationship Type="http://schemas.openxmlformats.org/officeDocument/2006/relationships/notesSlide" Target="/ppt/notesSlides/notesSlide20.xml" Id="R9d49689542824d1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d105b63b24e04" /><Relationship Type="http://schemas.openxmlformats.org/officeDocument/2006/relationships/notesSlide" Target="/ppt/notesSlides/notesSlide21.xml" Id="Rda88358eca7946d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f3454fbfc4dd2" /><Relationship Type="http://schemas.openxmlformats.org/officeDocument/2006/relationships/notesSlide" Target="/ppt/notesSlides/notesSlide22.xml" Id="Rc94fd9ba983c418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4f5555b80456c" /><Relationship Type="http://schemas.openxmlformats.org/officeDocument/2006/relationships/notesSlide" Target="/ppt/notesSlides/notesSlide23.xml" Id="R7e4b8f046194473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b45b607c14366" /><Relationship Type="http://schemas.openxmlformats.org/officeDocument/2006/relationships/notesSlide" Target="/ppt/notesSlides/notesSlide24.xml" Id="R24dc78bf1cbd478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a581d5bb24dc1" /><Relationship Type="http://schemas.openxmlformats.org/officeDocument/2006/relationships/notesSlide" Target="/ppt/notesSlides/notesSlide25.xml" Id="R5656b1a77d99436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7a5297a7545e8" /><Relationship Type="http://schemas.openxmlformats.org/officeDocument/2006/relationships/notesSlide" Target="/ppt/notesSlides/notesSlide26.xml" Id="Rab255048c56b46c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09e9efd7b401a" /><Relationship Type="http://schemas.openxmlformats.org/officeDocument/2006/relationships/notesSlide" Target="/ppt/notesSlides/notesSlide27.xml" Id="Rfbc42d901ae14fe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e6aa8f1f04d0f" /><Relationship Type="http://schemas.openxmlformats.org/officeDocument/2006/relationships/notesSlide" Target="/ppt/notesSlides/notesSlide28.xml" Id="Rad8c3231d884496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a8741dc4348c4" /><Relationship Type="http://schemas.openxmlformats.org/officeDocument/2006/relationships/notesSlide" Target="/ppt/notesSlides/notesSlide29.xml" Id="R26ad2cc664874c5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09e5a07e34497" /><Relationship Type="http://schemas.openxmlformats.org/officeDocument/2006/relationships/notesSlide" Target="/ppt/notesSlides/notesSlide30.xml" Id="Rf5212febc82a41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A95EE30D-7E32-4649-B216-7812EE71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59D5CB26-DA6C-4EF2-99A7-95ED6954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8B8616B0-A26E-40E2-8843-8883B2EE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14137BDA-C0F2-439D-9CBF-89B95F37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Numéro de sécurité sociale (INSEE): 1700175100200 41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25F73FD9-C345-433D-8DFD-2B0C0092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Elise Clara Michel  |  Physical Address: 920 rue Acacia Blanc, 75001 Paris, France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EED71261-1D35-4F6B-8A5E-73800C42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E482ADC5-3CCC-4639-B74B-275DB1E9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70273E50-7B0B-41EA-943D-4F8E8357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Numéro de sécurité sociale (INSEE): 2710275101201 24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2895A9BF-9216-4DB2-AD71-703C03A6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Theo Manon Bernard  |  Physical Address: 957 rue Amandier Blanc, 44000 Nantes, France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B98ED17F-7DDF-4790-832B-B8D9D4AA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1C8F6DA4-5F86-4DC8-85AB-05AFC584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6BB4972A-3CF9-4A89-A4F9-CA5FDA02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Numéro de sécurité sociale (INSEE): 1720375102202 10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48BFD40A-1485-4334-BB9C-49733CF7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Juliette Alice David  |  Physical Address: 994 rue Cedre Blanc, 13001 Marseille, France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3C2873B2-0500-403D-BAEB-DD8E6039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F05508E2-14A4-4F90-83E4-7231253B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64AA2953-4DA7-4C49-A1A3-18CE9D2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Numéro de sécurité sociale (INSEE): 2730475103203 90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EE458DF2-7586-4742-9FD8-1A2B53D4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Camille Richard  |  Physical Address: 1031 rue Chene Blanc, 35000 Rennes, France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0C532B12-1265-4E85-A75C-72B6E453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2F09D35A-DF86-4823-B59D-9EB4DFF2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04B8E1B9-6041-44CC-BD8F-85010C01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Numéro de sécurité sociale (INSEE): 1740575104204 76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705C2118-C750-4C7E-BA60-333FE3B6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Clara Gabriel Fournier  |  Physical Address: 1068 rue Fontaine Blanc, 33000 Bordeaux, France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1BB256A9-5FB1-4E10-A517-46A6C3B3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E7DFABC4-FB5A-4C71-8069-6F06526C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96990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23A6BD53-43FC-4A3D-9B1A-C4B07387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859D946C-35DD-405F-BFD3-C8C913D0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A3B770C5-254A-4372-9FB2-0EEA1B5D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87F9CBBB-035A-4CD2-B779-AAC98275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Numéro de sécurité sociale (INSEE): 2750675105205 59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156D0221-737C-41F6-AD7C-6371604D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Manon Moreau  |  Physical Address: 1105 rue Jardin Blanc, 21000 Dijon, France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DFABFE41-BC04-413C-8C3A-B5DB239F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D6DC1BEC-00FF-4213-8C96-2B1716D9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5C9E4B51-0C5E-4534-8D4C-DCDE91EE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Numéro de sécurité sociale (INSEE): 1760775106206 45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DAB3960E-147F-459A-83A5-CC05D321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Ines Alice Lambert  |  Physical Address: 1142 rue Laurier Blanc, 06000 Nice, France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0C703BFC-EC3F-4136-B641-9885FB13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B9240EFA-3BC8-485D-A852-AEC9727F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328DA9BD-0EDB-4A03-AFD5-BB1C0EAB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Numéro de sécurité sociale (INSEE): 2770875107207 28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D80BEEBC-221D-42FB-AAC7-C686213A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Paul Camille Lefebvre  |  Physical Address: 1179 rue Lilas Blanc, 69001 Lyon, France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B26FF4D8-77D9-4F56-A8EB-3D5322F1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566B937D-3F1D-4C47-9A4A-ACC2C6E6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521F541E-7309-420F-A130-57CFA15E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Numéro de sécurité sociale (INSEE): 1780975108208 14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77453E10-D57F-4262-9479-CDB8DB3A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Lea Clara Bernard  |  Physical Address: 1216 rue Olivier Blanc, 67000 Strasbourg, France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5F7BCEBE-F81D-4050-A9F5-B7303B68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AC38E345-B63E-49AE-9C7F-6598EE4E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3BB0316A-A393-433D-8C77-2D26C84B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Numéro de sécurité sociale (INSEE): 2791075109209 94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D4BD4878-B6F3-444C-ADEA-C86978CF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Hugo Manon David  |  Physical Address: 1253 rue Peuplier Blanc, 31000 Toulouse, France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7CC82782-F8DE-47B6-B9CE-FAE62E50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23AACA00-162E-4F6E-A5D8-81C906AB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47690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CC93700F-8022-4284-A903-8B595E7D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77E4EAB0-69A8-46AD-9EB3-434EC7B4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05D1562A-05A6-440B-B84E-7985D31D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6A9B51B1-B1F0-4E7C-92BE-7A8C8154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Numéro de sécurité sociale (INSEE): 1801175110210 80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9EBE0CF6-6B97-412D-B0F6-BB10FE6A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Manon Alice Richard  |  Physical Address: 1290 rue Tilleul Blanc, 34000 Montpellier, France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49D9D2E9-5003-4831-9336-20E69CC6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AC110D6C-CB4B-4EED-943F-322ACC92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933F4919-61C7-4D08-A4CF-F049DE28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Numéro de sécurité sociale (INSEE): 2811275111211 63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C0048901-9943-44D0-91F7-7B02F9F8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Camille Girard  |  Physical Address: 1327 rue Vigne Blanc, 59000 Lille, France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1F1D0F4F-53E8-450F-AA0B-5B1C6281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6002EB16-3DCF-4CBF-8CEF-7B3F7031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369158CB-8B5F-42BA-9A38-BCF03FED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Numéro de sécurité sociale (INSEE): 1820175112212 51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CD9B74D6-035A-412B-931D-12C7054B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Clara Moreau  |  Physical Address: 1364 rue Acacia Central, 75001 Paris, France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78F2111C-375E-4986-93E9-B2796C6B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E2743E93-7E35-4DBC-A93F-3FB9B34F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8A83625F-742D-4A4C-B187-5785D379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Numéro de sécurité sociale (INSEE): 2830275113213 34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64D15796-EFE1-4BB4-93BF-CA34B0AD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Jules Manon Lambert  |  Physical Address: 1401 rue Amandier Central, 44000 Nantes, France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4EB228F0-622F-47B8-A3AF-D35CCD4F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571E623C-129A-4A29-8947-DF9163E0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28293586-84E7-489B-96AF-EC5441C9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Numéro de sécurité sociale (INSEE): 1840375114214 20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906D8A87-BDD7-427B-8C0E-C2B4E517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Alice Lefebvre  |  Physical Address: 1438 rue Cedre Central, 13001 Marseille, France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BAACBCF7-E374-4CDE-BC8F-8C29C868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C5D916A4-C873-4057-9FF8-44A15DA0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33309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07597266-BCFA-47AF-B5A5-D021E87B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BF829852-1973-4357-8925-B9CB46A8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B529A59C-7974-4AE4-B6CA-FC7B17A6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78E7939F-BADC-4DBE-8FD8-CD973404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Numéro de sécurité sociale (INSEE): 2850475115215 03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04261C75-47DF-4253-908F-19D25756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 Camille Thomas  |  Physical Address: 1475 rue Chene Central, 35000 Rennes, France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6711713A-2286-4DC7-8DB8-47566580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E8909B09-816E-4C7B-BA96-DC316182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234AFD88-7417-4232-8B15-A0331D67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Numéro de sécurité sociale (INSEE): 1860575116216 86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D97634CC-E788-45FA-8904-5724B26C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Alice Clara David  |  Physical Address: 1512 rue Fontaine Central, 33000 Bordeaux, France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BED2668F-94AB-4C64-BDE2-3397D630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A0A22354-DCE7-4BFD-91E6-F27ADDB1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869BF8B1-FD87-4D8C-9919-2383AF85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Numéro de sécurité sociale (INSEE): 2870675117217 69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DC7DD9AE-43EB-46DA-8907-8A822A6C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Raphael Manon Richard  |  Physical Address: 1549 rue Jardin Central, 21000 Dijon, France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419ABBE3-070B-4B10-BC41-CBB8065F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27B3D9A6-D71F-4479-93E4-5CB1A7C1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D13BA69B-AEEC-4495-B084-70ADDCA0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Numéro de sécurité sociale (INSEE): 1880775118218 55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47BAB054-C0F9-436A-A56A-B54DD535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Jade Alice Girard  |  Physical Address: 1586 rue Laurier Central, 06000 Nice, France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834ECFBF-4186-46D7-AAF1-214A759B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A3C09423-0FBE-4196-B85B-03CBBF12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A8334814-030F-48F6-BD6E-A29BAAF6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Numéro de sécurité sociale (INSEE): 2890875119219 38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4BE18FA8-2EC1-4513-A843-993CC97B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Louis Camille Laurent  |  Physical Address: 1623 rue Lilas Central, 69001 Lyon, France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CD848320-F2BC-4102-9CD5-B302DC28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402E6B3D-576D-4D3E-84B5-2B62844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51465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BEE316C6-7FBF-49CB-9B72-E80651D4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E181F17E-1A33-4268-B2BF-D325D590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177A6B79-FFFA-410D-B52D-9C9F01AA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869B9CCC-9BFD-459D-8106-CF647C99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Numéro de sécurité sociale (INSEE): 1900975120220 24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27C33D25-C988-473E-8BF2-627F96C8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Louise Clara Lambert  |  Physical Address: 1660 rue Olivier Central, 67000 Strasbourg, France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0F8AD4D1-1329-4A06-B8F7-52590E87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4AD57EFA-0B7D-4ADF-A50E-2B997E93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2C54B1C2-7175-4CA6-89C8-4218CFE4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Numéro de sécurité sociale (INSEE): 2911075121221 07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53EEAF3A-28C8-46F8-955C-979199E1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Gabriel Manon Lefebvre  |  Physical Address: 1697 rue Peuplier Central, 31000 Toulouse, France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D6EE17F7-97E9-4A37-8A08-093374A2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B117F24A-8FCE-4BF3-915F-5D2B2C30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059004BE-CA21-4010-986B-0CBF65A6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Numéro de sécurité sociale (INSEE): 1921175122222 90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0D99CC0C-69CE-4AA0-9DB4-98A96330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Camille Alice Thomas  |  Physical Address: 1734 rue Tilleul Central, 34000 Montpellier, France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244B5738-6500-4462-BC48-CCC85E22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C55057AB-DBF7-4FB0-BF6E-03D14D5B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EDAA6A1F-A34F-44D0-A365-6D8FFD75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Numéro de sécurité sociale (INSEE): 2931275123223 73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0FCDC11A-984A-4651-ACD6-DBBE6F66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Maxime Alice David  |  Physical Address: 1771 rue Vigne Central, 59000 Lille, France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6CA5D99D-A814-4587-ACA7-F37BC16C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2E6CCBBD-4E80-40C0-9E06-D942054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DAA6B0DE-91E3-4FEA-99D3-98C6CA0E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Numéro de sécurité sociale (INSEE): 1940175124224 61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4C46A0EA-F28D-49A6-AD93-BAE90A0A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Elise Nathan Richard  |  Physical Address: 1808 rue Acacia Clair, 75001 Paris, France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62B39EF0-1018-4619-8959-A8791DAF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919194CE-9B1A-4F5B-BBD6-5D2AFC88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354445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024F5327-67F7-4EA4-BAFF-375DF73B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60C5EE22-F4B8-40D1-814C-71F04D29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5D7CD9D7-ADF4-4331-8028-41FFF04A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596BE92A-6785-463D-83AC-76358DB0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Numéro de sécurité sociale (INSEE): 2950275125225 44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DF48DC54-451C-4FD7-9682-DD60E881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Theo Arthur Girard  |  Physical Address: 1845 rue Amandier Clair, 44000 Nantes, France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E11F0D91-83CA-45FE-B0E9-17E48DAF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418B55BC-6CC4-491F-A37C-149838F0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5533A3A7-BA95-49DD-AEBF-F0E220C3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Numéro de sécurité sociale (INSEE): 1960375126226 30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0E4602CC-0969-459E-8933-E7A1162E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Juliette Raphael Laurent  |  Physical Address: 1882 rue Cedre Clair, 13001 Marseille, France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D3FD657D-711B-4CCB-BE12-43E83869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11435783-0D98-4BC1-904D-6A618F6A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7E0E03E6-1859-4364-9BA1-8FE16C66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Numéro de sécurité sociale (INSEE): 2970475127227 13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1A015D88-8D24-49F8-9E0F-BC9A1E67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Maxime Lambert  |  Physical Address: 1919 rue Chene Clair, 35000 Rennes, France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D885460A-668C-41A3-94B1-7B28C553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0126CF88-8EE8-4512-BDF6-761FD4A1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71E9522A-A8B0-4A1D-9128-D6C72983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Numéro de sécurité sociale (INSEE): 1980575128228 96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87AA1E18-FCD1-4A1C-BD76-C144D2D1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Clara Nathan Lefebvre  |  Physical Address: 1956 rue Fontaine Clair, 33000 Bordeaux, France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3015333C-451E-42DA-8A89-BB910AD1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E8984D02-4953-4E93-8E6F-CCBA35B8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869AFF4D-4B31-40DA-A3FA-81BCD472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Numéro de sécurité sociale (INSEE): 2990675129229 79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01361DD1-E349-4884-957F-0B1CDBDE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Arthur Thomas  |  Physical Address: 1993 rue Jardin Clair, 21000 Dijon, France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D3605EEC-4A2D-45E0-9CB5-097D07B2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317D1B6B-4D88-4BB2-85D7-D37C42D7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946827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D8EFA6A5-E243-4BB3-AEED-F7F10CBF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30948D17-178F-4932-9EBB-08DCF964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5A8C13F8-C93C-46FE-85C6-97B7161E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E481C331-E2D7-47BA-AC82-A5FF429B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Numéro de sécurité sociale (INSEE): 1700775130230 80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BF48311F-1E1E-442C-8914-B6AB9432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Ines Raphael Bertrand  |  Physical Address: 2030 rue Laurier Clair, 06000 Nice, France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A7963072-CF64-4795-990D-ABF81188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19C9E68F-53CA-4CF4-B499-F31030D9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4B51C155-1C93-4E06-A1A2-5E6538AD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Numéro de sécurité sociale (INSEE): 2710875131231 63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B7545F39-6982-463E-8F44-C1D74CA3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Paul Maxime Richard  |  Physical Address: 2067 rue Lilas Clair, 69001 Lyon, France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441846EC-645D-4784-91BC-C5D9AE73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AA738DBD-4F2A-4279-9328-A5E5DA23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A7F6CABF-A944-4A8E-8887-7D0F7DDB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Numéro de sécurité sociale (INSEE): 1720975132232 49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598F1E18-5FB9-4FFB-835E-4020FCF2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Lea Nathan Girard  |  Physical Address: 2104 rue Olivier Clair, 67000 Strasbourg, France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C64C8A83-F20B-40AF-B24C-243FEC61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A21D5AB9-DCF6-49D8-8477-11A36689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3A2A3961-7D7C-4788-BCAB-C127B35C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Numéro de sécurité sociale (INSEE): 2731075133233 32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ED557CEC-6AF8-4D40-8D4C-E0552F76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Hugo Arthur Laurent  |  Physical Address: 2141 rue Peuplier Clair, 31000 Toulouse, France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9E1375BA-1BE2-42FB-8278-C36E2733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EC65D4D8-5E1B-451E-B036-E93098DF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AC06E97F-FA68-46E0-A839-68619DDB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Numéro de sécurité sociale (INSEE): 1741175134234 18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8D7B0471-4CB4-4763-80C0-DC7DF24B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Manon Raphael Fontaine  |  Physical Address: 2178 rue Tilleul Clair, 34000 Montpellier, France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DF784CF2-5654-4DB4-A06C-7D07C6B9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58473195-7DF8-4B08-AB49-0EC1E4F9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886695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E9E62800-3292-447C-A2D2-66D3D2D0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9F9012D2-7173-48F4-A045-B21FA3BE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A3815815-FDD7-4AE8-BFB4-E7E72615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DD6C9E2C-0814-451A-9D6B-7760195B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Numéro de sécurité sociale (INSEE): 2751275135235 01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E176A456-B1E0-4EF6-823E-E439EBFE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Maxime Lefebvre  |  Physical Address: 2215 rue Vigne Clair, 59000 Lille, France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E7DAEF79-ADF4-4C63-B2D0-29C9ACD6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48C0FF31-D0F8-44A4-9A31-431DFD09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FA169FD7-83DB-4743-8B9B-0F8150FE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Numéro de sécurité sociale (INSEE): 1760175136236 86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4EAE7414-3AB5-450F-AA89-0AC34F52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Nathan Thomas  |  Physical Address: 2252 rue Acacia Dore, 75001 Paris, France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0C00F71A-400A-445E-B0AB-E07A836A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457F1889-6769-41DA-A9C4-719474F6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7A0BAD17-268D-4D62-BDD6-67222A7F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Numéro de sécurité sociale (INSEE): 2770275137237 69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0A1F5481-912D-497C-A083-A73C1DEF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Jules Arthur Bertrand  |  Physical Address: 2289 rue Amandier Dore, 44000 Nantes, France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DC18E83E-CE9F-49DC-86B1-6EE4F2DE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CF4CE4D4-5FA5-4661-B3DF-2FD70E41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000063E2-9635-4EDC-9FC4-1D71C514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Numéro de sécurité sociale (INSEE): 1780375138238 55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66D3244C-219E-4D5D-8A3B-7EF3B4D0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Raphael Durand  |  Physical Address: 2326 rue Cedre Dore, 13001 Marseille, France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328E1B13-D157-4FCE-9004-D50B1129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3BD530C4-C37C-4F78-9CFC-893104A1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9E093DA4-1A70-400D-840F-BC3CE444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Numéro de sécurité sociale (INSEE): 2790475139239 38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780460F7-2C06-4886-959B-774204A5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 Maxime Girard  |  Physical Address: 2363 rue Chene Dore, 35000 Rennes, France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0CFCAAB3-F8D3-409C-93B0-59E72175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9E2B56CC-37E9-4D6F-BEE1-D55031C4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162418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147C3EB6-F572-4E9F-A877-79A706D8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32A16720-849B-4CA7-A360-E6034C47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F242E6B6-F334-4F47-8F86-94024C9C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73028851-5358-496F-8E93-BF79F717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Numéro de sécurité sociale (INSEE): 1800575140240 24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1F9C1948-CABA-41EC-83E1-8D833D54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Alice Nathan Laurent  |  Physical Address: 2400 rue Fontaine Dore, 33000 Bordeaux, France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AE42C15A-4C34-4151-BC15-F5139F5E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0C1C3A22-0E2C-470E-B65F-1AD438AF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7D9CB744-95A7-4921-8AD6-0E338AAF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Numéro de sécurité sociale (INSEE): 2810675141241 07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CCDBAD6B-1E82-4CA7-9190-C1E65616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Raphael Arthur Fontaine  |  Physical Address: 2437 rue Jardin Dore, 21000 Dijon, France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2528E988-9EBB-4F2B-9BBE-A8F7610F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F080D21A-365D-4C14-8770-80D738EE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D8B949DC-0654-44F1-A96E-737C5D0F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Numéro de sécurité sociale (INSEE): 1820775142242 90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C3B5D0A8-7729-4BC0-874A-0BB75792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Jade Raphael Leroy  |  Physical Address: 2474 rue Laurier Dore, 06000 Nice, France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B9F0B9B1-13D5-455F-95A0-9B80A914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DF95767B-E14F-4D12-A276-AD42B2CA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14A8EEFD-D651-45CD-9902-816B7833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Numéro de sécurité sociale (INSEE): 2830875143243 73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FF70C061-6717-4638-9B14-E15B6C7C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Louis Maxime Thomas  |  Physical Address: 2511 rue Lilas Dore, 69001 Lyon, France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618EABD6-D5CB-478A-B330-8B58C09A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36563F7E-836B-4A19-98D2-3FFC1A30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098DC480-181E-4132-9654-54C53278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Numéro de sécurité sociale (INSEE): 1840975144244 59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6E9805AB-1409-457E-AAFF-C75C6D02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Louise Nathan Bertrand  |  Physical Address: 2548 rue Olivier Dore, 67000 Strasbourg, France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5C09D689-4671-4F6C-B81A-717DF7B7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65306960-7AAD-4B8A-A591-D3F447AB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492928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7BE1AEE0-76D5-46D9-99FE-B82E8CE6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C44C656E-BE05-4929-B2BE-CA98B736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1D117F62-53DB-4935-9FAC-E47D5F85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7055DE65-C649-4DF7-93BC-193FF8BC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Numéro de sécurité sociale (INSEE): 2851075145245 42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65DA892D-FA26-488C-8BA1-F1B34165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Gabriel Arthur Durand  |  Physical Address: 2585 rue Peuplier Dore, 31000 Toulouse, France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50CDE8B6-079E-4F34-A764-A428F312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588A2B24-EAD7-4DB3-B163-3C490A8F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0613E666-0AC3-4097-BBB5-943D3E89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Numéro de sécurité sociale (INSEE): 1861175146246 28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EF3F9F79-D380-4645-B798-A6DE505B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Camille Raphael Bonnet  |  Physical Address: 2622 rue Tilleul Dore, 34000 Montpellier, France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FB33A8B9-A2C5-44EA-9B5F-9159BD42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89784DC8-A964-4CB4-828C-04488FB3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FB380999-622C-47DC-8EEC-1A50247D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Numéro de sécurité sociale (INSEE): 2871275147247 11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D4CFAC24-FFB1-4091-AA78-A7CFBCB1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Maxime Elise Laurent  |  Physical Address: 2659 rue Vigne Dore, 59000 Lille, France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A0B07A5B-ACB4-4BA2-B594-1CE17B07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9F9D288B-E65C-422B-A046-E1C5C299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32078BC0-57AF-4428-A1DA-C5B8C031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Numéro de sécurité sociale (INSEE): 1880175148248 96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CB08E372-B6D8-4199-BBBD-4E486221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Elise Ines Fontaine  |  Physical Address: 2696 rue Acacia Grand, 75001 Paris, France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0175848E-90D2-439D-A55C-4A0A2A25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B7ED4865-5A93-4585-980B-696E5414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26A5DA0C-093B-4290-A3C9-FA46C57A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Numéro de sécurité sociale (INSEE): 2890275149249 79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BE7A7808-E1DC-4212-B27E-0CEE37A4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Theo Emma Leroy  |  Physical Address: 2733 rue Amandier Grand, 44000 Nantes, France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5B01EDCA-AF1E-47D7-B6B7-A702EE5F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6AD51619-C6E3-4F65-A56C-880B2060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1151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07D1A2A9-0BF3-4D91-A8DE-EE358D3B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5153A8D2-44F0-4893-850F-CB8ED3A8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77F8C423-59A0-4901-8CFC-01B8BB6A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5BF031F3-B894-485D-984F-3A044626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Numéro de sécurité sociale (INSEE): 1900375150250 65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9868AB55-CC4F-4F9F-907F-1A9E411B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Juliette Jade Petit  |  Physical Address: 2770 rue Cedre Grand, 13001 Marseille, France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2A6E1C97-6F02-477D-BF7B-877FF0EC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010CCAB3-06C5-4D58-808A-307A63AA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D499849A-C44E-43E7-AB92-46154D4B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Numéro de sécurité sociale (INSEE): 2910475151251 48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BB99CDE0-5D1D-4EC8-906A-E95B5EE5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Elise Bertrand  |  Physical Address: 2807 rue Chene Grand, 35000 Rennes, France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BC8691EB-D51D-4B21-B4F0-D5BFC3F1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20E919A3-18DB-46BF-A040-02B5D091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7EF3F78F-4933-46C0-89E1-C95DF81C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Numéro de sécurité sociale (INSEE): 1920575152252 34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EB8522B2-21AC-4D12-A1E3-30526980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Clara Ines Durand  |  Physical Address: 2844 rue Fontaine Grand, 33000 Bordeaux, France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44F1A5EB-8656-4E1D-B518-10F4FE90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C884C0FC-5FAD-42C5-A136-85AFD5A3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D2FFC9B4-C61F-41B6-9D80-EE43A47E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Numéro de sécurité sociale (INSEE): 2930675153253 17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4A5BA475-75A8-45B0-A695-E789515E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Emma Bonnet  |  Physical Address: 2881 rue Jardin Grand, 21000 Dijon, France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0711C55C-99C3-42C1-B4C4-9DF203E0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56D8991B-52F7-4695-8276-201938DE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901B1C55-8D88-422D-9967-F1AB98A1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Numéro de sécurité sociale (INSEE): 1940775154254 03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9A211E54-78D1-4831-B512-85BC2A8D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Ines Jade Simon  |  Physical Address: 2918 rue Laurier Grand, 06000 Nice, France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A884E733-7BEA-4595-BE16-D504CB85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586CAD01-6C6B-48EA-B3A5-C682C484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240991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9D975850-FF9B-4A00-B0EC-9028640A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4C01F412-4F57-4E29-9020-B275704E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6333B550-CEE3-4C52-B2B8-DA58A789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733F36D4-12B5-4D6D-8E3A-5E951625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Numéro de sécurité sociale (INSEE): 2950875155255 83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571039B9-1F2F-4827-B60E-EA156BB9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Paul Elise Fontaine  |  Physical Address: 2955 rue Lilas Grand, 69001 Lyon, France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1A573A40-F569-43E2-A0F1-4DA3CC81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A45BBBC5-15E1-4FFB-BFE1-4939D9F1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7DBB3A04-285D-44EE-AFCA-14DA785D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Numéro de sécurité sociale (INSEE): 1960975156256 69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F72C30D2-1B93-40B3-BF26-12BE283D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Lea Ines Leroy  |  Physical Address: 2992 rue Olivier Grand, 67000 Strasbourg, France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BE5DE597-7C06-4B98-BEEF-9A21DF0D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ECF0026F-E2A4-4667-8EC5-42F846C7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B741B6DF-9BD5-4F0E-8623-158A8B46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Numéro de sécurité sociale (INSEE): 2971075157257 52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F68A341B-E7EA-4266-8E8F-092B6324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Hugo Emma Petit  |  Physical Address: 3029 rue Peuplier Grand, 31000 Toulouse, France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28887D58-4528-4E38-A54D-BF768D1F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073AAA5F-122B-4ECD-90EB-D3CAE835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170ECE01-3DD6-4509-A07E-9BB918E7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Numéro de sécurité sociale (INSEE): 1981175158258 38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95B9CB89-F327-4313-B89E-C8D44F3F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Manon Jade Morel  |  Physical Address: 3066 rue Tilleul Grand, 34000 Montpellier, France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65D71AB0-C66B-45A8-AEB8-F1BA529A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43615774-C661-41E1-8B8B-F44D532F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867F67AB-19F9-448B-8167-76BAD140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Numéro de sécurité sociale (INSEE): 2991275159259 21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2394C40B-23C0-4FFC-84DA-952D2DD7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Elise Durand  |  Physical Address: 3103 rue Vigne Grand, 59000 Lille, France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82741D15-2745-440E-8AC1-B0555E8F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06AE3878-1AC9-4966-BD75-5B517435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1395440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A02D11CA-3A55-4C3F-B375-A50D6885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7FF78F29-3A98-470C-9959-CE7DAD9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122DED08-46C9-4EA1-84C5-8F300CE9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7C6CD121-18D7-412B-9BBD-1F9C1D88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Numéro de sécurité sociale (INSEE): 1700175160260 24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31C69E7E-95AC-4ED5-A4BF-FC41CF8B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Ines Bonnet  |  Physical Address: 3140 rue Acacia Neuf, 75001 Paris, France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64AE1993-908E-44E8-BE00-17690C26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0CD2843E-EFD5-4484-AA63-47209F23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F988CE5C-8CB1-42BA-8730-99574299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Numéro de sécurité sociale (INSEE): 2710275161261 07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B5F99691-2A66-4D48-9B38-791CB09A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Jules Emma Simon  |  Physical Address: 3177 rue Amandier Neuf, 44000 Nantes, France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DB4577B1-04C2-47F5-B02B-DBCE7EE3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89A6CF4C-6308-4A48-BBDB-A66EAB6F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E3B7B18D-6931-43E8-81EB-D7EC169A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Numéro de sécurité sociale (INSEE): 1720375162262 90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6D346311-68DF-4929-B785-860C7686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Jade Martin  |  Physical Address: 3214 rue Cedre Neuf, 13001 Marseille, France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2ABF53A1-6150-4308-AB81-7867E4B6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BB40B253-6C59-4ED4-94B4-76405F17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36CB8E74-9761-4207-9F70-3D035BA0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Numéro de sécurité sociale (INSEE): 2730475163263 73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DDD957CD-A1BD-40A6-9ABF-06E382AF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 Elise Leroy  |  Physical Address: 3251 rue Chene Neuf, 35000 Rennes, France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FF36642B-53BD-4D69-A0F7-C15DF0D1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199656C6-A667-4DD9-B6A0-31A873D9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6C659960-D961-468D-8EC2-FDB1FF84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Numéro de sécurité sociale (INSEE): 1740575164264 59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0F8F146F-B12F-4DE5-9F5E-30E5774B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Alice Ines Petit  |  Physical Address: 3288 rue Fontaine Neuf, 33000 Bordeaux, France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A70DB9FE-02C4-4A97-962B-D5D217BB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AA15C986-37BE-44B9-95EE-DB5CEAF4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124737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6AF4FFD3-6D99-4B3B-9629-44719CE2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EA9D866E-81E7-4D05-BE71-8EDD9A1F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AE89CC5B-07E9-487F-8213-08D6E552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C4EDDD04-6A4B-49B0-8640-943B1982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Numéro de sécurité sociale (INSEE): 2750675165265 42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54479E4C-413E-48E7-A5E1-A45A34CB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Raphael Emma Morel  |  Physical Address: 3325 rue Jardin Neuf, 21000 Dijon, France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C5CFC209-6F04-4A67-BCBB-D2750097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970DA211-593F-4F53-BEE9-AC5C14F3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B198FB43-033C-44CF-8565-7AB02D5A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Numéro de sécurité sociale (INSEE): 1760775166266 28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38548D2D-7E4B-47E3-8797-BDFD190C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Jade Arthur Dubois  |  Physical Address: 3362 rue Laurier Neuf, 06000 Nice, France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E1D20211-E1EB-484A-9010-7D87F49A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4917E9E7-1F01-45D0-A0FC-A5BE6317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4908CACA-B4AD-46E3-87FA-1B2E047E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Numéro de sécurité sociale (INSEE): 2770875167267 11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0C8F7ADC-CFB8-4B57-BCD3-D6C740D9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Louis Elise Bonnet  |  Physical Address: 3399 rue Lilas Neuf, 69001 Lyon, France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D8BDEFC1-8DE5-46E4-A4AD-00B34392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F7248D02-8FE2-41C3-AE41-6F42A50B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EB9FE75F-58D4-4F3B-A681-E5DBD3CF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Numéro de sécurité sociale (INSEE): 1780975168268 94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84E5CE59-EB5D-4C32-914B-08DCF1A0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Louise Ines Simon  |  Physical Address: 3436 rue Olivier Neuf, 67000 Strasbourg, France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B9F6FADE-78A2-49F2-8318-8693780B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6F0A64B5-E56F-4988-923C-49B2B1C4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0F57F6DF-E368-446A-B352-F4C14777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Numéro de sécurité sociale (INSEE): 2791075169269 77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4B1F974D-D222-40B1-A3F4-A5905144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Gabriel Emma Martin  |  Physical Address: 3473 rue Peuplier Neuf, 31000 Toulouse, France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C8D0C611-5C7A-4935-821B-338266A1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20B6DF00-2946-490D-9D3B-EECA82E5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976529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F4F7AFA1-C065-47C9-9B55-76EA2AC7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F513D63C-46D4-4375-8244-F1305BEE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AA476FF7-D442-4112-B12D-6B418679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8F1AB5A8-55C6-4BB4-8287-C0DE36F7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Numéro de sécurité sociale (INSEE): 1801175170270 63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7CED3EB0-4994-4D46-80CE-E15AA410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Camille Jade Roux  |  Physical Address: 3510 rue Tilleul Neuf, 34000 Montpellier, France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65F4AA09-2C22-4774-87D1-9A2C986A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9D959E87-8941-47E1-AB75-C5722B6D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C574797C-8DB4-4661-97DD-BDC0F287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Numéro de sécurité sociale (INSEE): 2811275171271 46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B0C0466A-270D-4086-8921-20D98629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Maxime Theo Petit  |  Physical Address: 3547 rue Vigne Neuf, 59000 Lille, France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0840B1FE-2715-4CE0-8836-9D0DDB0B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3D54BBB8-0CCA-4164-9F03-4FA4059E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178A09DA-3A22-40BC-AA0E-80B00D6D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Numéro de sécurité sociale (INSEE): 1820175172272 34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3CAFA27B-435C-445C-BE5E-20834896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Elise Paul Morel  |  Physical Address: 3584 rue Acacia Royal, 75001 Paris, France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BC6969C3-0008-4FD8-8390-CC15BE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FD8F6AEA-CE93-4824-949D-6F2DC0A8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DDD9EE0D-B4B5-460E-A726-77924D15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Numéro de sécurité sociale (INSEE): 2830275173273 17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B5D7CB87-B126-4EC3-9A46-7EAEE2FC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Theo Jules Dubois  |  Physical Address: 3621 rue Amandier Royal, 44000 Nantes, France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8C201C62-164F-44D7-AF5F-EBA190B0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87C4CD6D-3345-49E1-AD62-E81296F0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3DE85FD8-2EA7-4F20-8C32-981F5349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Numéro de sécurité sociale (INSEE): 1840375174274 03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2D2FC128-1AAF-4A88-893B-76BF1C72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Juliette Louis Dupont  |  Physical Address: 3658 rue Cedre Royal, 13001 Marseille, France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ABCAED03-D35E-417C-9AFF-AF6E4C2C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3061D75C-51F6-4FDE-BD74-08FEBD54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973362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E9200FA1-64CA-4FC3-8545-2C4A3EAB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39935E48-7B1F-4DE2-9064-8562D034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69D1F7C5-4B98-4CF9-8E8E-48C35486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BAAB8122-5E0F-4611-AE5C-02F9E897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Numéro de sécurité sociale (INSEE): 2850475175275 83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32787AE1-EDC6-44E2-B355-7C997976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Theo Simon  |  Physical Address: 3695 rue Chene Royal, 35000 Rennes, France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508E0E3B-8297-43B0-B4A2-E308DAFC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88A74827-E67D-4AF6-BF00-9873FFF5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04C5CFD5-C4B1-4EDF-B9B8-1CD8EE08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Numéro de sécurité sociale (INSEE): 1860575176276 69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ED5F38BB-608F-4D3D-B8EE-84328DD4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Clara Paul Martin  |  Physical Address: 3732 rue Fontaine Royal, 33000 Bordeaux, France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BFFDA746-DC3B-4D92-AAF3-26E21E73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B2179E36-46D5-45FE-82F2-FFB48683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0AB1C63C-E828-4A07-A43E-88143C31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Numéro de sécurité sociale (INSEE): 2870675177277 52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21C17A70-7D9E-4811-BA51-98884C89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Jules Roux  |  Physical Address: 3769 rue Jardin Royal, 21000 Dijon, France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7131D9F4-1AFC-43C0-BF62-B2EB293F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4303B7AB-EA43-4193-912D-AB7F4831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B9236765-BE74-40DD-BA35-83C2B712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Numéro de sécurité sociale (INSEE): 1880775178278 38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B9D29A00-9AEF-4D9C-A5A4-AA518AF2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Ines Louis Robert  |  Physical Address: 3806 rue Laurier Royal, 06000 Nice, France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CB70BABA-B234-46B8-857F-345D0CEE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5FBAFD60-E02A-4A35-865A-C5F01F71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5A36E46E-AF59-482D-AF0A-9C8A0BB3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Numéro de sécurité sociale (INSEE): 2890875179279 21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A958420E-E2F3-42B8-BDFD-954F5C80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Paul Theo Morel  |  Physical Address: 3843 rue Lilas Royal, 69001 Lyon, France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D516555D-3E9B-463E-A8A6-740904DA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27960FEB-19B5-40D4-AC4E-BC0ED462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120173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0BE90EAA-345B-4991-AC46-B08D14FB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BE62EDF7-3AE9-4EAB-B9CF-76BF07E6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DB512A00-5243-4B07-8994-3333817A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045B5C0F-3E6D-4CEB-ACF1-FE2AB817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Numéro de sécurité sociale (INSEE): 1900975180280 07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F25FC9C5-56A6-4E49-9547-8B746697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Lea Paul Dubois  |  Physical Address: 3880 rue Olivier Royal, 67000 Strasbourg, France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6B9BEE05-04A3-4C27-BF45-39572178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20FEF4D5-3D58-4E7F-8A0B-4D8D456B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15D5F403-A536-4B58-9E2C-31B9698C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Numéro de sécurité sociale (INSEE): 2911075181281 87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8CEA528F-3DB0-49B5-A0E9-AD4B3CF0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Hugo Jules Dupont  |  Physical Address: 3917 rue Peuplier Royal, 31000 Toulouse, France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84A0F125-4EE5-45F7-96B7-4E804798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CC27DE36-8C57-47C8-9BB6-A4F6E964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0EFE04A3-1099-452D-8229-F96A46FB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Numéro de sécurité sociale (INSEE): 1921175182282 73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51B5121F-403F-42C2-B005-25618326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Manon Louis Michel  |  Physical Address: 3954 rue Tilleul Royal, 34000 Montpellier, France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7392BCAC-0CA3-4C74-A19A-A63C5F5B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309E4FA9-B96F-4BDA-8AD0-25FB9D6A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D29821B1-9097-4551-AB24-56E1E85F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Numéro de sécurité sociale (INSEE): 2931275183283 56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1F8FC8C9-6858-4E79-AEA6-8B53811C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Theo Martin  |  Physical Address: 3991 rue Vigne Royal, 59000 Lille, France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19F217FF-7920-41D8-A128-8CE9A98F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500AEA20-C2CF-441B-B2BA-B27BC4A0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447CB00F-309E-46D9-8F8F-1CD24B68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Numéro de sécurité sociale (INSEE): 1940175184284 44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6075A011-5C13-4324-A99B-591F7885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Paul Roux  |  Physical Address: 4028 rue Acacia Saint, 75001 Paris, France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C7704AD8-3333-4AA3-B5EC-33196C84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9B75D50F-CC9E-41AE-BE7F-60B108A3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195965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D907E4C1-3575-4AEC-A0F4-75024FFE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412C2CC4-009E-4A4F-95BD-A6092FF7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D37ECCF5-7B79-4AA5-8434-D9D37DC7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5C78FCE8-0C42-4299-94D8-73977C93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Numéro de sécurité sociale (INSEE): 2950275185285 27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08AA8371-3B28-42D3-9445-4D2EE339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Jules Ines Robert  |  Physical Address: 4065 rue Amandier Saint, 44000 Nantes, France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65BCD01D-B05E-4C88-AC81-D733C2E1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A95097FE-D881-495E-991B-3CB63F8C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D91EC316-3F89-4516-B24C-8A3703EE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Numéro de sécurité sociale (INSEE): 1960375186286 13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4D9FEFD1-DF6B-42B0-B944-0FAD3F23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Louis Fournier  |  Physical Address: 4102 rue Cedre Saint, 13001 Marseille, France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74AB2028-F862-43AE-ABC5-7E4217A6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384AAB18-A447-4302-AB70-F4001A4B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405478EF-58C4-4871-86D9-11E7F49E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Numéro de sécurité sociale (INSEE): 2970475187287 93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0FBEDDD3-9913-42F2-B69A-6F5BB3EC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 Theo Dubois  |  Physical Address: 4139 rue Chene Saint, 35000 Rennes, France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FC4157E8-4981-4832-8E72-90348643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08ABED5F-DC73-41F1-AACA-3FC70E9E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4DE1CDDE-5723-4F6B-A123-8FB24C32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Numéro de sécurité sociale (INSEE): 1980575188288 79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E187C510-A992-4DFE-A5AD-8945C3E2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Alice Paul Dupont  |  Physical Address: 4176 rue Fontaine Saint, 33000 Bordeaux, France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B3DEC7B6-9CFB-48E9-A851-E040C705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E1B351D0-4B34-4BEA-BDE7-FB1D071D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691DC0E2-F374-47D3-B77A-F05CD535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Numéro de sécurité sociale (INSEE): 2990675189289 62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05C37459-7C27-4CF1-911B-45C23630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Raphael Jules Michel  |  Physical Address: 4213 rue Jardin Saint, 21000 Dijon, France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7E055FD0-546B-4CD7-95D9-CFFD59F6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644C2030-7285-4B18-8CC9-3C6DF1E9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525033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93644DE0-E3FE-4167-81EA-4B4459F8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B1C4BA7C-55AB-413E-888B-A6E17D65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7FBBE9F3-6FB9-4398-A676-8FD4F5A2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3F6A912D-7FD1-4BF8-8D77-C9663A6A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Numéro de sécurité sociale (INSEE): 1700775190290 63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CC3F9069-31F2-4A41-A496-49A8136F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Jade Louis Bernard  |  Physical Address: 4250 rue Laurier Saint, 06000 Nice, France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A264C9FB-BDB7-4D4C-9A95-39793F7A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9AD872E7-5B6A-42B4-B7A7-C8FDB2DD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3A06259E-5F5F-4B14-8A60-2B27F2C8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Numéro de sécurité sociale (INSEE): 2710875191291 46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D0656758-12BF-4F54-B8F4-5682FF47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Louis Theo Roux  |  Physical Address: 4287 rue Lilas Saint, 69001 Lyon, France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D61D77A8-775A-4B1B-85B4-99D5CB88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E9C8697C-F7E8-4E69-995E-168835D2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7CF6BBDC-89E2-4AA0-9A6F-5ADE2587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Numéro de sécurité sociale (INSEE): 1720975192292 32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245FF673-576E-499C-A2F0-A956B902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Louise Paul Robert  |  Physical Address: 4324 rue Olivier Saint, 67000 Strasbourg, France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C6C74834-225E-4873-9A2F-0B228C78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B573E694-431B-4BFE-BA4F-B5AE1404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135DBB44-3258-4187-A33E-91947A3E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Numéro de sécurité sociale (INSEE): 2731075193293 15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C00C7636-5BB5-463C-B0A4-E5FCD765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Gabriel Jules Fournier  |  Physical Address: 4361 rue Peuplier Saint, 31000 Toulouse, France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F5912556-9265-48CF-9716-99C36039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707E58F3-D6C8-43EB-900C-9E3143ED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75297D77-1FB1-42CF-9673-64B6E612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Numéro de sécurité sociale (INSEE): 1741175194294 01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7E5BB589-1226-4A18-BA6D-7FF06230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Camille Louis Moreau  |  Physical Address: 4398 rue Tilleul Saint, 34000 Montpellier, France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7D5C5E5F-4F0E-4D5D-BE55-21F6DB09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6E1C3A5C-890E-4ED4-949F-8714C071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115586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B7D10ED2-A744-4F84-A57F-AFA31575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367D2225-B682-4962-BB72-54107092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901D6628-E8A3-4C2F-BF8E-ABBFFE55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2F19CBAC-0AB2-45F6-BC7D-EB64B3CA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Numéro de sécurité sociale (INSEE): 2751275195295 81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5947C5ED-FE90-41FB-BB50-8D4CB213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Maxime Juliette Dupont  |  Physical Address: 4435 rue Vigne Saint, 59000 Lille, France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5D62C580-5C37-4AC5-A7B4-CE9D3425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DCB4095D-86C6-4CA4-B43E-E82E2E93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3C4FE04E-C183-4F23-A1EB-DC1DE56C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Numéro de sécurité sociale (INSEE): 1760175196296 69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CAF3D309-09E1-415F-8BC4-84ACA1D8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Elise Lea Michel  |  Physical Address: 4472 rue Acacia Vert, 75001 Paris, France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39334E2E-AEF2-43E3-9801-72D70455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DF54A718-AF27-4D73-AFA3-FBD425D6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47CEDFAA-5A45-4D3E-8434-67E36344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Numéro de sécurité sociale (INSEE): 2770275197297 52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80B2A99B-0115-4988-9892-A203FBDB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Theo Chloe Bernard  |  Physical Address: 4509 rue Amandier Vert, 44000 Nantes, France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9BDFFC00-B975-4C05-B861-1277CEEE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052E0EA8-4EBB-46AA-8BD2-B0E617CD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E0FA9157-8BCF-4745-A742-8451C8C0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Numéro de sécurité sociale (INSEE): 1780375198298 38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4C9AA7B1-5E27-49FA-A9FD-6751B80B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Juliette Louise David  |  Physical Address: 4546 rue Cedre Vert, 13001 Marseille, France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D8AFD5DA-EC3D-481B-8E4C-A99B7C1A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265BD259-6198-4EFE-96BF-01D98BB8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8D774734-6B85-42B2-9F78-6C4882A7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Numéro de sécurité sociale (INSEE): 2790475199299 21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FC2E6386-69A5-4F24-B4A1-176F7EF6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Juliette Robert  |  Physical Address: 4583 rue Chene Vert, 35000 Rennes, France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36960AAF-1A11-47E1-9C36-C9072E91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5845E5AC-80A2-4FAB-8AE1-80E8D9E2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810296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3BFFB374-5FE6-4913-A54B-2C8CB853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00E31166-A1B6-401D-8FB4-615F8EA5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E652EB26-6F5E-4EC6-8D6D-6960C1AA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61EE85CE-4095-4CC8-9C74-65689B6C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Numéro de sécurité sociale (INSEE): 1800575200300 07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D4D879DC-2710-4F10-AAD1-9843A4B5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Clara Lea Fournier  |  Physical Address: 4620 rue Fontaine Vert, 33000 Bordeaux, France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8F3B9062-E162-4111-92E3-046ECCB6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0F13975C-F7E5-4638-B43E-B0603B99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95D4C07F-1DE1-4403-B693-5DE08B6B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Numéro de sécurité sociale (INSEE): 2810675201301 87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BBB4C687-48D8-4D89-80BD-3B8FBF66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Chloe Moreau  |  Physical Address: 4657 rue Jardin Vert, 21000 Dijon, France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0995183F-BF67-454D-A560-44FA3D9A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4D061258-EEA2-4CC3-A6C0-B1F84F57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6FEB9164-3880-4889-B458-CE03EAE1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Numéro de sécurité sociale (INSEE): 1820775202302 73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F74D6E01-644D-4865-A925-1FB781A3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Ines Louise Lambert  |  Physical Address: 4694 rue Laurier Vert, 06000 Nice, France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AB937250-DE42-4F45-B0B4-4145629A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AF06839F-4996-4067-B12D-863EC8FA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87C6BF88-079A-44E4-8DC8-F107AA5B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Numéro de sécurité sociale (INSEE): 2830875203303 56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0323E75F-D8EA-4F9D-98DD-88AD6C2E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Paul Juliette Michel  |  Physical Address: 4731 rue Lilas Vert, 69001 Lyon, France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BDA6884F-3792-483F-8E24-DBC29688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DB904B45-3641-4F46-979A-D2EB53BA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25568C9E-4009-4DE0-8436-F86A7F7D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Numéro de sécurité sociale (INSEE): 1840975204304 42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FFF013DD-D74B-4716-A2ED-EE16C153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Lea Theo Bernard  |  Physical Address: 4768 rue Olivier Vert, 67000 Strasbourg, France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FBA0F765-CF27-408B-B1DF-2F17EF3D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6B81C3E5-96F6-42D4-BDD0-761B36D4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23227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20B10841-1595-4BC2-B0EA-91B63A4D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23C5BCF0-7053-4B0C-BA59-85D52EA7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7CEE38E4-80B5-455F-B430-1D27B1B1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A1805BD2-15C3-4822-BEC5-B02A1758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Numéro de sécurité sociale (INSEE): 2851075205305 25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A8AB1B84-EB34-4767-A296-78153CB8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Hugo Chloe David  |  Physical Address: 4805 rue Peuplier Vert, 31000 Toulouse, France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DD593464-5925-4697-BC96-54D0D027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F5F72E76-BF05-4A37-828C-70C89659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896C41DC-3AA2-4F84-ADF5-F515A6AF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Numéro de sécurité sociale (INSEE): 1861175206306 11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33DA10D5-FAAD-404D-B2EE-063828BA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Manon Louise Richard  |  Physical Address: 4842 rue Tilleul Vert, 34000 Montpellier, France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5E47A903-A293-4A69-989D-36C46A44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4973C91A-D69E-415F-A5C7-DC86B457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C9011FCE-30C8-426D-80C1-328608FC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Numéro de sécurité sociale (INSEE): 2871275207307 91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AE9A9236-472F-4F48-9D92-10A47012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Juliette Fournier  |  Physical Address: 4879 rue Vigne Vert, 59000 Lille, France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8D025DE7-2F5F-47A2-B045-072D61AB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F1F8BE03-4977-44A0-9D37-B0C26C5C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8F9DA438-B3A2-4BB0-9500-93746222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Numéro de sécurité sociale (INSEE): 1880175208308 79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28487F41-D91B-4084-BFE0-069D8B1D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Lea Moreau  |  Physical Address: 4916 rue Acacia Belle, 75001 Paris, France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A7438E2B-8C75-46E3-B4CF-486CBC73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C1F7C432-B299-4C68-A7E1-DED7FBA2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8710190F-19BA-4078-A35E-87A370AB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Numéro de sécurité sociale (INSEE): 2890275209309 62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DFC42254-D588-40C6-AA6E-FA3455AA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Jules Chloe Lambert  |  Physical Address: 4953 rue Amandier Belle, 44000 Nantes, France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D79A6F49-970A-4930-B821-35489ADD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3ABF33EE-3461-4630-BBEB-4A943E26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837151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B609B20A-06E2-40B2-9805-1E1F860C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F8C90C56-E71B-45D1-B756-7756AC0F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0F4300D1-64D1-4FB9-AD75-8E224BC8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720D2B4D-2A52-4AA7-91C5-2C87C00C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Numéro de sécurité sociale (INSEE): 1900375210310 48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E38006F6-B40F-477A-BE44-D511F80E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Louise Lefebvre  |  Physical Address: 4990 rue Cedre Belle, 13001 Marseille, France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972CAB74-5A96-4461-8379-57B7DFC6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4AAF8045-5568-4707-9CCB-AD402E10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D49C77E5-9150-4B5A-959B-8B352785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Numéro de sécurité sociale (INSEE): 2910475211311 31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06FC5426-ABAC-4B7E-81E0-26B6EC77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 Juliette Bernard  |  Physical Address: 5027 rue Chene Belle, 35000 Rennes, France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66196663-EB2C-4F3F-8EEF-6CA0DFF4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1573A2FC-BD17-4170-AB13-7C9760E9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D074FA06-1554-4B4A-8FF3-DBDB3727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Numéro de sécurité sociale (INSEE): 1920575212312 17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1DF21363-D38D-4332-8ED0-6010A387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Alice Lea David  |  Physical Address: 5064 rue Fontaine Belle, 33000 Bordeaux, France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C4ACAF37-647E-4C6D-9BE4-98B66EB1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FDCBBCCE-6137-4D4F-A56F-61CB88E9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03DE6C16-B8FC-4802-95E5-91D75CE4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Numéro de sécurité sociale (INSEE): 2930675213313 97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931C300C-F2F4-4371-AE75-925F42F8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Raphael Chloe Richard  |  Physical Address: 5101 rue Jardin Belle, 21000 Dijon, France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EA974AE2-28FB-439E-A3D3-EA41E508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E2626CD3-C6B3-42B4-9230-4323D25B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057F4377-7273-4E4E-B0C4-FB9D2C68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Numéro de sécurité sociale (INSEE): 1940775214314 83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6FD2D9E8-4226-4106-A5C7-9357116B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Jade Louise Girard  |  Physical Address: 5138 rue Laurier Belle, 06000 Nice, France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7CBE1848-0B56-4C59-99BD-09E3BEED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8AFDA36A-06BE-4102-8B4A-DDE31ACF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095058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958D771C-AC59-4476-92A2-48382633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053BBD57-016B-41A6-8495-8FEFB6C8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8F978E74-3A23-415B-89A6-220D5BF4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93359907-CA68-470D-8D1C-3DF1F50E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Numéro de sécurité sociale (INSEE): 2950875215315 66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4A6A3F0E-2A0E-4A9B-B7C7-16A9D7A8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Louis Juliette Moreau  |  Physical Address: 5175 rue Lilas Belle, 69001 Lyon, France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7751262E-B371-4FBA-83E7-945A3059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E66FF009-F32F-49E9-ABEF-5D95F015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DBF62A96-2D18-4A86-B61C-637D31A4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Numéro de sécurité sociale (INSEE): 1960975216316 52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9CADA79F-AC2F-4C05-B746-C16CAAA8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Louise Lea Lambert  |  Physical Address: 5212 rue Olivier Belle, 67000 Strasbourg, France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734ED419-6DBC-4346-B6DB-9EC33005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83724133-9DFE-497B-8404-FA380932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8075511F-352E-47EE-9170-7793CC01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Numéro de sécurité sociale (INSEE): 2971075217317 35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2A7909DC-86D9-4F23-A654-0136094D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Gabriel Chloe Lefebvre  |  Physical Address: 5249 rue Peuplier Belle, 31000 Toulouse, France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3C8BCFD8-A8A0-484D-B61B-51E19271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E240D495-0C82-4204-8E92-73F06C40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AF3F59DD-A8A9-420B-A595-7B4489CB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Numéro de sécurité sociale (INSEE): 1981175218318 21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7D96ED67-1B0A-4521-9A9D-123D0A7C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Camille Louise Thomas  |  Physical Address: 5286 rue Tilleul Belle, 34000 Montpellier, France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6CD8A473-91D5-4B20-9E8E-B8042038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BBEF05A1-E1C8-47BF-AFEC-91BDB76A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A55E0E00-FBBF-4225-9086-9A5BAFE5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Numéro de sécurité sociale (INSEE): 2991275219319 04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9E4AA3A9-1175-4A8F-9299-3BF81F5B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Maxime Lucas David  |  Physical Address: 5323 rue Vigne Belle, 59000 Lille, France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24E979AC-DC75-44E4-BA34-930DEA9F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405B9B47-C169-48C9-A74D-F3DFF01D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847232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3E78E480-392E-42B4-AE0A-106DFBE9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C4B50ED0-F5DA-408C-A155-BED6DDE6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DEDB491A-BDBE-433F-8F75-66F0D471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6AFB7866-7773-4A6C-8542-AE7F1F13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Numéro de sécurité sociale (INSEE): 1700175220320 07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908435AD-3290-4E66-9291-070B12B3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Elise Hugo Richard  |  Physical Address: 5360 rue Acacia Haute, 75001 Paris, France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F6D1A23C-A14C-40C9-8453-C542DCFD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F3E18619-60ED-4B5F-A0CE-7C433588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0A8ED583-F651-4F6A-83E5-9AA45DE1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Numéro de sécurité sociale (INSEE): 2710275221321 87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2185A924-4F42-4BF1-BFDF-F3920B18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Theo Leo Girard  |  Physical Address: 5397 rue Amandier Haute, 44000 Nantes, France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4CF6476E-5740-42B2-9AAD-E5319436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AFD5F43A-E351-4F54-89B9-69E37F08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EF6B7FFE-FD86-4E84-B8EE-B201C772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Numéro de sécurité sociale (INSEE): 1720375222322 73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08A6919A-62CD-45EB-A65C-1FCA67DE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Juliette Gabriel Laurent  |  Physical Address: 5434 rue Cedre Haute, 13001 Marseille, France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8F3F0FEA-7E29-479C-9401-0BDF0EC1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CE241603-5DC3-47FA-ADB9-7BBCB36D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AFDC9571-3D20-402A-A0B3-002ECA86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Numéro de sécurité sociale (INSEE): 2730475223323 56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6CE8D0F2-6D63-480A-A90D-43A3459F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Louise Lambert  |  Physical Address: 5471 rue Chene Haute, 35000 Rennes, France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0BBFA00D-BCAC-49D0-BB4A-8853FBE8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8FE2F790-D187-49A1-BA9E-060758CC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5139AF70-46E5-4E5A-8470-3C47C8CF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Numéro de sécurité sociale (INSEE): 1740575224324 42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A2C70E2E-E30B-4B51-88BA-CF795EF1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Clara Hugo Lefebvre  |  Physical Address: 5508 rue Fontaine Haute, 33000 Bordeaux, France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04C38E77-84B4-4037-8FA7-8AE9E6D5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09E3F7D0-C148-4EB0-84EF-5EC76394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2934553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688CEC9C-0001-4734-9E32-33D7C1EB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63608708-9891-469D-B283-AA4FDC43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9454DBE4-7ED1-454B-B1D2-C0B93338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F1BA99A2-C270-47C4-8DE6-25066624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Numéro de sécurité sociale (INSEE): 2750675225325 25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6DF71B48-40A6-421C-B091-A3CF1557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Leo Thomas  |  Physical Address: 5545 rue Jardin Haute, 21000 Dijon, France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F5820E9F-D36E-4BDB-B0FB-7B7F1C2B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91EEC7F5-5FC3-4CCF-95B0-3F51CA4C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6A249A55-0E36-4E3C-B493-7C9E5EDD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Numéro de sécurité sociale (INSEE): 1760775226326 11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77186F4F-6446-4EC3-B688-B2ACE078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Ines Gabriel Bertrand  |  Physical Address: 5582 rue Laurier Haute, 06000 Nice, France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49DBCA66-AC93-4E1E-9400-BB5CC2DE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42DE96F5-1621-411C-81E2-7C16141B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821C7C59-808A-430C-81CB-51717EF8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Numéro de sécurité sociale (INSEE): 2770875227327 91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A556ED26-7A63-4B34-83CC-BA39DA89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Paul Lucas Richard  |  Physical Address: 5619 rue Lilas Haute, 69001 Lyon, France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0FB2F288-45C0-464C-A25A-0204B717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CB1F83C1-10E0-44DC-A882-84FD8642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71B4C4DE-9486-4558-816D-8F340D72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Numéro de sécurité sociale (INSEE): 1780975228328 77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3C9FAE23-271F-4398-AC89-74EA6BAC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Lea Hugo Girard  |  Physical Address: 5656 rue Olivier Haute, 67000 Strasbourg, France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0DA09B39-341F-4DAC-80D3-B1C8EBE2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05BBEEE5-30B2-4564-BD86-513B4315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D43C003F-4648-4106-B86C-D2DB75EE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Numéro de sécurité sociale (INSEE): 2791075229329 60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52583F54-430A-4FA3-82CD-0BFAE6F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Hugo Leo Laurent  |  Physical Address: 5693 rue Peuplier Haute, 31000 Toulouse, France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EA8F9686-6807-44CA-B614-89F9CB4A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9A0D16D3-28DC-47DA-9007-51E0C70C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437237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AB6F2A28-574C-47AA-8B3D-1A409733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44508A48-008A-4CA7-8E24-B47F6E64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49E844C0-3AE9-4316-9AF3-D1070B52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57BB0016-31D3-4713-85EA-E29EF2F0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Numéro de sécurité sociale (INSEE): 1801175230330 46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91C576B1-C93D-4BD4-B7F2-D8AD9A61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Manon Gabriel Fontaine  |  Physical Address: 5730 rue Tilleul Haute, 34000 Montpellier, France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52864422-E11F-4216-B749-427032A3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63F98D88-20E8-4B13-8A3F-130931C4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87EC493B-7AFF-47B4-A9E5-63CEE3A4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Numéro de sécurité sociale (INSEE): 2811275231331 29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42569DBE-6EAB-428D-B7C3-BF86943C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Lucas Lefebvre  |  Physical Address: 5767 rue Vigne Haute, 59000 Lille, France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AE43F3F1-0C1B-41F5-A589-B84F9A7B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833CB101-61E6-4B45-976A-435165E5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7FEF8DAB-8D8B-49E5-AD37-970C1491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Numéro de sécurité sociale (INSEE): 1820175232332 17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DC47D0B6-1C57-4D58-8C46-1BDACA30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Hugo Thomas  |  Physical Address: 5804 rue Acacia Basse, 75001 Paris, France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7C8A410B-1B3A-43E0-B643-88CE8467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6CAE7CB1-6B10-4DE7-A4CF-9B943C10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494B6B86-E0A2-4BED-BD27-80F9633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Numéro de sécurité sociale (INSEE): 2830275233333 97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3C778DD0-5E9C-4420-B102-2BA655C6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Jules Leo Bertrand  |  Physical Address: 5841 rue Amandier Basse, 44000 Nantes, France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03FDCE9E-9887-4C8D-BA17-05066389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EF3E251E-E8E8-497A-8707-6BFC8A72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A614681B-7398-47AC-950E-A839AADD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Numéro de sécurité sociale (INSEE): 1840375234334 83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42FEE74E-BACA-4DDE-BDDA-BCEC8A5B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Gabriel Durand  |  Physical Address: 5878 rue Cedre Basse, 13001 Marseille, France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4F419DB0-B9EB-4760-A2DB-14A8D0FE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B5CB9827-18F9-49C5-A83C-735E9287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914837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5125CEEA-DB7B-4CC7-928C-A19472F1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51979D07-8595-49F8-ADD0-51CE0398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4FE4834B-8167-4261-8CB3-DF7D69FF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5648E20B-41A9-4621-9D34-FCEB5A13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Numéro de sécurité sociale (INSEE): 2850475235335 66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ED56C609-D318-46DB-97F0-4473F378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 Lucas Girard  |  Physical Address: 5915 rue Chene Basse, 35000 Rennes, France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CB23C5AA-3E3C-473F-9120-AF249968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44A006A2-7ECD-4650-8226-B9EC286E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9F14C8D1-2886-43E2-B4E8-DFCA0DBE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Numéro de sécurité sociale (INSEE): 1860575236336 52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BC06B648-1AAF-41ED-B17F-FBFC552E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Alice Hugo Laurent  |  Physical Address: 5952 rue Fontaine Basse, 33000 Bordeaux, France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A6D3CCA0-ABDA-40E8-9C34-54DF1724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EDD92224-1B15-49BB-AE3B-C9CFEEEA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AB5E6CBB-5468-4893-812C-426BAB99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Numéro de sécurité sociale (INSEE): 2870675237337 35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1284F732-EFD2-452F-B00E-9874B8C8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Raphael Leo Fontaine  |  Physical Address: 5989 rue Jardin Basse, 21000 Dijon, France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54815B9C-1F04-44EC-8A01-261E9AFC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970ACF26-B1C1-4762-B7DF-F7E475C2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841EB590-9B7D-4B01-96C9-2FBDD835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Numéro de sécurité sociale (INSEE): 1880775238338 21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1905D5E9-A18E-44F1-B072-DC4B42F6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Jade Gabriel Leroy  |  Physical Address: 6026 rue Laurier Basse, 06000 Nice, France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5EF2D486-6367-4DA9-98BA-373F49BC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AF07140A-D5CA-4418-9E93-6F316437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8A06B0FA-EA7C-4A70-85DC-A671F550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Numéro de sécurité sociale (INSEE): 2890875239339 04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557AC909-C652-4921-848A-CEA011A8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Louis Lucas Thomas  |  Physical Address: 6063 rue Lilas Basse, 69001 Lyon, France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E1171714-8D06-4536-AA3D-7DB23CE9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EA2919BB-1036-44C5-9F61-47B5C7E3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0904835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710C69AC-3E9E-4608-AFC2-737E46F6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BCF35930-AFFE-4CB5-A5F8-9075F213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E15677D9-F119-4F83-AADD-463EDD4E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05FBE420-61DB-4EBF-A731-FF9300CC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Numéro de sécurité sociale (INSEE): 1900975240340 87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C12AB2BB-509D-484E-AC3A-9EDA5A67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Louise Hugo Bertrand  |  Physical Address: 6100 rue Olivier Basse, 67000 Strasbourg, France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357AD929-8F8A-4AC5-8447-92EB543A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6A292F70-D4CA-4F61-89FD-A577B650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90C96973-FB71-4901-92DB-00465621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Numéro de sécurité sociale (INSEE): 2911075241341 70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402463FA-D7DE-4642-BCEA-11BE579D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Gabriel Leo Durand  |  Physical Address: 6137 rue Peuplier Basse, 31000 Toulouse, France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6B353D8C-3D33-402C-AE0C-0C971FAB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A14B63E2-2527-4194-9B07-F397FFFC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ACE4F60E-C330-4CEB-A6C6-BB972746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Numéro de sécurité sociale (INSEE): 1921175242342 56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66B46572-EAA4-4ABE-9C50-D06DD0E7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Camille Gabriel Bonnet  |  Physical Address: 6174 rue Tilleul Basse, 34000 Montpellier, France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0365D520-455A-434B-8D31-F305407A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2BA9B84F-0B05-47FF-9D11-89BAD03E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E18D74A8-DF49-4D31-9BAD-EDFC83F1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Numéro de sécurité sociale (INSEE): 2931275243343 39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54EEE4E1-0D9A-4A24-A6C2-9672849F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Maxime Clara Laurent  |  Physical Address: 6211 rue Vigne Basse, 59000 Lille, France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11CE2BAE-4DB5-43EE-B1BD-29BF39AC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F2C8B3EC-033F-4149-BDE2-7D6C2318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1B4E8475-403A-4E90-985D-6596F305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Numéro de sécurité sociale (INSEE): 1940175244344 27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F26D8655-9F83-4A67-A263-8035F190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Elise Manon Fontaine  |  Physical Address: 6248 avenue Acacia Blanc, 75001 Paris, France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D02C8D91-CFCB-4E6B-B873-08E0F97B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0A688B5D-FE17-4854-9B51-A5FFD45B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003620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0902608A-374F-40ED-AF0C-069317C4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French Social Security Numbers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113D9B07-BE97-4A95-9985-23951177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15BFEB87-9487-4E19-8344-90776636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21D9255A-70F1-45AF-A322-DFFB5E06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Numéro de sécurité sociale (INSEE): 2950275245345 10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7C28D192-74BD-4BDC-BEE2-AEEE6973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Theo Alice Leroy  |  Physical Address: 6285 avenue Amandier Blanc, 44000 Nantes, France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78270102-9D1C-4558-BC7A-65D6A4E9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631F7F8B-33F6-4BBA-9A2C-54277002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64A81201-910C-412A-8408-613BE270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Numéro de sécurité sociale (INSEE): 1960375246346 93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FDBDA791-B3E6-48DA-A3ED-8E48DE21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Juliette Camille Petit  |  Physical Address: 6322 avenue Cedre Blanc, 13001 Marseille, France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D09024DF-45FE-450A-BE86-D24905CA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09976CBF-0E9F-4D6B-B5D8-AB9F3037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57B7D477-7ED5-4F20-87C7-9C946A5F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Numéro de sécurité sociale (INSEE): 2970475247347 76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BA326B67-E437-41F6-ABBF-4BDEF8C2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Clara Bertrand  |  Physical Address: 6359 avenue Chene Blanc, 35000 Rennes, France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D4A61C99-3C69-4B99-8A50-A436A32C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EDEB6917-4947-446B-95F7-F5C7046D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601CD6FB-F1E8-475E-B24D-1936B96A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Numéro de sécurité sociale (INSEE): 1980575248348 62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1435EA68-6E07-49BD-BE09-7AD1FAC2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Clara Manon Durand  |  Physical Address: 6396 avenue Fontaine Blanc, 33000 Bordeaux, France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20DBC5BF-4A95-4782-B8A0-AD78A378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9D3A10D8-F085-4132-8BD2-C0823BE6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FA0A8A66-1AFF-4276-901C-C3B5FA0D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Numéro de sécurité sociale (INSEE): 2990675249349 45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F910639B-A4F6-42DF-843B-7BA45DF1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Alice Bonnet  |  Physical Address: 6433 avenue Jardin Blanc, 21000 Dijon, France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892EB080-1E1F-4C70-A71C-CCC4B20E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Numéro de sécurité sociale; numéro INSEE; assurance maladie France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302F1450-0169-4004-8EDF-99C4DE08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France social security number (INSEE)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73057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2026-07-31T08:59:47.7110000Z</dcterms:created>
  <dcterms:modified xsi:type="dcterms:W3CDTF">2026-07-31T08:59:47.7110000Z</dcterms:modified>
</coreProperties>
</file>
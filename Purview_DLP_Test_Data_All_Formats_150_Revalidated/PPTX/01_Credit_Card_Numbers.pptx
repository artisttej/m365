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761f4506084cf8" /><Relationship Type="http://schemas.openxmlformats.org/officeDocument/2006/relationships/extended-properties" Target="/docProps/app.xml" Id="Rbf950163788649cb" /><Relationship Type="http://schemas.openxmlformats.org/officeDocument/2006/relationships/officeDocument" Target="/ppt/presentation.xml" Id="Rb1fc3339376e4b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f7042191bc4df9"/>
  </p:sldMasterIdLst>
  <p:notesMasterIdLst>
    <p:notesMasterId xmlns:r="http://schemas.openxmlformats.org/officeDocument/2006/relationships" r:id="Rbeb903aac79e4f1b"/>
  </p:notesMasterIdLst>
  <p:sldIdLst>
    <p:sldId xmlns:r="http://schemas.openxmlformats.org/officeDocument/2006/relationships" id="256" r:id="R3e2266c50f36483a"/>
    <p:sldId xmlns:r="http://schemas.openxmlformats.org/officeDocument/2006/relationships" id="257" r:id="R6b63e18f634c4a6a"/>
    <p:sldId xmlns:r="http://schemas.openxmlformats.org/officeDocument/2006/relationships" id="258" r:id="R35ee8cf6b27a48bb"/>
    <p:sldId xmlns:r="http://schemas.openxmlformats.org/officeDocument/2006/relationships" id="259" r:id="R0cb2b7a9f3cf430a"/>
    <p:sldId xmlns:r="http://schemas.openxmlformats.org/officeDocument/2006/relationships" id="260" r:id="Raac759c2ac4e4843"/>
    <p:sldId xmlns:r="http://schemas.openxmlformats.org/officeDocument/2006/relationships" id="261" r:id="Rb4b13e772d4c421a"/>
    <p:sldId xmlns:r="http://schemas.openxmlformats.org/officeDocument/2006/relationships" id="262" r:id="R27f8bbe36dd84e1c"/>
    <p:sldId xmlns:r="http://schemas.openxmlformats.org/officeDocument/2006/relationships" id="263" r:id="Ra3da963ffb35437b"/>
    <p:sldId xmlns:r="http://schemas.openxmlformats.org/officeDocument/2006/relationships" id="264" r:id="Ra3e217052c934630"/>
    <p:sldId xmlns:r="http://schemas.openxmlformats.org/officeDocument/2006/relationships" id="265" r:id="R5bda2f5454db498c"/>
    <p:sldId xmlns:r="http://schemas.openxmlformats.org/officeDocument/2006/relationships" id="266" r:id="Rca9810c1093544b2"/>
    <p:sldId xmlns:r="http://schemas.openxmlformats.org/officeDocument/2006/relationships" id="267" r:id="R1e56cad0263b431d"/>
    <p:sldId xmlns:r="http://schemas.openxmlformats.org/officeDocument/2006/relationships" id="268" r:id="R9220ae2f18f24e3e"/>
    <p:sldId xmlns:r="http://schemas.openxmlformats.org/officeDocument/2006/relationships" id="269" r:id="R34648297c5ac4ab5"/>
    <p:sldId xmlns:r="http://schemas.openxmlformats.org/officeDocument/2006/relationships" id="270" r:id="Rd17f72a0bc794114"/>
    <p:sldId xmlns:r="http://schemas.openxmlformats.org/officeDocument/2006/relationships" id="271" r:id="Rd6fb5fb6032e40fb"/>
    <p:sldId xmlns:r="http://schemas.openxmlformats.org/officeDocument/2006/relationships" id="272" r:id="R5e3ede7e4ad544bc"/>
    <p:sldId xmlns:r="http://schemas.openxmlformats.org/officeDocument/2006/relationships" id="273" r:id="Rff2f73aca2774390"/>
    <p:sldId xmlns:r="http://schemas.openxmlformats.org/officeDocument/2006/relationships" id="274" r:id="R5523d401f13b4c20"/>
    <p:sldId xmlns:r="http://schemas.openxmlformats.org/officeDocument/2006/relationships" id="275" r:id="R3f8bd288253b45dc"/>
    <p:sldId xmlns:r="http://schemas.openxmlformats.org/officeDocument/2006/relationships" id="276" r:id="R29f0f21dd3db41c3"/>
    <p:sldId xmlns:r="http://schemas.openxmlformats.org/officeDocument/2006/relationships" id="277" r:id="R893b7e9e65924472"/>
    <p:sldId xmlns:r="http://schemas.openxmlformats.org/officeDocument/2006/relationships" id="278" r:id="R413c1bdfb5174143"/>
    <p:sldId xmlns:r="http://schemas.openxmlformats.org/officeDocument/2006/relationships" id="279" r:id="R89a37b7a868a4e20"/>
    <p:sldId xmlns:r="http://schemas.openxmlformats.org/officeDocument/2006/relationships" id="280" r:id="Rd22501fde4fa4a2d"/>
    <p:sldId xmlns:r="http://schemas.openxmlformats.org/officeDocument/2006/relationships" id="281" r:id="R985e3207389f4ffe"/>
    <p:sldId xmlns:r="http://schemas.openxmlformats.org/officeDocument/2006/relationships" id="282" r:id="R273059929379480c"/>
    <p:sldId xmlns:r="http://schemas.openxmlformats.org/officeDocument/2006/relationships" id="283" r:id="R9ba052aa256543d7"/>
    <p:sldId xmlns:r="http://schemas.openxmlformats.org/officeDocument/2006/relationships" id="284" r:id="Re14258a090fe4381"/>
    <p:sldId xmlns:r="http://schemas.openxmlformats.org/officeDocument/2006/relationships" id="285" r:id="R6bce58baec8041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ea2f8d0d34d59" /><Relationship Type="http://schemas.openxmlformats.org/officeDocument/2006/relationships/slideMaster" Target="/ppt/slideMasters/slideMaster1.xml" Id="R24f7042191bc4df9" /><Relationship Type="http://schemas.openxmlformats.org/officeDocument/2006/relationships/notesMaster" Target="/ppt/notesMasters/notesMaster1.xml" Id="Rbeb903aac79e4f1b" /><Relationship Type="http://schemas.openxmlformats.org/officeDocument/2006/relationships/presProps" Target="/ppt/presProps.xml" Id="R0c99832a87854877" /><Relationship Type="http://schemas.openxmlformats.org/officeDocument/2006/relationships/tableStyles" Target="/ppt/tableStyles.xml" Id="R1816d90a9def4a82" /><Relationship Type="http://schemas.openxmlformats.org/officeDocument/2006/relationships/slide" Target="/ppt/slides/slide1.xml" Id="R3e2266c50f36483a" /><Relationship Type="http://schemas.openxmlformats.org/officeDocument/2006/relationships/slide" Target="/ppt/slides/slide2.xml" Id="R6b63e18f634c4a6a" /><Relationship Type="http://schemas.openxmlformats.org/officeDocument/2006/relationships/slide" Target="/ppt/slides/slide3.xml" Id="R35ee8cf6b27a48bb" /><Relationship Type="http://schemas.openxmlformats.org/officeDocument/2006/relationships/slide" Target="/ppt/slides/slide4.xml" Id="R0cb2b7a9f3cf430a" /><Relationship Type="http://schemas.openxmlformats.org/officeDocument/2006/relationships/slide" Target="/ppt/slides/slide5.xml" Id="Raac759c2ac4e4843" /><Relationship Type="http://schemas.openxmlformats.org/officeDocument/2006/relationships/slide" Target="/ppt/slides/slide6.xml" Id="Rb4b13e772d4c421a" /><Relationship Type="http://schemas.openxmlformats.org/officeDocument/2006/relationships/slide" Target="/ppt/slides/slide7.xml" Id="R27f8bbe36dd84e1c" /><Relationship Type="http://schemas.openxmlformats.org/officeDocument/2006/relationships/slide" Target="/ppt/slides/slide8.xml" Id="Ra3da963ffb35437b" /><Relationship Type="http://schemas.openxmlformats.org/officeDocument/2006/relationships/slide" Target="/ppt/slides/slide9.xml" Id="Ra3e217052c934630" /><Relationship Type="http://schemas.openxmlformats.org/officeDocument/2006/relationships/slide" Target="/ppt/slides/slide10.xml" Id="R5bda2f5454db498c" /><Relationship Type="http://schemas.openxmlformats.org/officeDocument/2006/relationships/slide" Target="/ppt/slides/slide11.xml" Id="Rca9810c1093544b2" /><Relationship Type="http://schemas.openxmlformats.org/officeDocument/2006/relationships/slide" Target="/ppt/slides/slide12.xml" Id="R1e56cad0263b431d" /><Relationship Type="http://schemas.openxmlformats.org/officeDocument/2006/relationships/slide" Target="/ppt/slides/slide13.xml" Id="R9220ae2f18f24e3e" /><Relationship Type="http://schemas.openxmlformats.org/officeDocument/2006/relationships/slide" Target="/ppt/slides/slide14.xml" Id="R34648297c5ac4ab5" /><Relationship Type="http://schemas.openxmlformats.org/officeDocument/2006/relationships/slide" Target="/ppt/slides/slide15.xml" Id="Rd17f72a0bc794114" /><Relationship Type="http://schemas.openxmlformats.org/officeDocument/2006/relationships/slide" Target="/ppt/slides/slide16.xml" Id="Rd6fb5fb6032e40fb" /><Relationship Type="http://schemas.openxmlformats.org/officeDocument/2006/relationships/slide" Target="/ppt/slides/slide17.xml" Id="R5e3ede7e4ad544bc" /><Relationship Type="http://schemas.openxmlformats.org/officeDocument/2006/relationships/slide" Target="/ppt/slides/slide18.xml" Id="Rff2f73aca2774390" /><Relationship Type="http://schemas.openxmlformats.org/officeDocument/2006/relationships/slide" Target="/ppt/slides/slide19.xml" Id="R5523d401f13b4c20" /><Relationship Type="http://schemas.openxmlformats.org/officeDocument/2006/relationships/slide" Target="/ppt/slides/slide20.xml" Id="R3f8bd288253b45dc" /><Relationship Type="http://schemas.openxmlformats.org/officeDocument/2006/relationships/slide" Target="/ppt/slides/slide21.xml" Id="R29f0f21dd3db41c3" /><Relationship Type="http://schemas.openxmlformats.org/officeDocument/2006/relationships/slide" Target="/ppt/slides/slide22.xml" Id="R893b7e9e65924472" /><Relationship Type="http://schemas.openxmlformats.org/officeDocument/2006/relationships/slide" Target="/ppt/slides/slide23.xml" Id="R413c1bdfb5174143" /><Relationship Type="http://schemas.openxmlformats.org/officeDocument/2006/relationships/slide" Target="/ppt/slides/slide24.xml" Id="R89a37b7a868a4e20" /><Relationship Type="http://schemas.openxmlformats.org/officeDocument/2006/relationships/slide" Target="/ppt/slides/slide25.xml" Id="Rd22501fde4fa4a2d" /><Relationship Type="http://schemas.openxmlformats.org/officeDocument/2006/relationships/slide" Target="/ppt/slides/slide26.xml" Id="R985e3207389f4ffe" /><Relationship Type="http://schemas.openxmlformats.org/officeDocument/2006/relationships/slide" Target="/ppt/slides/slide27.xml" Id="R273059929379480c" /><Relationship Type="http://schemas.openxmlformats.org/officeDocument/2006/relationships/slide" Target="/ppt/slides/slide28.xml" Id="R9ba052aa256543d7" /><Relationship Type="http://schemas.openxmlformats.org/officeDocument/2006/relationships/slide" Target="/ppt/slides/slide29.xml" Id="Re14258a090fe4381" /><Relationship Type="http://schemas.openxmlformats.org/officeDocument/2006/relationships/slide" Target="/ppt/slides/slide30.xml" Id="R6bce58baec8041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571b45b46d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bc5cd7f6d4b5b" /><Relationship Type="http://schemas.openxmlformats.org/officeDocument/2006/relationships/notesMaster" Target="/ppt/notesMasters/notesMaster1.xml" Id="R0e6a4f9139de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8810a230c4b71" /><Relationship Type="http://schemas.openxmlformats.org/officeDocument/2006/relationships/notesMaster" Target="/ppt/notesMasters/notesMaster1.xml" Id="R21e1e62c84ca43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2992c47f8444c" /><Relationship Type="http://schemas.openxmlformats.org/officeDocument/2006/relationships/notesMaster" Target="/ppt/notesMasters/notesMaster1.xml" Id="Re5c023ceaa064a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d7b6837dad47c7" /><Relationship Type="http://schemas.openxmlformats.org/officeDocument/2006/relationships/notesMaster" Target="/ppt/notesMasters/notesMaster1.xml" Id="Rab5da2b814d6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a4647cb43d4c63" /><Relationship Type="http://schemas.openxmlformats.org/officeDocument/2006/relationships/notesMaster" Target="/ppt/notesMasters/notesMaster1.xml" Id="R44e88262b4a745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5ce511d7e4d62" /><Relationship Type="http://schemas.openxmlformats.org/officeDocument/2006/relationships/notesMaster" Target="/ppt/notesMasters/notesMaster1.xml" Id="R1d33a6f20c2d43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7bb207a4c4cd6" /><Relationship Type="http://schemas.openxmlformats.org/officeDocument/2006/relationships/notesMaster" Target="/ppt/notesMasters/notesMaster1.xml" Id="Rfcad6446017a49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0aec6086b4e6b" /><Relationship Type="http://schemas.openxmlformats.org/officeDocument/2006/relationships/notesMaster" Target="/ppt/notesMasters/notesMaster1.xml" Id="R83a7c35ac4d946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85c21f73534057" /><Relationship Type="http://schemas.openxmlformats.org/officeDocument/2006/relationships/notesMaster" Target="/ppt/notesMasters/notesMaster1.xml" Id="Rc7f41295c9c045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767b97b924338" /><Relationship Type="http://schemas.openxmlformats.org/officeDocument/2006/relationships/notesMaster" Target="/ppt/notesMasters/notesMaster1.xml" Id="R8d5f387eaa6044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3efac691064b99" /><Relationship Type="http://schemas.openxmlformats.org/officeDocument/2006/relationships/notesMaster" Target="/ppt/notesMasters/notesMaster1.xml" Id="Rda074a0dfaa045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df77d39b443f2" /><Relationship Type="http://schemas.openxmlformats.org/officeDocument/2006/relationships/notesMaster" Target="/ppt/notesMasters/notesMaster1.xml" Id="R13b842dce75d4e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fc04d0ffe94c9a" /><Relationship Type="http://schemas.openxmlformats.org/officeDocument/2006/relationships/notesMaster" Target="/ppt/notesMasters/notesMaster1.xml" Id="Rba887572738949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55520d36314767" /><Relationship Type="http://schemas.openxmlformats.org/officeDocument/2006/relationships/notesMaster" Target="/ppt/notesMasters/notesMaster1.xml" Id="R7841f587e70441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07b036ae06403f" /><Relationship Type="http://schemas.openxmlformats.org/officeDocument/2006/relationships/notesMaster" Target="/ppt/notesMasters/notesMaster1.xml" Id="R3629ece5c40d4a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a4fa6b55c64806" /><Relationship Type="http://schemas.openxmlformats.org/officeDocument/2006/relationships/notesMaster" Target="/ppt/notesMasters/notesMaster1.xml" Id="R7ff8fcd248d349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e2689b9a504d23" /><Relationship Type="http://schemas.openxmlformats.org/officeDocument/2006/relationships/notesMaster" Target="/ppt/notesMasters/notesMaster1.xml" Id="Ra7a93a2d30cc49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922d0bff154b78" /><Relationship Type="http://schemas.openxmlformats.org/officeDocument/2006/relationships/notesMaster" Target="/ppt/notesMasters/notesMaster1.xml" Id="Re65fe3484ff14f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45f8d8c44e4de8" /><Relationship Type="http://schemas.openxmlformats.org/officeDocument/2006/relationships/notesMaster" Target="/ppt/notesMasters/notesMaster1.xml" Id="R1f4469ce353747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cc7fcf60854210" /><Relationship Type="http://schemas.openxmlformats.org/officeDocument/2006/relationships/notesMaster" Target="/ppt/notesMasters/notesMaster1.xml" Id="R7fd19e45024f4a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71190561eb4468" /><Relationship Type="http://schemas.openxmlformats.org/officeDocument/2006/relationships/notesMaster" Target="/ppt/notesMasters/notesMaster1.xml" Id="R635505603a884a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31deeb17c049be" /><Relationship Type="http://schemas.openxmlformats.org/officeDocument/2006/relationships/notesMaster" Target="/ppt/notesMasters/notesMaster1.xml" Id="R43f4a6264b0b46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4d081cd802454d" /><Relationship Type="http://schemas.openxmlformats.org/officeDocument/2006/relationships/notesMaster" Target="/ppt/notesMasters/notesMaster1.xml" Id="R751ca069376242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263916caea4b2a" /><Relationship Type="http://schemas.openxmlformats.org/officeDocument/2006/relationships/notesMaster" Target="/ppt/notesMasters/notesMaster1.xml" Id="R0813563412cb45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de2c0aca504d5e" /><Relationship Type="http://schemas.openxmlformats.org/officeDocument/2006/relationships/notesMaster" Target="/ppt/notesMasters/notesMaster1.xml" Id="R60025e71a15d40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5767765dac4c8b" /><Relationship Type="http://schemas.openxmlformats.org/officeDocument/2006/relationships/notesMaster" Target="/ppt/notesMasters/notesMaster1.xml" Id="R24214e5eef3a49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cdf6047d6241bb" /><Relationship Type="http://schemas.openxmlformats.org/officeDocument/2006/relationships/notesMaster" Target="/ppt/notesMasters/notesMaster1.xml" Id="R918bec2eba2842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d59e38250245fd" /><Relationship Type="http://schemas.openxmlformats.org/officeDocument/2006/relationships/notesMaster" Target="/ppt/notesMasters/notesMaster1.xml" Id="R17865908566a42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2dfded4384543b5" /><Relationship Type="http://schemas.openxmlformats.org/officeDocument/2006/relationships/notesMaster" Target="/ppt/notesMasters/notesMaster1.xml" Id="R7db9d8632928448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c9fdd75cc64d77" /><Relationship Type="http://schemas.openxmlformats.org/officeDocument/2006/relationships/notesMaster" Target="/ppt/notesMasters/notesMaster1.xml" Id="Rcc323845145342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https://learn.microsoft.com/en-us/purview/sit-defn-credit-card-number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25593aa13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63894ddace4aef" /><Relationship Type="http://schemas.openxmlformats.org/officeDocument/2006/relationships/slideLayout" Target="/ppt/slideLayouts/slideLayout1.xml" Id="R1a6d40ba8ebf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6d40ba8ebf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bf55530e74413" /><Relationship Type="http://schemas.openxmlformats.org/officeDocument/2006/relationships/notesSlide" Target="/ppt/notesSlides/notesSlide1.xml" Id="R5cc58a60b29f40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1561d81c4089" /><Relationship Type="http://schemas.openxmlformats.org/officeDocument/2006/relationships/notesSlide" Target="/ppt/notesSlides/notesSlide2.xml" Id="R9f3d884102d0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a5efd7024820" /><Relationship Type="http://schemas.openxmlformats.org/officeDocument/2006/relationships/notesSlide" Target="/ppt/notesSlides/notesSlide3.xml" Id="Rce3627d46a58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851456cb64f53" /><Relationship Type="http://schemas.openxmlformats.org/officeDocument/2006/relationships/notesSlide" Target="/ppt/notesSlides/notesSlide4.xml" Id="R1fd25c96810c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5d9fff9e54c70" /><Relationship Type="http://schemas.openxmlformats.org/officeDocument/2006/relationships/notesSlide" Target="/ppt/notesSlides/notesSlide5.xml" Id="Rd44bdd595cca47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af8705f3843a1" /><Relationship Type="http://schemas.openxmlformats.org/officeDocument/2006/relationships/notesSlide" Target="/ppt/notesSlides/notesSlide6.xml" Id="R94d8e3a12533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d7caeebe48d1" /><Relationship Type="http://schemas.openxmlformats.org/officeDocument/2006/relationships/notesSlide" Target="/ppt/notesSlides/notesSlide7.xml" Id="R2e01b63aab3743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fca4c393c4a1b" /><Relationship Type="http://schemas.openxmlformats.org/officeDocument/2006/relationships/notesSlide" Target="/ppt/notesSlides/notesSlide8.xml" Id="Rbe0bf9a214424d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47cfba2644421" /><Relationship Type="http://schemas.openxmlformats.org/officeDocument/2006/relationships/notesSlide" Target="/ppt/notesSlides/notesSlide9.xml" Id="R0eeb8890489c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8f127e0b46cf" /><Relationship Type="http://schemas.openxmlformats.org/officeDocument/2006/relationships/notesSlide" Target="/ppt/notesSlides/notesSlide10.xml" Id="R16abb2083963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c35719ab04f02" /><Relationship Type="http://schemas.openxmlformats.org/officeDocument/2006/relationships/notesSlide" Target="/ppt/notesSlides/notesSlide11.xml" Id="Re5dfdf1acd0f40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9e332fd914bc1" /><Relationship Type="http://schemas.openxmlformats.org/officeDocument/2006/relationships/notesSlide" Target="/ppt/notesSlides/notesSlide12.xml" Id="R3758522cf2bb4b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66e31ccc74ee8" /><Relationship Type="http://schemas.openxmlformats.org/officeDocument/2006/relationships/notesSlide" Target="/ppt/notesSlides/notesSlide13.xml" Id="R485842a7689d46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e93936abc4003" /><Relationship Type="http://schemas.openxmlformats.org/officeDocument/2006/relationships/notesSlide" Target="/ppt/notesSlides/notesSlide14.xml" Id="R846256fbd3f148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62ccaa7745a3" /><Relationship Type="http://schemas.openxmlformats.org/officeDocument/2006/relationships/notesSlide" Target="/ppt/notesSlides/notesSlide15.xml" Id="R694d09a1acdb40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7901cce414d3c" /><Relationship Type="http://schemas.openxmlformats.org/officeDocument/2006/relationships/notesSlide" Target="/ppt/notesSlides/notesSlide16.xml" Id="R319219a1312646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1bb8904164e8e" /><Relationship Type="http://schemas.openxmlformats.org/officeDocument/2006/relationships/notesSlide" Target="/ppt/notesSlides/notesSlide17.xml" Id="R3263b85b15064a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805877df54290" /><Relationship Type="http://schemas.openxmlformats.org/officeDocument/2006/relationships/notesSlide" Target="/ppt/notesSlides/notesSlide18.xml" Id="R559e7747d8aa49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5f7c7f034ebf" /><Relationship Type="http://schemas.openxmlformats.org/officeDocument/2006/relationships/notesSlide" Target="/ppt/notesSlides/notesSlide19.xml" Id="R2e1db9752b3347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901a368cb4817" /><Relationship Type="http://schemas.openxmlformats.org/officeDocument/2006/relationships/notesSlide" Target="/ppt/notesSlides/notesSlide20.xml" Id="R4b2fc8ca2c584f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4aeb98abd464a" /><Relationship Type="http://schemas.openxmlformats.org/officeDocument/2006/relationships/notesSlide" Target="/ppt/notesSlides/notesSlide21.xml" Id="Rfda4ec3037b148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4e347df854033" /><Relationship Type="http://schemas.openxmlformats.org/officeDocument/2006/relationships/notesSlide" Target="/ppt/notesSlides/notesSlide22.xml" Id="R7a56e23a902645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88ea9abcd4b37" /><Relationship Type="http://schemas.openxmlformats.org/officeDocument/2006/relationships/notesSlide" Target="/ppt/notesSlides/notesSlide23.xml" Id="Rae487fb410214a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0d184755a4331" /><Relationship Type="http://schemas.openxmlformats.org/officeDocument/2006/relationships/notesSlide" Target="/ppt/notesSlides/notesSlide24.xml" Id="R4bf4fd066cf54a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9fa612e74d75" /><Relationship Type="http://schemas.openxmlformats.org/officeDocument/2006/relationships/notesSlide" Target="/ppt/notesSlides/notesSlide25.xml" Id="R953cea1c48d94a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b0f2c5dac491d" /><Relationship Type="http://schemas.openxmlformats.org/officeDocument/2006/relationships/notesSlide" Target="/ppt/notesSlides/notesSlide26.xml" Id="Rd94cb6b655eb42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facae72b741a1" /><Relationship Type="http://schemas.openxmlformats.org/officeDocument/2006/relationships/notesSlide" Target="/ppt/notesSlides/notesSlide27.xml" Id="R39ec01bf26f04b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ece545f27481e" /><Relationship Type="http://schemas.openxmlformats.org/officeDocument/2006/relationships/notesSlide" Target="/ppt/notesSlides/notesSlide28.xml" Id="R3a54e8251d9e48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0222667ed41b5" /><Relationship Type="http://schemas.openxmlformats.org/officeDocument/2006/relationships/notesSlide" Target="/ppt/notesSlides/notesSlide29.xml" Id="R8766d42d2b2940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31a4c1fb451b" /><Relationship Type="http://schemas.openxmlformats.org/officeDocument/2006/relationships/notesSlide" Target="/ppt/notesSlides/notesSlide30.xml" Id="R54ea8bb5078846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B086A0B5-0B8E-4169-B24F-DA8C316B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5C592A05-657A-46CD-994D-D3D3DF9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764C1115-2845-480B-8027-F03F7EF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47E8E1E2-27A7-4EDE-9BDB-761A22FE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Credit Card Number: 4854 1907 4665 7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33D46476-9A1B-49C1-93DA-A6D0579C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Smith  |  Physical Address: 1115 Silver Oak Street, Fort Worth, TX 76148,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EAD2F0D7-36C1-4532-853A-7F95308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02/2030; CVV: 118; payment card account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DDE628A0-8A0E-47FA-AFC2-2B87A873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82687738-F912-4838-A315-DB0881E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Credit Card Number: 4101 3116 5542 8807 207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1F17B34E-C5B5-4DAA-84C7-2DEB1920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Christopher Anderson  |  Physical Address: 1152 Golden Oak Street, Pleasant Hill, CA 94523,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2EA24FBD-630A-463D-A8FB-3B6D2E2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03/2031; CVV: 135; payment card account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0E65B4BD-389B-4B6E-B5D8-C71597E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8E2665DA-BD3B-4D2B-9413-25A4C127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Credit Card Number: 4721 1727 4393 1030 344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8B2C7C0B-EF8C-4000-AD31-D67BECD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Ronald Clark  |  Physical Address: 1189 Cedar Oak Street, Northglenn, CO 80233,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09B6276C-035A-4EE6-A5BB-F5AB5B4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04/2032; CVV: 152; payment card account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EB0E089C-A5FB-4D13-9136-31EAB378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2E98031B-6381-494E-A4F4-06FC2CB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Credit Card Number: 4991 6046 2626 9411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8042FDA7-94AB-409D-BC74-61506CD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 Wright  |  Physical Address: 1226 Willow Oak Street, Colorado Springs, CO 80916,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4773BA17-BB4A-456C-AB99-BEDC2D10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05/2033; CVV: 169; payment card account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2299C95C-0F1F-4187-94F4-F7F6D09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4B1714DA-3E19-475C-9AF0-6A969BD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Credit Card Number: 4575 4392 4370 7822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9AC1A244-5483-422F-A2D0-6964C2A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Lisa Mitchell  |  Physical Address: 1263 Maple Oak Street, San Antonio, TX 78247,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6F5C8C4F-9525-4941-A573-A93A8A3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06/2029; CVV: 186; payment card account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12E8D9DC-F1D7-42EA-8363-85D3F66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40972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399F8FC5-243F-4829-8589-1DD56BD1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2238CADE-82B1-4962-821A-EA2D741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69604EEB-C632-4864-A6D3-EDB3D2F5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ECB34719-7958-4020-8910-360147A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Credit Card Number: 4391 5694 2590 2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578D496B-6528-4DC2-A009-C20DD34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Mason Thompson  |  Physical Address: 1300 River Oak Street, Boston, MA 02108,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56CD0301-E457-473D-A2D0-D6403F3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07/2030; CVV: 203; payment card account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4571940A-06AB-4556-9FBC-A5EFD841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50D933B0-55C5-4885-A9C0-9423C64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Credit Card Number: 4100 7081 3446 9336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79701104-17AC-490D-BEA7-BAC80EC2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Liam Miller  |  Physical Address: 1337 Meadow Oak Street, Minneapolis, MN 55401,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C773F290-1EBF-4336-962E-B610F9D2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08/2031; CVV: 220; payment card account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147D2ABB-72E8-4F11-B516-99E748F1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3BA0FE63-11B6-4AA1-97FF-0FCDC11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Credit Card Number: 4482 3108 0180 0618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63938ADD-6765-4A69-A1C7-09087084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Samuel Robinson  |  Physical Address: 1374 Highland Oak Street, Seattle, WA 98101,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319E0E14-9644-4291-99C7-C05A45F8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09/2032; CVV: 237; payment card account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CDDF9DD7-E5AD-4201-B442-3CED6765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ACF0CFD4-D1FB-4C04-97E6-99F41246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Credit Card Number: 4819 9451 9182 9901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56B948D3-C793-41F4-9968-44264179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Henry Taylor  |  Physical Address: 1411 Sunset Oak Street, Charlotte, NC 28202,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C2105B6B-01F7-4793-B8DB-2181B566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10/2033; CVV: 254; payment card account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743EFB3B-8AF6-46E3-9F6A-528F0C9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57C71D71-2E35-4B05-BF1C-4DA99EF6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Credit Card Number: 4314 1183 0075 7054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E973ADA3-949C-409D-8DEB-8144306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Mason Walker  |  Physical Address: 1448 Pine Oak Street, Salt Lake City, UT 84101,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D883FF2A-84A0-4C3B-88D4-77B4C060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11/2029; CVV: 271; payment card account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8E29F8D4-FC4E-49B1-9A4B-3E5A6D9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71659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A2224C11-2534-448F-806C-095178D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2663F82C-312E-4423-87FD-B3C014DB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52A021B2-6795-41A7-9139-A7FF285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4CFF95F1-4A3D-4C1C-9EB2-C4B6FF4A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Credit Card Number: 4581 8087 1958 2430 496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3AE4CBAE-EDF4-4D81-992F-7320227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Liam White  |  Physical Address: 1485 Lake Oak Street, Atlanta, GA 30303,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F4AC1EEB-E1E0-4B71-B8BB-DF25F2B6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12/2030; CVV: 288; payment card account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2F95B6B0-AE40-42A2-91CA-5FC6C3C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DA2CE055-2A00-4EE0-85AF-52575BD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Credit Card Number: 4783 0115 3648 4456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30C4FC0E-83DE-444F-A022-F5A166D2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Samuel Johnson  |  Physical Address: 1522 Forest Oak Street, Columbus, OH 43215,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0D7EDFB0-3D4C-4EDC-9552-E7A5DD7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01/2031; CVV: 305; payment card account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01F025FE-5522-4FEE-B2E7-641C62F9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05E3AB00-625D-4184-8863-A0BB7490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Credit Card Number: 4067 9237 9124 8623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2ECCA9F4-7113-4B0D-875C-7830AFF5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Thompson  |  Physical Address: 1559 Silver Ridge Street, Phoenix, AZ 85004,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51B246B7-4DBB-4205-AC20-4D65556A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02/2032; CVV: 322; payment card account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AEB2926A-90A9-4619-A341-868170E6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FF58B664-7EA0-48D9-8D38-2A1F8E7D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Credit Card Number: 4226 8317 0727 5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5E0A685B-DFEA-425A-A764-0D59C68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Mason Miller  |  Physical Address: 1596 Golden Ridge Street, Philadelphia, PA 19103,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F362B060-14F2-4238-A7F6-1F3855D3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03/2033; CVV: 339; payment card account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43BEC614-05BD-477B-83B3-CEC81DA9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6029CF21-0801-488B-99F9-BB2FC6C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Credit Card Number: 4801 2055 1528 0111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DD18CFC3-C366-4CD1-9F2B-6EAC203B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Liam Clark  |  Physical Address: 1633 Cedar Ridge Street, Denver, CO 80202,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E26DAF73-EF64-4488-8C7C-28E4C87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04/2029; CVV: 356; payment card account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E44C71A8-FCBA-40B6-B9E8-DC8E10C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6528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01C3598-3D05-45F5-9228-9B05C0D3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C8169730-E4D3-45C0-9426-782FFEA1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33EF7D75-DD70-40BB-8369-C3BA13C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ACC056CC-F6DA-4157-9699-7E84A3E9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Credit Card Number: 4609 3025 0264 4128 005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D1E72041-28EB-4444-A4AD-62DF943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Samuel Taylor  |  Physical Address: 1670 Willow Ridge Street, Nashville, TN 37219,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225CC09C-FE4E-4E17-B553-8F60E14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05/2030; CVV: 373; payment card account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8D116961-568F-425D-95A7-2F2F1CF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EDD2DB5E-5CA8-4F8A-88A7-86BFF0AB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Credit Card Number: 4187 1814 0258 8333 211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3BA60BEF-1487-4EFC-A1B9-D4739DD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Henry Walker  |  Physical Address: 1707 Maple Ridge Street, Austin, TX 78701,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6A74DABA-C04F-46F3-AC20-2F6108D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06/2031; CVV: 390; payment card account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FF35EFF3-838D-476E-B066-EC9A6F79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C9281C64-7960-4F4A-8AC9-910AAEB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Credit Card Number: 4534 1128 6524 4172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37CED3C0-33A4-4C96-B839-90842DAA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Mason White  |  Physical Address: 1744 River Ridge Street, Chicago, IL 60601,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7FEB4FE6-4844-47E9-9277-A7AAC25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07/2032; CVV: 407; payment card account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6B730B3F-8986-4DEF-8529-ECB3A16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DD5E40D2-CD18-48B8-AAAE-38B0A2CA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Credit Card Number: 4032 8230 8601 1349 258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A06DF32C-4C08-4627-A9DD-067472D8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Liam Williams  |  Physical Address: 1781 Meadow Ridge Street, Richmond, VA 23219,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B133DD3F-6AC9-42F5-8EEA-18BCBC08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08/2033; CVV: 424; payment card account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9EDB344D-6761-4AC1-99E2-BF8CC13F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1BE35348-91D7-4D06-A86B-3FFFD79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Credit Card Number: 4909 0413 6190 6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EDF9109A-40FD-45A2-A80C-2B80A2B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Evelyn Thompson  |  Physical Address: 1818 Highland Ridge Street, Portland, OR 97205,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24E50E6E-5C3E-4C8F-9B8F-B439628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09/2029; CVV: 441; payment card account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8078A9CA-B405-4860-879C-C8E94B03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62016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6FEC9659-98CF-4F42-A1C4-F3B5036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FA73059B-79E8-4E81-B0DD-5BCE551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D8647A4D-8873-48BE-982A-D5D5A1D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913412ED-DA84-4FD9-BA85-AF811B4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Credit Card Number: 4883 1719 5758 7663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B64B0EE2-8633-4EEB-B880-850AB45F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Amelia Miller  |  Physical Address: 1855 Sunset Ridge Street, San Diego, CA 92101,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DC9A757E-8551-42B2-81F5-1035175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10/2030; CVV: 458; payment card account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09FED668-D7A6-449D-9074-2754F722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703AEC3C-2CAB-434C-93DB-9C45928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Credit Card Number: 4301 1441 7723 4733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DB6A6031-AC8B-4447-BC22-FEE7AF42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Sophia Clark  |  Physical Address: 1892 Pine Ridge Street, Boston, MA 02108,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4E633398-3D9E-4D95-BDD2-A5A4FF77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11/2031; CVV: 475; payment card account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F4BC902C-BECB-4434-820E-141D504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D45A4182-C390-478D-9A26-56F93F2E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Credit Card Number: 4216 0318 6077 6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3446121A-E2E3-43C3-93AD-A2FB457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Olivia Anderson  |  Physical Address: 1929 Lake Ridge Street, Minneapolis, MN 55401,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0A9AB738-7E94-418C-ADDE-AD5EF4B0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12/2032; CVV: 492; payment card account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63FBE6AC-8E6A-4CAF-BBA0-D140BE7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615E8021-F3FE-498E-8F31-811E98DB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Credit Card Number: 4462 9212 1342 5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D1041E29-DE8C-4951-BA01-8AC3E44E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Evelyn Walker  |  Physical Address: 1966 Forest Ridge Street, Seattle, WA 98101,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BCA51D2E-436B-417B-A352-A262239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01/2033; CVV: 509; payment card account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6A6EA340-DD6D-4F2E-AF55-E0F9C53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6E05079B-AA03-4B13-8A79-2176C97D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Credit Card Number: 4633 4127 8144 3191 003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857FB728-CBC0-4EC8-8629-EBC7AB58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Amelia White  |  Physical Address: 2003 Silver Glen Street, Charlotte, NC 28202,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BB566366-31E8-42D2-8635-19B4DB0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Visa; Expiration date: 02/2029; CVV: 526; payment card account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3BE92C29-4F18-41A1-81F9-6812935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44342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DC058233-B81B-4C29-8994-45AA636F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34CD389C-F663-423C-8009-B51FE290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16C2A8A1-BCA0-4BB4-A2F3-6AE62FA0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7507B69F-D8C3-449E-9CFE-D399CD9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Credit Card Number: 2714 0658 6970 6719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0E3034AF-38EB-4F57-9DB5-E2DE5840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Sophia Williams  |  Physical Address: 2040 Golden Glen Street, Salt Lake City, UT 84101,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E5FAC77F-A093-4A3C-8683-531269AF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03/2030; CVV: 543; payment card account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B62F7CD0-7086-4081-948C-59AE5A8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8C6E5859-E397-47E1-957F-6BD87C3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Credit Card Number: 2240 3367 5534 4789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5D0421D5-F2D5-47C2-B6A9-01DCEB5C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Olivia Garcia  |  Physical Address: 2077 Cedar Glen Street, Atlanta, GA 30303,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539D410D-5EAD-4731-9962-3E1ADA0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04/2031; CVV: 560; payment card account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B4A6A587-B79D-479E-AC0E-BFA42208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E50F6F69-F0A6-41CA-9627-F9402AB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Credit Card Number: 2236 0761 9457 6759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E999CC92-FDBB-40B0-8092-64AAFE8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Evelyn Miller  |  Physical Address: 2114 Willow Glen Street, Columbus, OH 43215,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996315BA-45D1-480C-A082-EEC1A111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05/2032; CVV: 577; payment card account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8430A64F-8CAB-4F7E-A05B-C3B37E97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70A22950-9530-484A-B5FE-233236F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Credit Card Number: 2256 4541 9878 5582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FCBDBA02-6787-448A-83D1-28C4E1E9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Amelia Clark  |  Physical Address: 2151 Maple Glen Street, Phoenix, AZ 85004,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28F5DB71-E1BF-424B-AF9A-1AC0109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06/2033; CVV: 594; payment card account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B373CE20-7245-4EF4-B170-0A5D2CE6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BDD10B7D-6AA8-4430-B67C-7E782C99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Credit Card Number: 5460 7795 1710 2787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CD06DA8C-5054-4266-A415-E5DBF6A5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Sophia Anderson  |  Physical Address: 2188 River Glen Street, Philadelphia, PA 19103,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E8FD39E7-1AFD-4871-B6C6-781B886F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07/2029; CVV: 611; payment card account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0A831F3F-3906-4306-91FF-BB522C7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32421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2CCD0DAD-5796-4BDD-9AEB-B8D4C24B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AC50F9FC-B5F6-4FB1-BE3F-4D517BF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24DABF8D-AAFB-4DA9-A57D-48573D0D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38FF4A83-D5EF-442C-924B-758A5B6E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Credit Card Number: 2276 5721 2600 1685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BF6749F7-9CBB-4440-B1AF-4D9DA12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Olivia Hall  |  Physical Address: 2225 Meadow Glen Street, Denver, CO 80202,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00B8BDDD-3713-4142-8AE8-904DBD59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08/2030; CVV: 628; payment card account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78B30A4C-243A-40FE-B1EF-EDD825FC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07C21A1A-7C02-4FE6-B731-FFD74B1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Credit Card Number: 2382 7085 1207 8215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4C8A08DE-FB29-467A-BB71-A6A17F0A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Evelyn White  |  Physical Address: 2262 Highland Glen Street, Nashville, TN 37219,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A9C8B099-7E0C-4CD1-A0C9-F64AA4EE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09/2031; CVV: 645; payment card account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296681BF-8A49-4759-9899-478998C8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0F8B651A-FCCE-4F90-81B9-F00428D1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Credit Card Number: 5187 0130 2586 4734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FAEB9893-9AC4-4C5C-B129-E9938DC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Amelia Williams  |  Physical Address: 2299 Sunset Glen Street, Austin, TX 78701,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123C0B71-4FBA-41B1-9A4C-A803C31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10/2032; CVV: 662; payment card account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806AB5E9-161C-4FFA-9F33-319B7D33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9EE894B0-3BB7-4011-B0A0-783C8074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Credit Card Number: 2289 2613 9476 0751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B5A07077-8BCC-44F8-ADE8-33A448A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Sophia Garcia  |  Physical Address: 2336 Pine Glen Street, Chicago, IL 60601,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EEF4C7D4-5E7C-4C7C-820C-DE0CEDD6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11/2033; CVV: 679; payment card account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851A9EFD-29B9-486A-83D5-C5B0612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D28E70ED-EA4D-4073-AAA2-D1D343B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Credit Card Number: 2274 2326 0785 1569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59820759-E839-411E-A44E-335D0AD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Olivia Wilson  |  Physical Address: 2373 Lake Glen Street, Richmond, VA 23219,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1C8999AC-5059-4E8C-8AA3-EF32487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12/2029; CVV: 696; payment card account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69635AD8-D056-4BF4-B6F5-F2462ED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65827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14DB4952-69FB-4148-AE4B-A5235484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69169A36-8DFB-4362-9718-394EB8F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37BAB105-EAEA-4541-9765-0CFCDAF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0D81FAD6-F205-436A-8F25-965E3CDF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Credit Card Number: 5194 3182 3475 7236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C186508B-BBA7-41CB-8D12-9FF3038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Evelyn Clark  |  Physical Address: 2410 Forest Glen Street, Portland, OR 97205,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CEEFBCA5-1072-437F-A112-9D349B3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01/2030; CVV: 713; payment card account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DEACAEFF-2D48-442C-BDD5-0CACD4D7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0E57F2DD-37B4-4158-ADCE-02FA8A2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Credit Card Number: 2289 6634 9283 7748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1C95DE46-0985-4636-9039-ADBECD40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Amelia Anderson  |  Physical Address: 2447 Silver Brook Street, San Diego, CA 92101,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7C5F48B1-3CEE-4B2C-A6C0-86966A2C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02/2031; CVV: 730; payment card account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89A78DE6-47EE-4E3D-85AD-A3DCFFC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0ED456DD-7D76-4B06-932F-24D715E3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Credit Card Number: 2299 6508 2868 0924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FE9B37F4-5B73-467D-9C36-78279CCE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Sophia Hall  |  Physical Address: 2484 Golden Brook Street, Boston, MA 02108,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3418C170-077B-4D8C-A720-386F526F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03/2032; CVV: 747; payment card account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66A37735-C881-4A69-B924-B2A0878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62477F92-C782-473E-9F71-A1228C9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Credit Card Number: 2252 4255 6292 8085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4C67144F-7DFF-4B5D-BDCC-77701593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Olivia Harris  |  Physical Address: 2521 Cedar Brook Street, Minneapolis, MN 55401,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29C37E93-0060-4AD4-A0D2-63A4137D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04/2033; CVV: 764; payment card account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01612401-D096-408D-825E-0BBDDB39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1E46008B-54F5-4FB2-A3BD-0822434A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Credit Card Number: 5482 4924 7153 1694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239BC302-5F88-4D7D-86A6-B452AD3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Evelyn Williams  |  Physical Address: 2558 Willow Brook Street, Seattle, WA 98101,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1F8C6F15-1DCE-4F04-885C-D410DF4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05/2029; CVV: 781; payment card account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317EC98D-E2A8-4566-84AB-C9298034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58279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F61DE78B-6D19-4AB0-8AE0-8A532F57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FE51DE22-0688-4E5C-833E-0B48C45B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2E7B8C73-E509-46C0-A261-B854A241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A267844D-E590-4E16-BAFE-FAB3D9E0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Credit Card Number: 2243 1370 5854 5388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1777A7D8-09DD-4772-9A4A-46F669C2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Amelia Garcia  |  Physical Address: 2595 Maple Brook Street, Charlotte, NC 28202,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856BB833-3539-4D1A-9C98-F82F6FF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06/2030; CVV: 798; payment card account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8B666885-01D9-45CC-B24F-7C51A01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C905CEA7-EEE6-4BCA-B982-9DF0287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Credit Card Number: 5574 7201 8583 3785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65421A11-0A77-4A4C-B64C-2BC34A2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Sophia Wilson  |  Physical Address: 2632 River Brook Street, Salt Lake City, UT 84101,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BBA4C3AF-923E-47A0-BC77-A1C1899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07/2031; CVV: 815; payment card account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211140CD-0285-4309-AA14-01FBD1F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7246F741-83D2-4C0F-B3B6-F020E99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Credit Card Number: 2716 4329 1270 7540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3CC35A4A-9EFB-4494-8EEF-9EE8CC13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Mason Lewis  |  Physical Address: 2669 Meadow Brook Street, Atlanta, GA 30303,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50AD9CD2-0A2F-4AE4-903A-00C42A8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08/2032; CVV: 832; payment card account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06BE1EB3-3888-48D1-9F0C-B84EBA26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5D75FA8A-02E3-4511-94A8-C184D8E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Credit Card Number: 5344 8428 4454 6084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3DD4F136-C1AA-415B-AC95-E79E8E85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Daniel Anderson  |  Physical Address: 2706 Highland Brook Street, Columbus, OH 43215,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704AA70E-D323-4B0C-B48C-DEE35473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09/2033; CVV: 849; payment card account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97B1C673-2C6E-43B1-9597-C8A6FAA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0D604B53-F736-4802-AD29-4EEF3C2D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Credit Card Number: 2711 6015 6383 9803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BCFF82FB-0B30-4CFB-AB5A-1A11D366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James Hall  |  Physical Address: 2743 Sunset Brook Street, Phoenix, AZ 85004,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0C535D5F-8AB4-4DA0-8DE1-0499735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10/2029; CVV: 866; payment card account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D3CA3CCA-2B2F-4225-ACE0-0C3C607E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80194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69A7F4AE-D863-4FA9-B361-DBA8CA6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2C7DD8DC-C287-49BE-A962-888BC91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2E0FEB67-99B5-4622-948C-E8D99CA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3F3F4A86-2986-443B-8158-F16F305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Credit Card Number: 2676 6035 8966 8417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DFAF7DD1-F8D3-4093-92D2-81B5CA46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Ethan Harris  |  Physical Address: 2780 Pine Brook Street, Philadelphia, PA 19103,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2B2979D6-6622-4F81-A49D-5E7F2C2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11/2030; CVV: 883; payment card account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C9531B07-0B42-4AE4-B5B6-4BBBAD83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2C280D2E-4E47-4738-B93C-D3C1C73F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Credit Card Number: 2453 2718 3408 3078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DBB31539-63BE-47DF-9145-1A84050E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Caleb Williams  |  Physical Address: 2817 Lake Brook Street, Denver, CO 80202,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F9BF838D-EA13-45E2-BBA7-AFA4D060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12/2031; CVV: 900; payment card account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9242868B-1781-4BA7-B63C-13D95E6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CE9A9E94-4AFE-43B9-AF36-DA477FD8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Credit Card Number: 2435 5477 3508 9733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C59B08BE-AC36-4B26-B1E1-3F3BC6B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Daniel Garcia  |  Physical Address: 2854 Forest Brook Street, Nashville, TN 37219,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7EFD7743-6F29-409D-AA7B-F3AF8533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01/2032; CVV: 917; payment card account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59043BE9-6A8C-48CD-AEF7-F32D570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C18C0A91-E7BF-410E-AFF1-A23E0BEA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Credit Card Number: 5492 7720 2375 0217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66A0B093-40C5-42A6-85E3-46B62F8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James Wilson  |  Physical Address: 2891 Silver Field Street, Austin, TX 78701,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61AFED05-EDAA-415D-A377-DA502DE0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02/2033; CVV: 934; payment card account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88B32725-7C8E-4573-88A6-5F5BBE7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9EEB30CD-ACC2-475B-A063-2F1B943E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Credit Card Number: 2285 6137 0255 8109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FA2DAC23-0488-4A61-95EA-C69D30A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Ethan Lewis  |  Physical Address: 2928 Golden Field Street, Chicago, IL 60601,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FCB00C8A-4A0C-442D-9A93-0019F27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Mastercard; Expiration date: 03/2029; CVV: 951; payment card account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08702E4A-261E-4F93-ADF1-7292C3E6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97753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8A086401-C2FD-46E8-B011-F6721E1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2DD0321D-DB12-42B9-9589-A5E3E58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09865672-0ECB-4261-B844-1EA8ACA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4B627FBE-67E9-4B61-BAF8-E5CE916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Credit Card Number: 3752 001807 63453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2A4B8E8A-0B59-4B07-89CD-3D5242D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Caleb Anderson  |  Physical Address: 2965 Cedar Field Street, Richmond, VA 23219,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E14DD259-D70D-4FEE-87AB-42173315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04/2030; CVV: 0968; payment card account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52BE6705-EE00-47FC-9EC6-6538D387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332D347D-9A13-405E-95F8-9AD6C52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Credit Card Number: 3470 159415 70533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EDD47D04-EB76-491F-803F-280D5D1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Daniel Hall  |  Physical Address: 3002 Willow Field Street, Portland, OR 97205,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84B34821-DC57-48B6-9CDF-5FAB4BF0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05/2031; CVV: 0985; payment card account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22E2DC4C-6F8E-48B5-841F-8F37B68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0C91C42F-6713-4303-866C-8A012D1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Credit Card Number: 3762 303440 52468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C8A2BFF9-64B6-4A66-A688-73EDB2F5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James Harris  |  Physical Address: 3039 Maple Field Street, San Diego, CA 92101,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F7E26C75-4020-4117-94F5-EF5F59CD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06/2032; CVV: 1002; payment card account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88CC6541-DB02-422B-B8A5-4DAC6A1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9D6E37BC-4EA8-461E-A8C8-953A590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Credit Card Number: 3421 009327 06661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6492F40D-FBAB-4DD2-A242-87AF02F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Ethan Brown  |  Physical Address: 3076 River Field Street, Boston, MA 02108,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34C72850-5CA2-42D6-ADD0-0DA71F39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07/2033; CVV: 1019; payment card account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53336FFC-ED2F-4ACA-AB6D-0F7CD2A8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48549CEC-3D58-483A-8BBA-1D12E39C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Credit Card Number: 3795 278031 52219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99E52DD2-FB11-42F1-BD23-6005E3A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Caleb Garcia  |  Physical Address: 3113 Meadow Field Street, Minneapolis, MN 55401,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345A1193-D174-46FD-A64F-4046C7E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08/2029; CVV: 1036; payment card account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C31544A8-4999-49B7-B9DD-68D8DFE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23423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153C2E2F-7A94-403C-902B-E468E3A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7FBA6E03-65A7-4AA0-AE44-E68E00FF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BA0AE0D2-30BF-4F4B-B415-C56C4A33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72E5AC30-32B7-42B0-BE06-F152FF7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Credit Card Number: 3727 489087 80855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700EF9CD-9238-4B6C-81AA-144EE324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Daniel Wilson  |  Physical Address: 3150 Highland Field Street, Seattle, WA 98101,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3F887750-65DC-45F2-9134-7C5EB4D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09/2030; CVV: 1053; payment card account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5DA1AB8B-C3D2-44A0-8A79-3B111A09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43D60F74-2C40-4F68-B569-F7AF5F5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Credit Card Number: 3765 088198 12783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45863B6E-0CCB-481D-B278-D7DF2A5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James Lewis  |  Physical Address: 3187 Sunset Field Street, Charlotte, NC 28202,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3B26C8A7-A1CC-4696-B1D1-0167F43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10/2031; CVV: 1070; payment card account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39627783-728B-4F18-9BB9-9D0DAF8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D19F1DE8-213D-45BA-A832-62F03F65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Credit Card Number: 3434 335159 57990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913189CD-B456-4176-8C52-D8462A4F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Ethan Thomas  |  Physical Address: 3224 Pine Field Street, Salt Lake City, UT 84101,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E242710F-575E-47D1-83D3-804AB824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11/2032; CVV: 1087; payment card account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1026FE8C-5BCB-40F7-A36A-E7929E3D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9377066F-137C-40F0-9EB5-B2EFD7E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Credit Card Number: 3750 718595 59492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029254F8-A462-431E-86A0-6D37CAC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Caleb Hall  |  Physical Address: 3261 Lake Field Street, Atlanta, GA 30303,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352FC4B1-7DCF-4AC6-AA59-035BFFD2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12/2033; CVV: 1104; payment card account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202F45A3-CE21-4873-BDFA-AF285FDF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F74F3ADE-E28A-48C6-AE0B-04B28F4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Credit Card Number: 3753 072963 06026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3B7DFF0F-D88D-4EDC-9291-73510A2A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Daniel Harris  |  Physical Address: 3298 Forest Field Street, Columbus, OH 43215,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1DDDBE3C-392F-4B29-BDC3-BC815203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01/2029; CVV: 1121; payment card account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CE7DE9FA-6854-4C08-AE47-9EDBA0E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030227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8C153B02-30D5-4600-89E0-B7C98FF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67EB3A34-68AA-4AF4-B3AF-6DAF47E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540BA2D5-A827-4243-A4B1-49C344BD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6B6F7767-CA3A-474D-8142-EF3C50A2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Credit Card Number: 3463 325184 47313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FCF6ED80-4135-44FB-968B-821F3F83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James Brown  |  Physical Address: 3335 Silver View Street, Phoenix, AZ 85004,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6AB2F197-6C9B-485F-AAD2-A7D5982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02/2030; CVV: 1138; payment card account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ED2150D6-E84D-4466-8E81-F7B4FA1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DCB2C5AC-3B33-4E5B-BB67-79F6E60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Credit Card Number: 3779 022077 33314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A07C55B2-EE25-4CBE-AE48-FAC4FB91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Amelia Martinez  |  Physical Address: 3372 Golden View Street, Philadelphia, PA 19103,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96F48A0B-7E23-41CE-9557-37FC2C7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03/2031; CVV: 1155; payment card account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08E008D0-A691-43B3-905C-1E79CA3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D41E43A6-5A42-4456-B38C-A23122B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Credit Card Number: 3765 126883 10275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CA8FDB47-E542-4EC6-A87D-DC928B0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Caleb Wilson  |  Physical Address: 3409 Cedar View Street, Denver, CO 80202,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369A9474-D3E3-4AC4-A4F4-E41D549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04/2032; CVV: 1172; payment card account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77FD0252-9C61-4A5E-84BE-BB3DF3E5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5294E6DB-0CE8-4958-9C3B-99C0FCE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Credit Card Number: 3428 388654 34211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827BCC93-F1D9-46FB-8859-C33F832C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Daniel Lewis  |  Physical Address: 3446 Willow View Street, Nashville, TN 37219,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7997CABE-CEB8-4BC1-AAC1-CC0FA74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05/2033; CVV: 1189; payment card account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F8A778C5-29BB-42CA-A52F-D5E7170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B6E26223-C6C9-4F23-B6F5-B89298CC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Credit Card Number: 3739 365074 65650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CB509E24-D744-406A-A1DF-76E51003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James Thomas  |  Physical Address: 3483 Maple View Street, Austin, TX 78701,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A6EAF17C-CC34-49AE-B917-B2354B1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06/2029; CVV: 1206; payment card account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50D31C01-1A14-4F7B-8375-F3CECB2A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310868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18D7F088-211F-42E2-B053-4031CC2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25D8ABD0-4990-4BD4-AB7C-3D4FFE9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33605BBF-4A5C-4F7D-8A74-621893A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294AA4BF-32D7-4F08-AA43-0C3AD5B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Credit Card Number: 3414 422480 45264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038F7CCE-8089-4D8C-936D-065013AC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Ethan Allen  |  Physical Address: 3520 River View Street, Chicago, IL 60601,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0E3711F0-598D-434E-9D6D-EC0C82E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07/2030; CVV: 1223; payment card account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62B70093-C3D2-47B9-89C3-F32C78C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F5249FF9-1AB9-4E15-9E56-8A81EF7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Credit Card Number: 3454 168031 88343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242752E8-E506-4F5D-9FA5-87DF2169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Caleb Harris  |  Physical Address: 3557 Meadow View Street, Richmond, VA 23219,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456DA3A7-5E43-4AC9-95EB-331DD9F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08/2031; CVV: 1240; payment card account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79EF38CB-DAA1-4C2E-92A8-0141192B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EAEA5830-7A90-4314-8B91-3ED5852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Credit Card Number: 3443 771723 50107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BC7AECAE-E25F-4C9B-929C-548976CC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Harper Brown  |  Physical Address: 3594 Highland View Street, Portland, OR 97205,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20711A62-6AF2-4CC3-9F09-55A7672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09/2032; CVV: 1257; payment card account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6E75B097-35E2-48F9-BD7F-219B699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EFE7656C-CA77-4BA8-8A78-F532E313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Credit Card Number: 3742 880291 49324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BFD9FAA8-7D20-4ED7-84FD-EF072AAF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Mia Martinez  |  Physical Address: 3631 Sunset View Street, San Diego, CA 92101,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93481F2B-E270-47FF-A8E6-FD12D807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10/2033; CVV: 1274; payment card account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A187F25F-C15F-4FEC-8159-3960204D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433A0A96-19D7-4FB1-AB19-DCC034D7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Credit Card Number: 3436 232195 34570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39BD1B5F-5DD3-4C3B-B47B-D89F72B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Ava Moore  |  Physical Address: 3668 Pine View Street, Boston, MA 02108,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563D231E-E833-4848-BC9C-55E3A50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11/2029; CVV: 1291; payment card account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4CDB8471-A2DC-4C20-A784-D1D3375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48033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E07EFAF-0CF6-4C22-B017-9DDA58D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0583CFB4-3AB8-4F29-95A0-B271D0D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93CF02EB-9B5F-4903-87C0-60DA447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8E53085B-4977-4170-9815-0578EA21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Credit Card Number: 3720 026464 91924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50BB129E-A87F-459B-8E8B-B28C962F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Chloe Lewis  |  Physical Address: 3705 Lake View Street, Minneapolis, MN 55401,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BE22E174-3C0B-451B-BB95-350832CF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12/2030; CVV: 1308; payment card account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CEDBA2AA-21BF-47A6-8C5B-F8EFEBF2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1D3CD17D-F10F-4F5E-AE73-B3F7E63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Credit Card Number: 3761 879949 03988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DBCD7139-9CB9-4AD4-AF51-1778C85C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Harper Thomas  |  Physical Address: 3742 Forest View Street, Seattle, WA 98101,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755AB1E1-0BDB-486A-AB56-D6B73C97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01/2031; CVV: 1325; payment card account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0DD8D761-E9D6-4633-AFB0-6B9495D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B9BEC128-4782-4876-AF93-FAED5D15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Credit Card Number: 3745 940464 92716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DBDBC18B-33E4-4BE9-8181-82385EF5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Mia Allen  |  Physical Address: 3779 Silver Park Street, Charlotte, NC 28202,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AE80ACA3-5557-4E08-8A8A-6EAF5E5D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02/2032; CVV: 1342; payment card account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08B49719-1453-4807-B6F2-ECDD5118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94A69181-5B5D-4885-BA40-111AACA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Credit Card Number: 3716 614806 39236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D2AFBD23-65F4-4F1D-A50C-79EB4EE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Ava Martin  |  Physical Address: 3816 Golden Park Street, Salt Lake City, UT 84101,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65AEBACA-4AB5-4925-BF0C-3C341A5F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03/2033; CVV: 1359; payment card account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B2CB48DE-3EED-4BF7-BCD8-49519CD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C7972094-7421-40A9-A259-A7045CB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Credit Card Number: 3739 781091 18006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8CA26400-894E-42F4-BFE4-74D4211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Chloe Brown  |  Physical Address: 3853 Cedar Park Street, Atlanta, GA 30303,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E5DAD3A7-2024-4B91-B352-757DBA7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American Express; Expiration date: 04/2029; CVV: 1376; payment card account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CF5F2DA3-E2EF-41F7-BC47-A855EA7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38938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D81BC616-421D-46BE-9EF6-99CC027A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68562A07-0F48-4800-914A-46EE040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D77A0BE7-C3FB-4792-A34E-D5F89FE2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6BB20CDC-8DD9-44FB-8499-FC9CDAF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Credit Card Number: 6533 9793 4565 5953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857B95FD-2EBA-4996-9143-AA9394D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Harper Martinez  |  Physical Address: 3890 Willow Park Street, Columbus, OH 43215,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7DED1D14-14B7-448B-9258-CDA355FA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05/2030; CVV: 393; payment card account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770C8393-A731-4F15-916D-56F9E22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56ACE3A3-0A76-4FE9-820B-0B2830EA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Credit Card Number: 6592 5984 5635 4319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FB3C9432-98F5-4834-AB1E-4C510A76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Mia Moore  |  Physical Address: 3927 Maple Park Street, Phoenix, AZ 85004,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0FF24F81-1624-4C68-A50D-30FB2998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06/2031; CVV: 410; payment card account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2DCA899E-7306-4322-8787-E057821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342F2820-4804-4507-94F7-5524609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Credit Card Number: 6553 6989 3506 1720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2D7E2D20-0EAD-4C9B-BD6A-B359CC2C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Lee  |  Physical Address: 3964 River Park Street, Philadelphia, PA 19103,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5CDA0053-BA50-4845-95CB-43598770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07/2032; CVV: 427; payment card account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2DF14FD6-BB08-43C8-B6CA-853DF48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2307FDB2-273A-4455-8688-D538A26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Credit Card Number: 6563 2615 1637 6708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F9F0E02A-78FD-410D-9832-EFE6967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Chloe Thomas  |  Physical Address: 4001 Meadow Park Street, Denver, CO 80202,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3E2E66F4-EE00-434D-844A-0929315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08/2033; CVV: 444; payment card account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2794FACB-A02E-4169-9457-603F1FC5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E8F9ADA2-8FA4-4D7E-987B-C9BFEA7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Credit Card Number: 6517 7788 8787 5577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1A3600EF-B4E8-4F3F-BFDF-2952732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Harper Allen  |  Physical Address: 4038 Highland Park Street, Nashville, TN 37219,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7A0FCD8C-F9AA-4B18-A2D1-D585743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09/2029; CVV: 461; payment card account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AAAB9006-6AE8-43DB-878E-333FC05A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278644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C9ECF8F3-E910-4C34-A416-9682023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A833DBD7-5FD6-4D84-8776-BC0C875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4BF81334-C692-44B2-8C84-125D62B5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0136CC31-E88D-40B0-B4A8-3C83F84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Credit Card Number: 6576 6068 3739 5925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5E30E188-5137-454E-B7FA-FB5C7B4D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Daniel Martin  |  Physical Address: 4075 Sunset Park Street, Austin, TX 78701,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697CEE76-58FD-426D-A472-89E286C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10/2030; CVV: 478; payment card account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94FD0F83-DC84-44D2-831B-906E35E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EA3DA34F-392F-41B8-9E99-EB9F424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Credit Card Number: 6500 7422 0503 9257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F644E625-9FA6-437C-B9FF-F90AA75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Ava Davis  |  Physical Address: 4112 Pine Park Street, Chicago, IL 60601,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D923DAB6-9066-4127-9244-C69BBFA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11/2031; CVV: 495; payment card account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94726E7F-9EA1-4772-B3A5-E2197F5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62C46F55-D2B0-4C0A-88AA-D87666A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Credit Card Number: 6519 9787 0753 7617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15692D2E-E605-45B3-BF71-20CE273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Chloe Martinez  |  Physical Address: 4149 Lake Park Street, Richmond, VA 23219,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850D89D7-DED1-4FDE-B2D9-3422C33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12/2032; CVV: 512; payment card account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93D82BA4-B9EC-4BC0-B2E6-B38367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E2E283F0-9C65-40F7-A1FB-A638C16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Credit Card Number: 6011 0779 9129 8953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B97555B7-C384-45E3-BA00-F331DDDC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Harper Moore  |  Physical Address: 4186 Forest Park Street, Portland, OR 97205,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7DC90DFF-F1E5-483D-A302-0BA08A2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01/2033; CVV: 529; payment card account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B1CDAF3A-F094-42AD-8D0B-9E4957A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C1BA2C51-759B-4B28-9495-235E4B6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Credit Card Number: 6011 1328 8632 4156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5D086669-46C0-4D7C-966D-E61589F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Mia Lee  |  Physical Address: 4223 Silver Hill Street, San Diego, CA 92101,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4673F9E9-8595-45E0-8C67-FAFABEA7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02/2029; CVV: 546; payment card account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6342D6DA-2913-4667-8FEB-3F977569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93601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2FCAE53B-3AF1-4112-97FA-A9C4502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BE01BCDF-194A-4423-BAB7-92EEA39E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FDD8AEA6-B77B-4927-BBEE-CBDCD7F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D2811AF6-DA8B-4F71-99F7-DD3A23BD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Credit Card Number: 6011 9845 1664 6675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BE5879D9-8B17-4527-91B6-FACCC47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Ava Jackson  |  Physical Address: 4260 Golden Hill Street, Boston, MA 02108,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050E5835-555C-4EBE-934F-3302927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03/2030; CVV: 563; payment card account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057FEC13-C5C4-46F9-87B6-0C7B2422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370DD41D-3C25-4FA9-A883-4A5B51D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Credit Card Number: 6011 5447 7752 3292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C2929D4C-BED9-4DD8-9499-C431E16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Chloe Allen  |  Physical Address: 4297 Cedar Hill Street, Minneapolis, MN 55401,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A55278DB-1B64-4B48-BEB9-832EEA53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04/2031; CVV: 580; payment card account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2FB6F7D6-A986-4D6E-8D7D-E56B7547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36706779-5ED0-4859-AC0D-0949338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Credit Card Number: 6011 2119 4465 7557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7ACD96AD-0F14-43C3-8F64-12572F2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Harper Martin  |  Physical Address: 4334 Willow Hill Street, Seattle, WA 98101,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B3BB5F17-2550-4C85-89A1-597C1491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05/2032; CVV: 597; payment card account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0DA85663-0D80-4463-A3CC-FCEA399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BFEA6D35-CB6F-4AF4-AC51-BE3CA97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Credit Card Number: 6011 7441 3484 9824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7B470247-E4E5-4445-B38C-C6476316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Mia Davis  |  Physical Address: 4371 Maple Hill Street, Charlotte, NC 28202,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8584942C-756B-4666-980F-54A8D7F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06/2033; CVV: 614; payment card account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A6C6F98F-D201-4789-8867-70A5848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087C2D27-3189-4D6E-B3A9-EC08118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Credit Card Number: 6507 9974 1147 4515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90E8C49E-1C61-4497-A2E7-82A6B85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Ava Robinson  |  Physical Address: 4408 River Hill Street, Salt Lake City, UT 84101,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8C05F30E-2A69-4997-8143-1B95194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07/2029; CVV: 631; payment card account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F1098035-6D68-4E1C-AEA1-F1F9B50D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542555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00649652-78E8-47C3-BABC-3CF9400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31EDA2CA-0A01-4DE3-98A1-B583DDF2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460AC1F8-49B0-4CF2-BAEC-C2F377C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77384FCD-CC66-4017-9C93-23A61A0C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Credit Card Number: 6011 0635 3653 9085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580BCD25-C133-4E62-90F0-F17F754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Chloe Moore  |  Physical Address: 4445 Meadow Hill Street, Atlanta, GA 30303,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EEA5C5E1-1E00-4B86-BE16-4471D21D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08/2030; CVV: 648; payment card account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36C37A3C-85E9-4ABC-9004-E747B362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20C4B117-FA2C-42E2-8F23-801EB45C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Credit Card Number: 6011 8343 6188 9088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AB0A7EC6-8D3B-4B1D-87B2-8A428303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Benjamin Lee  |  Physical Address: 4482 Highland Hill Street, Columbus, OH 43215,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423185F1-B8D6-4800-8751-26CA343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09/2031; CVV: 665; payment card account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6AC58C36-D0D4-49F6-B757-57AE942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8A67EBB9-24C1-4FC1-B46D-258EFE1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Credit Card Number: 6584 0385 4949 9854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3D64EBFB-1EC5-44C3-9EF3-96000D5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Lucas Jackson  |  Physical Address: 4519 Sunset Hill Street, Phoenix, AZ 85004,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F403029-E42E-4CE8-9972-13B7A77D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10/2032; CVV: 682; payment card account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3456AA47-A3A3-45ED-BF17-CA42FFD2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17F353EF-3A46-4531-B1CB-0819F109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Credit Card Number: 6515 4503 4227 2046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85DE3761-6352-4287-A144-3D5C027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Noah Johnson  |  Physical Address: 4556 Pine Hill Street, Philadelphia, PA 19103,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A767FD4E-79D1-4895-9A77-F6D2615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11/2033; CVV: 699; payment card account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C86FD9D1-EA26-4F32-B678-D4DC1EA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1A8B2388-901D-4482-9E0F-1B20E122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Credit Card Number: 6011 5833 8711 6956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77488A10-FBF2-4990-B702-A446C93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Nathan Martin  |  Physical Address: 4593 Lake Hill Street, Denver, CO 80202,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248B494F-983D-4C17-BA82-0B978F72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12/2029; CVV: 716; payment card account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F5D04345-699C-4AEF-899B-B9DA851A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13626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CC18D46E-DE33-4FCC-804C-A719007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854759FB-9F17-4FF1-A70E-DA6BD7D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25E48B26-C6AD-4916-A6C4-27B4CB3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9CC7F012-9348-4B1B-B483-105D6A22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Credit Card Number: 6522 5139 1432 2134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4BC38EC7-BF36-48CC-8350-EB3FA73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Benjamin Davis  |  Physical Address: 4630 Forest Hill Street, Nashville, TN 37219,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CAC45B0C-44E4-4BD4-BDBB-6D8C74A8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01/2030; CVV: 733; payment card account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94ABB1A6-5F0E-4657-8CD9-6D4FD0FA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80F1FA83-95BD-46FC-AFC0-8A7C78C6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Credit Card Number: 6500 5832 6894 1173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BDA8C491-5EEF-4C20-B6C1-9E9013A4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Lucas Robinson  |  Physical Address: 4667 Silver Creek Street, Austin, TX 78701,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88B4434D-F3E0-4A4A-8A7C-A3D5DC75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02/2031; CVV: 750; payment card account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B86375E4-ED2A-49D3-BF8D-FB8CCB2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A50D3A6A-6817-4F18-93C5-32415EC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Credit Card Number: 6522 4543 6887 0577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63EB396E-9DE1-48D3-9C1A-D44A6D4E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Noah Taylor  |  Physical Address: 4704 Golden Creek Street, Chicago, IL 60601,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909E1F97-4113-4033-9FEC-E8F802C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03/2032; CVV: 767; payment card account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78C9B6BA-A4CC-4E11-8E7F-ABFCA616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603A7EC5-783B-4A62-A9BA-F7092880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Credit Card Number: 6011 2088 5670 5564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2BFC11DA-9707-4868-81EA-16B6571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Nathan Lee  |  Physical Address: 4741 Cedar Creek Street, Richmond, VA 23219,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95038397-41CF-417D-B995-B4B7463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04/2033; CVV: 784; payment card account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60A592FC-AB40-402F-8E31-179D53B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4FF87FB3-6A12-452A-9581-DC9A25DC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Credit Card Number: 6571 0054 5364 9225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B5560DC-401F-4FC4-A696-A2C701E5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Chloe Jackson  |  Physical Address: 4778 Willow Creek Street, Portland, OR 97205,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7DFC2817-910C-4C0E-9CE8-309F117B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Discover; Expiration date: 05/2029; CVV: 801; payment card account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B41851F5-C5DE-49EB-A119-3254C62B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02880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4DEBA0B4-D5DC-4ACD-8757-DF2584BE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8CBED3DA-3D9A-481C-BF7A-C2FDD758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A1A63C88-B0F4-4BCD-A6F5-B60CB61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7BD70A85-CC43-43BB-8A9F-6AE43857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Credit Card Number: 3030 112270 1358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81BCF4FE-CB3B-46FF-AE6F-EDDC94F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Lucas Johnson  |  Physical Address: 4815 Maple Creek Street, San Diego, CA 92101,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D8D0FBDC-C29F-4F3E-AFC6-D8A7D1D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06/2030; CVV: 818; payment card account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17A20A45-C564-4395-B139-506A48F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4FCE767B-BDB9-45D2-AE4B-58AD7E59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Credit Card Number: 3040 980853 5766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8D6EA619-7CF1-42B6-9D23-48946B3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Noah Thompson  |  Physical Address: 4852 River Creek Street, Boston, MA 02108,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3F7E9BA2-03E4-4328-A677-45F16EF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07/2031; CVV: 835; payment card account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688BF182-C2B4-49C5-9196-53BF02BA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FE423788-0EFC-469E-A834-536E645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Credit Card Number: 3684 357178 2789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922EAA25-8D3B-41F5-87C1-EDFF271C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Nathan Davis  |  Physical Address: 4889 Meadow Creek Street, Minneapolis, MN 55401,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C63595AC-069D-49E1-A30E-C55C037B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08/2032; CVV: 852; payment card account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EE2AE75-1BBB-44FD-8714-D30D6F2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228239D5-ED1D-4B42-9AA1-A05E936A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Credit Card Number: 3016 765943 0749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AB4E7AEA-B4F0-437C-A044-1812C27D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Benjamin Robinson  |  Physical Address: 4926 Highland Creek Street, Seattle, WA 98101,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51B58056-EBA0-48EA-B512-8314EF54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09/2033; CVV: 869; payment card account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D971C245-D7D8-460B-8286-2CE49D9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1F3B79F4-6ACF-401A-B8A9-B389E67E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Credit Card Number: 3023 271419 9901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74D12A3B-93E0-4D7F-A4AB-6BAE2A05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Lucas Taylor  |  Physical Address: 4963 Sunset Creek Street, Charlotte, NC 28202,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3135A054-D09E-4FE6-88FB-60603BA1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10/2029; CVV: 886; payment card account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42F46885-E5BE-479C-B36C-AFAEE264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062868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3DF34477-A15B-43A4-A091-EDA4760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B63515D6-C522-4CC0-948D-B9451EDC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16406E37-7CA4-488C-84B5-09EBB939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B37481D5-0327-4B4B-9ACC-1F4970F6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Credit Card Number: 3021 972803 9553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931D3465-CB33-43D4-99D5-E37DE0FB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Noah Walker  |  Physical Address: 5000 Pine Creek Street, Salt Lake City, UT 84101,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3D4F9A5D-C30A-486C-9FC1-5E861BD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11/2030; CVV: 903; payment card account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DF95AA4D-985E-402C-8284-A4D5B8C7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C7E22BB4-1090-4AE6-8A03-488C9EA3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Credit Card Number: 3894 522852 1813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1DFFAD78-6CC9-4932-A27D-1C8F993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Nathan Jackson  |  Physical Address: 5037 Lake Creek Street, Atlanta, GA 30303,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3A235DBA-1217-4B03-8DFB-D7E40EC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12/2031; CVV: 920; payment card account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46FC38C0-E5AA-4B6E-862A-AE34A51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AB0F1D29-5E29-4231-977C-4B3D0E1B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Credit Card Number: 3036 894939 2299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A1DF725D-E890-4073-A46E-0E6ABE1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Benjamin Johnson  |  Physical Address: 5074 Forest Creek Street, Columbus, OH 43215,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D7ADDCF5-DCC3-4CDD-9A52-52C03A5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01/2032; CVV: 937; payment card account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0EE2F9FC-0660-4909-ACE8-C07D8ADB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0A77B3AC-9D11-42B2-9696-F3AB2BE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Credit Card Number: 3870 795313 8316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62A67EEF-1FFD-48F8-A36B-D19C6B7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Lucas Thompson  |  Physical Address: 5111 Silver Garden Street, Phoenix, AZ 85004,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38422686-C555-4457-A02B-CFD9336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02/2033; CVV: 954; payment card account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320C806F-D0A8-41E1-8A0A-4D36F8E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A8A38EEB-3216-4C61-8F37-90A351A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Credit Card Number: 3844 479698 3621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5ABACF3E-9FBA-4EFA-B4E3-3153999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Noah Miller  |  Physical Address: 5148 Golden Garden Street, Philadelphia, PA 19103,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11598712-7406-4F34-99C0-82198D4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03/2029; CVV: 971; payment card account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95102791-B3A7-4C61-AA55-8BAABBDA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016269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81179F4C-1EB4-4B51-8F17-F2853EE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1C2FA26B-4DEB-4E33-9390-035AD88A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E937FEB9-4057-44DD-8A34-28615FCB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6C5EA9BD-6682-4A99-9F2E-0558D2A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Credit Card Number: 3030 553194 5993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19B45FD9-D054-468F-AF58-11E61780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Nathan Robinson  |  Physical Address: 5185 Cedar Garden Street, Denver, CO 80202,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6D59EE60-D551-418A-9B29-EB10E071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04/2030; CVV: 988; payment card account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75F00461-8EE1-437D-AA02-0B2BD95A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4B392945-EAE2-41CA-969D-4AB47B4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Credit Card Number: 3821 266279 6736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EFB750CB-A075-4037-B3F3-6C24B8F1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Benjamin Taylor  |  Physical Address: 5222 Willow Garden Street, Nashville, TN 37219,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AC18F2B8-24B2-448A-8482-5CC8DF61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05/2031; CVV: 005; payment card account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942D5D53-7644-4F90-8877-AB3C0A00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6AB896A6-1856-427F-96E5-2D362A50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Credit Card Number: 3045 700107 5676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4E447809-9442-4D1F-9B2A-4CD679E0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Lucas Walker  |  Physical Address: 5259 Maple Garden Street, Austin, TX 78701,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BBCE44D0-570B-40B6-9741-C467DD83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06/2032; CVV: 022; payment card account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967A8427-982D-422B-B875-EB78F4FE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C8421511-042C-44A3-84D8-5785A95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Credit Card Number: 3891 524183 3008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8B6BA574-F6FA-48CA-94ED-0884AD9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Noah White  |  Physical Address: 5296 River Garden Street, Chicago, IL 60601,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DC56BE08-1D80-4316-A81A-480CB14B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07/2033; CVV: 039; payment card account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E557CFF0-B5E0-47F5-BF12-475F373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70C87355-A255-40EE-B333-7EA9839B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Credit Card Number: 3028 802536 5664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F3325187-7E09-474E-ACB0-CC85C8C6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Nathan Johnson  |  Physical Address: 5333 Meadow Garden Street, Richmond, VA 23219,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33821E42-7E05-4C51-A458-3A58811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08/2029; CVV: 056; payment card account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C050B8D1-019F-45D1-A2C7-B2DB3AF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236659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FB37F841-41EC-4CDB-9513-B4323171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483D70D4-07CF-4C9F-99C4-CC3ACE9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7ACB3BA6-4A9D-4DAC-BBD6-180ECF49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5E5592A1-12CD-463E-A703-2388CD61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Credit Card Number: 3051 760151 1709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5A5BFD4B-89A6-4F37-BBEE-355E94F9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Charlotte Thompson  |  Physical Address: 5370 Highland Garden Street, Portland, OR 97205,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0BE58323-64DD-4C7D-86CF-C1DCE52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09/2030; CVV: 073; payment card account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F323E1FD-F424-4E55-B976-BB151EE9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EF3ED754-AFF9-4873-AEA4-21589DA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Credit Card Number: 3015 710720 6635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5B89A3BD-5046-4830-851D-A8CA37A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Isabella Miller  |  Physical Address: 5407 Sunset Garden Street, San Diego, CA 92101,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77C573F4-2C48-4DB1-A725-F3063FE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10/2031; CVV: 090; payment card account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3ED342D7-4B97-45E0-99DE-60CB79A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45C7A1B3-2342-4284-8FFC-CFE86AA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Credit Card Number: 3036 111294 7809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FCE229DA-2F46-4700-B25E-4A6C400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Emma Clark  |  Physical Address: 5444 Pine Garden Street, Boston, MA 02108,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E8A90948-0990-41FB-87F2-30126A4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11/2032; CVV: 107; payment card account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0510D152-4DE5-472E-8C8C-86A0ACF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D31C4560-6094-4EF0-ACA5-D58458B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Credit Card Number: 3042 013710 1600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3F9D4FDF-FD25-497F-AEE3-D01378B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Noah Taylor  |  Physical Address: 5481 Lake Garden Street, Minneapolis, MN 55401,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AD9D0E1F-91D1-4546-B9F4-C136063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12/2033; CVV: 124; payment card account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CEB893A3-F26B-4A19-81BA-F844815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96F59D50-4F69-4036-80A6-E7FE71E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Credit Card Number: 3027 644484 1696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FCAE49A5-E3FD-4890-99C0-84B8574A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Charlotte Walker  |  Physical Address: 5518 Forest Garden Street, Seattle, WA 98101,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AF3749B7-738A-4836-8382-3CF68A9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01/2029; CVV: 141; payment card account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FFFE0D80-06DD-4685-8F19-973C942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078944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11840AF6-2F14-4818-BF45-CCAB4E5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5F6BE33D-66CF-462B-82AF-20A125D7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5E7D71F7-3FF7-4800-ADC2-30781DD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33504C8F-0366-449E-B082-3536B73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Credit Card Number: 3000 664171 6072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48C9B692-C831-46EB-8E1D-E33BAA99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Isabella White  |  Physical Address: 5555 Silver Valley Street, Charlotte, NC 28202,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476AFB5A-AD60-4F89-A2A6-8989875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02/2030; CVV: 158; payment card account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1CD99FC9-AA93-46F6-8C68-75A6EABF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D7F8C9DB-BEAD-488E-8EB8-0B6D5709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Credit Card Number: 3837 538379 7836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BA869BD0-9F0E-48D7-AE96-EF332196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Emma Williams  |  Physical Address: 5592 Golden Valley Street, Salt Lake City, UT 84101,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1B8DCB99-83CD-40FB-AC35-9584424D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03/2031; CVV: 175; payment card account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CFD72E87-32A5-4363-83C8-D233D11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5DF18AB6-5006-4E78-9DB9-BB0178A2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Credit Card Number: 3056 419412 1082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BB6660C8-8DDD-4199-9490-7616B4A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Grace Thompson  |  Physical Address: 5629 Cedar Valley Street, Atlanta, GA 30303,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56A617C9-6A33-49A5-905E-D7AA4C04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04/2032; CVV: 192; payment card account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9DFCC34E-19BE-4857-9C45-A66F239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0771A71F-CB03-4E9D-952E-E6E2E10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Credit Card Number: 3615 795541 5134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38AC9DCE-4C2F-49DB-83C7-4B9BE45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Charlotte Miller  |  Physical Address: 5666 Willow Valley Street, Columbus, OH 43215,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FC3589E4-7B8B-4BE1-8E8D-A50FDDB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05/2033; CVV: 209; payment card account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C2B7B8E0-93FD-4CAE-9B1F-9CA7F2E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8E9D77B9-3032-49DF-AC61-E2E4ACDD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Credit Card Number: 3042 790132 2817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51283CEA-DD02-43CD-BF21-AE4BB44E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Isabella Clark  |  Physical Address: 5703 Maple Valley Street, Phoenix, AZ 85004,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135E6326-7BC5-405A-BAE9-FE055F0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Diners Club; Expiration date: 06/2029; CVV: 226; payment card account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D1DD6191-2085-4E30-9206-BDDB2F7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70150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CB44EAEF-3765-4525-BB49-EAC7748B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15A07230-23AD-4CC7-B0F1-CD5980A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83FACD07-88FD-470C-B0AD-07951DB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B924E75A-B445-438F-83A8-EF9A896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Credit Card Number: 3568 0909 1254 5240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B111981A-6504-41DF-A072-AA3AE840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Emma Anderson  |  Physical Address: 5740 River Valley Street, Philadelphia, PA 19103,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61E184F8-E740-4195-8B94-67290E07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07/2030; CVV: 243; payment card account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F9DF6A74-181C-487E-96BB-8570C321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5FE7B8BC-FA5E-4EC4-956D-17257F11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Credit Card Number: 3567 9475 7730 6617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91A63595-78E8-4588-894F-BA7A49D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Grace Walker  |  Physical Address: 5777 Meadow Valley Street, Denver, CO 80202,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0AC31E5F-175A-464D-BEC6-8D2151EA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08/2031; CVV: 260; payment card account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95624173-67A1-498B-9B54-CF6782EC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316C19C8-4869-4A15-B4DD-A57FB7C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Credit Card Number: 3578 9467 9850 2761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7B5235D4-B3F7-4396-A8BF-59A3BBF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Charlotte White  |  Physical Address: 5814 Highland Valley Street, Nashville, TN 37219,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98B03862-3233-4E15-9D48-AE0E340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09/2032; CVV: 277; payment card account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B70C049D-7926-473A-8B8C-3E66D15B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75757597-9AF8-4F69-8F17-C5CF362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Credit Card Number: 3548 5611 7881 4863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C8013B40-A555-4FEA-AD48-5E43555C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Isabella Williams  |  Physical Address: 5851 Sunset Valley Street, Austin, TX 78701,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5029D951-E9FB-4F8A-AB44-7DB59A4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10/2033; CVV: 294; payment card account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9EDDA0CE-15FB-461A-90A0-AD9D0C6D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86CC175-29E5-4727-B8A6-8F7E580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Credit Card Number: 3536 9218 8144 4727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313B87AE-9EE9-48B8-86F7-07339E0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Emma Garcia  |  Physical Address: 5888 Pine Valley Street, Chicago, IL 60601,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382C13B9-7F09-4927-B0DD-A3E1D2E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11/2029; CVV: 311; payment card account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3444E790-4CCF-4B7F-81C4-4DE8FA92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516427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2755ADF-D92E-48AF-8B7C-66636FB2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73CC60E1-C022-45D5-8955-F98964E4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0010DC48-16D1-4EE5-B8FA-998845B2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C31BA2DC-88E1-497F-B39E-74ADE968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Credit Card Number: 3537 4101 4130 4334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C37BCA1D-995B-4C0E-B3F1-A2FFD58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Grace Miller  |  Physical Address: 5925 Lake Valley Street, Richmond, VA 23219,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AA6697DE-E7BB-495D-8C8A-802C823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12/2030; CVV: 328; payment card account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729E9A58-0AFF-4100-82E7-2D11B7E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0606824B-91D0-436A-BC32-FEAAF577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Credit Card Number: 3577 1207 7179 5146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ED97649E-4B71-4065-8CF7-51C7E04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Charlotte Clark  |  Physical Address: 5962 Forest Valley Street, Portland, OR 97205,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88076CDF-F752-4A2D-9980-AD703A7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01/2031; CVV: 345; payment card account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4FC8ADE6-4851-4D29-A3B6-C747D62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34781712-735A-402F-AFB4-F21140C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Credit Card Number: 3577 8707 5738 4824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727A7CED-FD9A-41FB-84D6-0EACCDD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Isabella Anderson  |  Physical Address: 5999 Silver Spring Street, San Diego, CA 92101,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F9C6F8BA-EC3B-44CB-B2FB-D913DD74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02/2032; CVV: 362; payment card account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4F71BE1D-830B-452C-B6FF-ADED149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33A45043-7B58-4428-A08B-E9DBB63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Credit Card Number: 3540 1697 5328 9275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1546EF26-BC65-49B3-9852-83DECD9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Emma Hall  |  Physical Address: 6036 Golden Spring Street, Boston, MA 02108,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C660DD6F-2F76-4310-8EF2-B9FCF572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03/2033; CVV: 379; payment card account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6F03E92C-1904-4B38-A56C-D46C4293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BF4FD358-4713-4999-B4A1-5B421912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Credit Card Number: 3530 1475 8464 0900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74CED062-6C20-47DA-949E-118A98EA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Grace White  |  Physical Address: 6073 Cedar Spring Street, Minneapolis, MN 55401,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2202E64D-ADF1-4615-BC60-44AD459E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04/2029; CVV: 396; payment card account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92ACD6AD-EA49-4EEC-9194-7381996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48181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0A003507-7562-46A2-A1D5-82BD765F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EC036306-9DAA-4044-8804-C021098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ED0C5646-79B8-4FB1-9B82-25E017B2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68F5D5F2-CECA-4D9A-BB5F-9C4A902F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Credit Card Number: 3542 7054 1834 3748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8D9B8B31-4663-4EC7-84A6-D26E7337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Charlotte Williams  |  Physical Address: 6110 Willow Spring Street, Seattle, WA 98101,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1056A205-FF84-4F93-B9C6-D862114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05/2030; CVV: 413; payment card account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999AEC1C-C31C-4A63-9AB1-572B280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DD2CDDE2-4C61-4244-9DBF-88CD2E7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Credit Card Number: 3542 8318 4631 2632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F6CC4A79-58BA-4DC9-9AF1-5CA9B57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Isabella Garcia  |  Physical Address: 6147 Maple Spring Street, Charlotte, NC 28202,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BF610C90-4CA6-47A3-99CB-C116653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06/2031; CVV: 430; payment card account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DA56B808-B29C-4856-92EF-7B66963F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EC08B730-F57F-4C93-90C2-B0535AAB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Credit Card Number: 3550 8344 8446 1314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769E1DF9-5E01-4DC1-A159-7C21F7B3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Emma Wilson  |  Physical Address: 6184 River Spring Street, Salt Lake City, UT 84101,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4D8E09FA-3F15-40C4-9E11-4D20E70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07/2032; CVV: 447; payment card account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DDEB21FD-A284-4D34-B91E-F36D581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346E7733-965C-456A-8D15-D1C7B330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Credit Card Number: 3586 2190 5581 8340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81F418E7-3B47-48AC-B463-326E640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Grace Clark  |  Physical Address: 6221 Meadow Spring Street, Atlanta, GA 30303,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2D72E8F5-C6D3-45F7-84B2-3660ED3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08/2033; CVV: 464; payment card account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4DB76F42-8BB3-4437-95C1-C2839B2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88727886-C0F3-4117-AEDA-17776876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Credit Card Number: 3528 8173 6287 0572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1EE42709-D457-445A-99CA-9854886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Henry Anderson  |  Physical Address: 6258 Highland Spring Street, Columbus, OH 43215,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FFC85E5C-779B-4F3D-9A90-DCDCB2BF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09/2029; CVV: 481; payment card account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28F2AFB5-0336-4515-B40D-EE68B10B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063515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49DCFA08-A99B-4057-A7D3-70F5ECDD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D24390AE-2EDD-403C-832D-E514036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F800D118-E1C5-421B-BE1A-9B8F4D9F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CD106F50-4CB6-491D-AF07-31BB61F5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Credit Card Number: 3548 2324 3929 4903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09C0A2E0-2771-4DF7-94C5-7E66F736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Mason Hall  |  Physical Address: 6295 Sunset Spring Street, Phoenix, AZ 85004,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FA88BF7A-7BA9-45EF-95E9-51A9380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10/2030; CVV: 498; payment card account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EAFA7788-01F3-4137-BA44-BE9F588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0B35DC8C-AEF7-4A9A-A82B-3BF1C21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Credit Card Number: 3559 3810 4405 1947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F4480B6F-4629-4EC1-8CAA-82C6B1D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Liam Harris  |  Physical Address: 6332 Pine Spring Street, Philadelphia, PA 19103,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A344D62D-450F-41E0-83DE-44F8218E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11/2031; CVV: 515; payment card account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659ABB76-E1BF-4137-86F5-6E725B22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3D318BF8-B953-4217-BFF9-509AC7C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Credit Card Number: 3547 2132 2007 0364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26685EBD-AE06-4C7B-BB0C-8243C65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Samuel Williams  |  Physical Address: 6369 Lake Spring Street, Denver, CO 80202,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178806B4-CD19-4988-AE77-402A511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12/2032; CVV: 532; payment card account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2939F08C-D486-45CF-943E-027CA6EC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DA3AEE07-D60E-4474-85D8-DE845DA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Credit Card Number: 3562 7637 8485 8901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190D1837-781B-4E3B-BDE9-5413B1C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Henry Garcia  |  Physical Address: 6406 Forest Spring Street, Nashville, TN 37219,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753C8DA8-2CEF-45B3-8465-ACF4B38D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01/2033; CVV: 549; payment card account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539DC3F5-E278-4BC3-B171-3F261C1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25E71CD2-B86A-425B-AC4E-0408C65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Credit Card Number: 3531 3918 2106 7035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3FBEB160-8970-4CEC-81D1-70A7339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Mason Wilson  |  Physical Address: 6443 Silver Oak Avenue, Austin, TX 78701,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CBA8E2D9-8C1D-4E87-A7FE-560E1A9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02/2029; CVV: 566; payment card account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59A1E88D-C766-4761-9A6F-ECA0736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835114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F1869281-ACF1-41D4-8766-3A54153F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Credit Card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8F2E4488-10C3-425F-8AB4-0E328A5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47D19CE3-F671-41F4-9947-EF96117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E328F427-2AB0-4822-B121-5F4F9E73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Credit Card Number: 3572 7488 7488 9757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46AF208C-19FB-4F5B-9D7C-D19C567F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Liam Lewis  |  Physical Address: 6480 Golden Oak Avenue, Chicago, IL 60601,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80DD6FB9-9B2A-492F-9B55-3EEBB250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03/2030; CVV: 583; payment card account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AC205CFB-BDD7-4078-BEDD-E1B9347E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84C1A1E4-B0C8-435C-B575-89E128FC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Credit Card Number: 3561 0301 1293 5103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B63D8C3E-E1D0-4605-96C6-6CAFAED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Samuel Anderson  |  Physical Address: 6517 Cedar Oak Avenue, Richmond, VA 23219,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7638C034-2CBD-4D54-9F9E-45DEEE20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04/2031; CVV: 600; payment card account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CE49DCF1-72D1-4063-BBEC-4026FF03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7DBD322B-80C5-4C8E-913C-C16A7AD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Credit Card Number: 3550 8021 1083 5219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C4AE11BE-67E1-46C4-80AE-0E6C46C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Henry Hall  |  Physical Address: 6554 Willow Oak Avenue, Portland, OR 97205,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62CAA33C-6578-474B-A1CA-14D272C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05/2032; CVV: 617; payment card account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E1A09DC9-B161-4E87-B94E-56F2B43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1F168E46-9784-4E74-B420-BAB2D8A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Credit Card Number: 3556 1620 1246 4194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F3277149-0013-4EF5-A27E-E11D21B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Mason Harris  |  Physical Address: 6591 Maple Oak Avenue, San Diego, CA 92101,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7F045CD3-8EA7-4229-B95E-F56324F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06/2033; CVV: 634; payment card account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8CF95ABB-AB72-452A-8B87-9212DEBB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42AC2006-7273-491E-864A-9C2C9CE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Credit Card Number: 3555 5118 6110 3272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4DBCD1C9-23AC-4702-B192-0E35DA4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Liam Brown  |  Physical Address: 6628 River Oak Avenue, Boston, MA 02108,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AA1932D5-6970-487C-83CB-6C284C1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Card type: JCB; Expiration date: 07/2029; CVV: 651; payment card account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DA6E77E3-9FB2-4316-8E43-27E8856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Credit card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19255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2026-07-31T08:56:10.5320000Z</dcterms:created>
  <dcterms:modified xsi:type="dcterms:W3CDTF">2026-07-31T08:56:10.5320000Z</dcterms:modified>
</coreProperties>
</file>
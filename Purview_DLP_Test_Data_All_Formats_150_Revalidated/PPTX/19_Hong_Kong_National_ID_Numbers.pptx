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6042f80e7648d0" /><Relationship Type="http://schemas.openxmlformats.org/officeDocument/2006/relationships/extended-properties" Target="/docProps/app.xml" Id="Rddeb5813f072449f" /><Relationship Type="http://schemas.openxmlformats.org/officeDocument/2006/relationships/officeDocument" Target="/ppt/presentation.xml" Id="Rf1f3f67f551943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6d0d453ace448e"/>
  </p:sldMasterIdLst>
  <p:notesMasterIdLst>
    <p:notesMasterId xmlns:r="http://schemas.openxmlformats.org/officeDocument/2006/relationships" r:id="R0b4d3d7423e04988"/>
  </p:notesMasterIdLst>
  <p:sldIdLst>
    <p:sldId xmlns:r="http://schemas.openxmlformats.org/officeDocument/2006/relationships" id="256" r:id="Rf07478a760704d03"/>
    <p:sldId xmlns:r="http://schemas.openxmlformats.org/officeDocument/2006/relationships" id="257" r:id="Rfe05478547df4a3b"/>
    <p:sldId xmlns:r="http://schemas.openxmlformats.org/officeDocument/2006/relationships" id="258" r:id="R183938c1cb824372"/>
    <p:sldId xmlns:r="http://schemas.openxmlformats.org/officeDocument/2006/relationships" id="259" r:id="R18e246dbc58f4c41"/>
    <p:sldId xmlns:r="http://schemas.openxmlformats.org/officeDocument/2006/relationships" id="260" r:id="R0b3e09d4e32f491b"/>
    <p:sldId xmlns:r="http://schemas.openxmlformats.org/officeDocument/2006/relationships" id="261" r:id="Rb5a8d2dd898b444e"/>
    <p:sldId xmlns:r="http://schemas.openxmlformats.org/officeDocument/2006/relationships" id="262" r:id="R920a9d57abe948d1"/>
    <p:sldId xmlns:r="http://schemas.openxmlformats.org/officeDocument/2006/relationships" id="263" r:id="R2bc8d689261e4bad"/>
    <p:sldId xmlns:r="http://schemas.openxmlformats.org/officeDocument/2006/relationships" id="264" r:id="Rb577449659774c4c"/>
    <p:sldId xmlns:r="http://schemas.openxmlformats.org/officeDocument/2006/relationships" id="265" r:id="Rf7cd36b5e6eb4967"/>
    <p:sldId xmlns:r="http://schemas.openxmlformats.org/officeDocument/2006/relationships" id="266" r:id="R51d02df9fdc24c31"/>
    <p:sldId xmlns:r="http://schemas.openxmlformats.org/officeDocument/2006/relationships" id="267" r:id="R1981e9162c74474e"/>
    <p:sldId xmlns:r="http://schemas.openxmlformats.org/officeDocument/2006/relationships" id="268" r:id="Rb350da5310a44265"/>
    <p:sldId xmlns:r="http://schemas.openxmlformats.org/officeDocument/2006/relationships" id="269" r:id="R8b8b36f9010c4521"/>
    <p:sldId xmlns:r="http://schemas.openxmlformats.org/officeDocument/2006/relationships" id="270" r:id="R38c072d2c55a49a0"/>
    <p:sldId xmlns:r="http://schemas.openxmlformats.org/officeDocument/2006/relationships" id="271" r:id="R43759aed34ef49a6"/>
    <p:sldId xmlns:r="http://schemas.openxmlformats.org/officeDocument/2006/relationships" id="272" r:id="Rab054a5a942e4031"/>
    <p:sldId xmlns:r="http://schemas.openxmlformats.org/officeDocument/2006/relationships" id="273" r:id="R48e5a35962b94cdd"/>
    <p:sldId xmlns:r="http://schemas.openxmlformats.org/officeDocument/2006/relationships" id="274" r:id="R6cd7b345b7264b4d"/>
    <p:sldId xmlns:r="http://schemas.openxmlformats.org/officeDocument/2006/relationships" id="275" r:id="Ra0cef0a0aae9406f"/>
    <p:sldId xmlns:r="http://schemas.openxmlformats.org/officeDocument/2006/relationships" id="276" r:id="R36fea9c2ba0141d1"/>
    <p:sldId xmlns:r="http://schemas.openxmlformats.org/officeDocument/2006/relationships" id="277" r:id="Ra9eba9ca019a434d"/>
    <p:sldId xmlns:r="http://schemas.openxmlformats.org/officeDocument/2006/relationships" id="278" r:id="R8b816b68d25746b7"/>
    <p:sldId xmlns:r="http://schemas.openxmlformats.org/officeDocument/2006/relationships" id="279" r:id="Rf597d8b3419648d9"/>
    <p:sldId xmlns:r="http://schemas.openxmlformats.org/officeDocument/2006/relationships" id="280" r:id="R7e5ec86ed0794bbf"/>
    <p:sldId xmlns:r="http://schemas.openxmlformats.org/officeDocument/2006/relationships" id="281" r:id="R191759a90c6b48d9"/>
    <p:sldId xmlns:r="http://schemas.openxmlformats.org/officeDocument/2006/relationships" id="282" r:id="R254e72cc2db14677"/>
    <p:sldId xmlns:r="http://schemas.openxmlformats.org/officeDocument/2006/relationships" id="283" r:id="R4a2ab2402aa14eb3"/>
    <p:sldId xmlns:r="http://schemas.openxmlformats.org/officeDocument/2006/relationships" id="284" r:id="R281a67a5c7244868"/>
    <p:sldId xmlns:r="http://schemas.openxmlformats.org/officeDocument/2006/relationships" id="285" r:id="Recd131e8989c4c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0469464cfd4187" /><Relationship Type="http://schemas.openxmlformats.org/officeDocument/2006/relationships/slideMaster" Target="/ppt/slideMasters/slideMaster1.xml" Id="R846d0d453ace448e" /><Relationship Type="http://schemas.openxmlformats.org/officeDocument/2006/relationships/notesMaster" Target="/ppt/notesMasters/notesMaster1.xml" Id="R0b4d3d7423e04988" /><Relationship Type="http://schemas.openxmlformats.org/officeDocument/2006/relationships/presProps" Target="/ppt/presProps.xml" Id="R7f0a1b885b434b1e" /><Relationship Type="http://schemas.openxmlformats.org/officeDocument/2006/relationships/tableStyles" Target="/ppt/tableStyles.xml" Id="R7d2b1af89a834695" /><Relationship Type="http://schemas.openxmlformats.org/officeDocument/2006/relationships/slide" Target="/ppt/slides/slide1.xml" Id="Rf07478a760704d03" /><Relationship Type="http://schemas.openxmlformats.org/officeDocument/2006/relationships/slide" Target="/ppt/slides/slide2.xml" Id="Rfe05478547df4a3b" /><Relationship Type="http://schemas.openxmlformats.org/officeDocument/2006/relationships/slide" Target="/ppt/slides/slide3.xml" Id="R183938c1cb824372" /><Relationship Type="http://schemas.openxmlformats.org/officeDocument/2006/relationships/slide" Target="/ppt/slides/slide4.xml" Id="R18e246dbc58f4c41" /><Relationship Type="http://schemas.openxmlformats.org/officeDocument/2006/relationships/slide" Target="/ppt/slides/slide5.xml" Id="R0b3e09d4e32f491b" /><Relationship Type="http://schemas.openxmlformats.org/officeDocument/2006/relationships/slide" Target="/ppt/slides/slide6.xml" Id="Rb5a8d2dd898b444e" /><Relationship Type="http://schemas.openxmlformats.org/officeDocument/2006/relationships/slide" Target="/ppt/slides/slide7.xml" Id="R920a9d57abe948d1" /><Relationship Type="http://schemas.openxmlformats.org/officeDocument/2006/relationships/slide" Target="/ppt/slides/slide8.xml" Id="R2bc8d689261e4bad" /><Relationship Type="http://schemas.openxmlformats.org/officeDocument/2006/relationships/slide" Target="/ppt/slides/slide9.xml" Id="Rb577449659774c4c" /><Relationship Type="http://schemas.openxmlformats.org/officeDocument/2006/relationships/slide" Target="/ppt/slides/slide10.xml" Id="Rf7cd36b5e6eb4967" /><Relationship Type="http://schemas.openxmlformats.org/officeDocument/2006/relationships/slide" Target="/ppt/slides/slide11.xml" Id="R51d02df9fdc24c31" /><Relationship Type="http://schemas.openxmlformats.org/officeDocument/2006/relationships/slide" Target="/ppt/slides/slide12.xml" Id="R1981e9162c74474e" /><Relationship Type="http://schemas.openxmlformats.org/officeDocument/2006/relationships/slide" Target="/ppt/slides/slide13.xml" Id="Rb350da5310a44265" /><Relationship Type="http://schemas.openxmlformats.org/officeDocument/2006/relationships/slide" Target="/ppt/slides/slide14.xml" Id="R8b8b36f9010c4521" /><Relationship Type="http://schemas.openxmlformats.org/officeDocument/2006/relationships/slide" Target="/ppt/slides/slide15.xml" Id="R38c072d2c55a49a0" /><Relationship Type="http://schemas.openxmlformats.org/officeDocument/2006/relationships/slide" Target="/ppt/slides/slide16.xml" Id="R43759aed34ef49a6" /><Relationship Type="http://schemas.openxmlformats.org/officeDocument/2006/relationships/slide" Target="/ppt/slides/slide17.xml" Id="Rab054a5a942e4031" /><Relationship Type="http://schemas.openxmlformats.org/officeDocument/2006/relationships/slide" Target="/ppt/slides/slide18.xml" Id="R48e5a35962b94cdd" /><Relationship Type="http://schemas.openxmlformats.org/officeDocument/2006/relationships/slide" Target="/ppt/slides/slide19.xml" Id="R6cd7b345b7264b4d" /><Relationship Type="http://schemas.openxmlformats.org/officeDocument/2006/relationships/slide" Target="/ppt/slides/slide20.xml" Id="Ra0cef0a0aae9406f" /><Relationship Type="http://schemas.openxmlformats.org/officeDocument/2006/relationships/slide" Target="/ppt/slides/slide21.xml" Id="R36fea9c2ba0141d1" /><Relationship Type="http://schemas.openxmlformats.org/officeDocument/2006/relationships/slide" Target="/ppt/slides/slide22.xml" Id="Ra9eba9ca019a434d" /><Relationship Type="http://schemas.openxmlformats.org/officeDocument/2006/relationships/slide" Target="/ppt/slides/slide23.xml" Id="R8b816b68d25746b7" /><Relationship Type="http://schemas.openxmlformats.org/officeDocument/2006/relationships/slide" Target="/ppt/slides/slide24.xml" Id="Rf597d8b3419648d9" /><Relationship Type="http://schemas.openxmlformats.org/officeDocument/2006/relationships/slide" Target="/ppt/slides/slide25.xml" Id="R7e5ec86ed0794bbf" /><Relationship Type="http://schemas.openxmlformats.org/officeDocument/2006/relationships/slide" Target="/ppt/slides/slide26.xml" Id="R191759a90c6b48d9" /><Relationship Type="http://schemas.openxmlformats.org/officeDocument/2006/relationships/slide" Target="/ppt/slides/slide27.xml" Id="R254e72cc2db14677" /><Relationship Type="http://schemas.openxmlformats.org/officeDocument/2006/relationships/slide" Target="/ppt/slides/slide28.xml" Id="R4a2ab2402aa14eb3" /><Relationship Type="http://schemas.openxmlformats.org/officeDocument/2006/relationships/slide" Target="/ppt/slides/slide29.xml" Id="R281a67a5c7244868" /><Relationship Type="http://schemas.openxmlformats.org/officeDocument/2006/relationships/slide" Target="/ppt/slides/slide30.xml" Id="Recd131e8989c4c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bc6d201ba54f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dae9fefb3f46c1" /><Relationship Type="http://schemas.openxmlformats.org/officeDocument/2006/relationships/notesMaster" Target="/ppt/notesMasters/notesMaster1.xml" Id="R25e4f66cc5c64a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4da41c0d95437f" /><Relationship Type="http://schemas.openxmlformats.org/officeDocument/2006/relationships/notesMaster" Target="/ppt/notesMasters/notesMaster1.xml" Id="R1eeeb61363e84f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25229190b84671" /><Relationship Type="http://schemas.openxmlformats.org/officeDocument/2006/relationships/notesMaster" Target="/ppt/notesMasters/notesMaster1.xml" Id="Rcf84cc0cc4c84d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cd8013ee4142d0" /><Relationship Type="http://schemas.openxmlformats.org/officeDocument/2006/relationships/notesMaster" Target="/ppt/notesMasters/notesMaster1.xml" Id="R61855f76fc8147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7dcea3e8b140b3" /><Relationship Type="http://schemas.openxmlformats.org/officeDocument/2006/relationships/notesMaster" Target="/ppt/notesMasters/notesMaster1.xml" Id="Re0fd7d40773348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7e76b58eea469d" /><Relationship Type="http://schemas.openxmlformats.org/officeDocument/2006/relationships/notesMaster" Target="/ppt/notesMasters/notesMaster1.xml" Id="R32439d7480a148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cd04f074db4209" /><Relationship Type="http://schemas.openxmlformats.org/officeDocument/2006/relationships/notesMaster" Target="/ppt/notesMasters/notesMaster1.xml" Id="R3f07d6bd2bc848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99d1ae57614f22" /><Relationship Type="http://schemas.openxmlformats.org/officeDocument/2006/relationships/notesMaster" Target="/ppt/notesMasters/notesMaster1.xml" Id="R4cbda463a2734c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f60176ceef47fc" /><Relationship Type="http://schemas.openxmlformats.org/officeDocument/2006/relationships/notesMaster" Target="/ppt/notesMasters/notesMaster1.xml" Id="R62cc8b2037db4d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0d4889462149f6" /><Relationship Type="http://schemas.openxmlformats.org/officeDocument/2006/relationships/notesMaster" Target="/ppt/notesMasters/notesMaster1.xml" Id="R89b35dd2209743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c3dbe679b84d2b" /><Relationship Type="http://schemas.openxmlformats.org/officeDocument/2006/relationships/notesMaster" Target="/ppt/notesMasters/notesMaster1.xml" Id="Ra8c198543f1246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12bf180777496a" /><Relationship Type="http://schemas.openxmlformats.org/officeDocument/2006/relationships/notesMaster" Target="/ppt/notesMasters/notesMaster1.xml" Id="R1ab721b6ccd74a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c5692b19b846ca" /><Relationship Type="http://schemas.openxmlformats.org/officeDocument/2006/relationships/notesMaster" Target="/ppt/notesMasters/notesMaster1.xml" Id="R58835f0da1eb4f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cd205766f647bd" /><Relationship Type="http://schemas.openxmlformats.org/officeDocument/2006/relationships/notesMaster" Target="/ppt/notesMasters/notesMaster1.xml" Id="Ree6fe60d34404f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b1803db46b4f56" /><Relationship Type="http://schemas.openxmlformats.org/officeDocument/2006/relationships/notesMaster" Target="/ppt/notesMasters/notesMaster1.xml" Id="R0d2a4152dffb41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9fdc85bad14a4c" /><Relationship Type="http://schemas.openxmlformats.org/officeDocument/2006/relationships/notesMaster" Target="/ppt/notesMasters/notesMaster1.xml" Id="Rcb9dba0d0a2845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f3d568888d4e3c" /><Relationship Type="http://schemas.openxmlformats.org/officeDocument/2006/relationships/notesMaster" Target="/ppt/notesMasters/notesMaster1.xml" Id="Rb1b83d811bb743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7385a6d6ad44a4" /><Relationship Type="http://schemas.openxmlformats.org/officeDocument/2006/relationships/notesMaster" Target="/ppt/notesMasters/notesMaster1.xml" Id="R8b6327b055254d6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aef8707cda4004" /><Relationship Type="http://schemas.openxmlformats.org/officeDocument/2006/relationships/notesMaster" Target="/ppt/notesMasters/notesMaster1.xml" Id="Rc2d81f898a274e7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7907529b7bb4ac0" /><Relationship Type="http://schemas.openxmlformats.org/officeDocument/2006/relationships/notesMaster" Target="/ppt/notesMasters/notesMaster1.xml" Id="R782fe4c3b21c437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5eb11884a5e4e56" /><Relationship Type="http://schemas.openxmlformats.org/officeDocument/2006/relationships/notesMaster" Target="/ppt/notesMasters/notesMaster1.xml" Id="R97aaf3e9bccc4dd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6dd7c375a774597" /><Relationship Type="http://schemas.openxmlformats.org/officeDocument/2006/relationships/notesMaster" Target="/ppt/notesMasters/notesMaster1.xml" Id="Rafd2c3397fc442e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e0d6b786d284a33" /><Relationship Type="http://schemas.openxmlformats.org/officeDocument/2006/relationships/notesMaster" Target="/ppt/notesMasters/notesMaster1.xml" Id="Rb524b70fc2984a0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6f36549df74d7a" /><Relationship Type="http://schemas.openxmlformats.org/officeDocument/2006/relationships/notesMaster" Target="/ppt/notesMasters/notesMaster1.xml" Id="R010b6c6d8133414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1e3e91d8cfa4a6d" /><Relationship Type="http://schemas.openxmlformats.org/officeDocument/2006/relationships/notesMaster" Target="/ppt/notesMasters/notesMaster1.xml" Id="R55ce74616f534bc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9d95d6384b44576" /><Relationship Type="http://schemas.openxmlformats.org/officeDocument/2006/relationships/notesMaster" Target="/ppt/notesMasters/notesMaster1.xml" Id="Rea06d2632e4b483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d5bada51d804c31" /><Relationship Type="http://schemas.openxmlformats.org/officeDocument/2006/relationships/notesMaster" Target="/ppt/notesMasters/notesMaster1.xml" Id="R2501bbe6bb2f4c5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cf3639429ee407d" /><Relationship Type="http://schemas.openxmlformats.org/officeDocument/2006/relationships/notesMaster" Target="/ppt/notesMasters/notesMaster1.xml" Id="R640c9ace88774f4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ab7713bd20e4715" /><Relationship Type="http://schemas.openxmlformats.org/officeDocument/2006/relationships/notesMaster" Target="/ppt/notesMasters/notesMaster1.xml" Id="Re3e958a2e20347f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17302315f864f51" /><Relationship Type="http://schemas.openxmlformats.org/officeDocument/2006/relationships/notesMaster" Target="/ppt/notesMasters/notesMaster1.xml" Id="R1135822afa3447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https://learn.microsoft.com/en-us/purview/sit-defn-hong-kong-identity-card-number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40fa80ed847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131f980ae84b69" /><Relationship Type="http://schemas.openxmlformats.org/officeDocument/2006/relationships/slideLayout" Target="/ppt/slideLayouts/slideLayout1.xml" Id="Rc7a30bf60ec74b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a30bf60ec74b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be4cb39da414f" /><Relationship Type="http://schemas.openxmlformats.org/officeDocument/2006/relationships/notesSlide" Target="/ppt/notesSlides/notesSlide1.xml" Id="Rdcf224c6d19a4b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b557eecf949cf" /><Relationship Type="http://schemas.openxmlformats.org/officeDocument/2006/relationships/notesSlide" Target="/ppt/notesSlides/notesSlide2.xml" Id="Rc63ffbd0cfc446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4064d218b4f30" /><Relationship Type="http://schemas.openxmlformats.org/officeDocument/2006/relationships/notesSlide" Target="/ppt/notesSlides/notesSlide3.xml" Id="R4da2c1d3cae340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cb4a521ee457a" /><Relationship Type="http://schemas.openxmlformats.org/officeDocument/2006/relationships/notesSlide" Target="/ppt/notesSlides/notesSlide4.xml" Id="Rf2d40f1503434e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7fbaa3d1e4858" /><Relationship Type="http://schemas.openxmlformats.org/officeDocument/2006/relationships/notesSlide" Target="/ppt/notesSlides/notesSlide5.xml" Id="Ra70e7be35d3f4e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619592893482e" /><Relationship Type="http://schemas.openxmlformats.org/officeDocument/2006/relationships/notesSlide" Target="/ppt/notesSlides/notesSlide6.xml" Id="Re0cb67efc6e84c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f89aa6f444513" /><Relationship Type="http://schemas.openxmlformats.org/officeDocument/2006/relationships/notesSlide" Target="/ppt/notesSlides/notesSlide7.xml" Id="R6dfe445a354246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749529ef34851" /><Relationship Type="http://schemas.openxmlformats.org/officeDocument/2006/relationships/notesSlide" Target="/ppt/notesSlides/notesSlide8.xml" Id="R2f609c1eaff34b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6bbafe426434d" /><Relationship Type="http://schemas.openxmlformats.org/officeDocument/2006/relationships/notesSlide" Target="/ppt/notesSlides/notesSlide9.xml" Id="R3a9d241e6e0744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4af4b8d26423d" /><Relationship Type="http://schemas.openxmlformats.org/officeDocument/2006/relationships/notesSlide" Target="/ppt/notesSlides/notesSlide10.xml" Id="Rc8bd1be60f4c42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3933056b147ea" /><Relationship Type="http://schemas.openxmlformats.org/officeDocument/2006/relationships/notesSlide" Target="/ppt/notesSlides/notesSlide11.xml" Id="Ra688b4d9b8b046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cf0aa30904223" /><Relationship Type="http://schemas.openxmlformats.org/officeDocument/2006/relationships/notesSlide" Target="/ppt/notesSlides/notesSlide12.xml" Id="Rc7df2d345fe24e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58902e02141e4" /><Relationship Type="http://schemas.openxmlformats.org/officeDocument/2006/relationships/notesSlide" Target="/ppt/notesSlides/notesSlide13.xml" Id="Reee130fcd61a46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813a55c9042c1" /><Relationship Type="http://schemas.openxmlformats.org/officeDocument/2006/relationships/notesSlide" Target="/ppt/notesSlides/notesSlide14.xml" Id="Rfc4ad44021e64c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d38234b604951" /><Relationship Type="http://schemas.openxmlformats.org/officeDocument/2006/relationships/notesSlide" Target="/ppt/notesSlides/notesSlide15.xml" Id="Ra80f8d0e4a544b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6232930d74eeb" /><Relationship Type="http://schemas.openxmlformats.org/officeDocument/2006/relationships/notesSlide" Target="/ppt/notesSlides/notesSlide16.xml" Id="Rd348e14343b94a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a21fddcb94200" /><Relationship Type="http://schemas.openxmlformats.org/officeDocument/2006/relationships/notesSlide" Target="/ppt/notesSlides/notesSlide17.xml" Id="Rf0e36d1ffdfe44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bdb96a1e54f0d" /><Relationship Type="http://schemas.openxmlformats.org/officeDocument/2006/relationships/notesSlide" Target="/ppt/notesSlides/notesSlide18.xml" Id="R736e234c97754d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ae626f8244328" /><Relationship Type="http://schemas.openxmlformats.org/officeDocument/2006/relationships/notesSlide" Target="/ppt/notesSlides/notesSlide19.xml" Id="R11b40305b4c748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45491a45943a8" /><Relationship Type="http://schemas.openxmlformats.org/officeDocument/2006/relationships/notesSlide" Target="/ppt/notesSlides/notesSlide20.xml" Id="Rb483a31c37ec4b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f42b21b0b4499" /><Relationship Type="http://schemas.openxmlformats.org/officeDocument/2006/relationships/notesSlide" Target="/ppt/notesSlides/notesSlide21.xml" Id="R765bea260518428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aeeb49d4b4952" /><Relationship Type="http://schemas.openxmlformats.org/officeDocument/2006/relationships/notesSlide" Target="/ppt/notesSlides/notesSlide22.xml" Id="R0f6e3bb907a14ee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f60fd92d0430c" /><Relationship Type="http://schemas.openxmlformats.org/officeDocument/2006/relationships/notesSlide" Target="/ppt/notesSlides/notesSlide23.xml" Id="Rff789ab6e63c435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647f4b62e49d1" /><Relationship Type="http://schemas.openxmlformats.org/officeDocument/2006/relationships/notesSlide" Target="/ppt/notesSlides/notesSlide24.xml" Id="R01f9bbb53f2e4b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db3202f9d413c" /><Relationship Type="http://schemas.openxmlformats.org/officeDocument/2006/relationships/notesSlide" Target="/ppt/notesSlides/notesSlide25.xml" Id="Rfee59708aa704fb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8bfa9221d46be" /><Relationship Type="http://schemas.openxmlformats.org/officeDocument/2006/relationships/notesSlide" Target="/ppt/notesSlides/notesSlide26.xml" Id="Rfe9b601384f0418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e0ea0453a413b" /><Relationship Type="http://schemas.openxmlformats.org/officeDocument/2006/relationships/notesSlide" Target="/ppt/notesSlides/notesSlide27.xml" Id="R8f731db1e7bf47e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5bc0f1fb9408d" /><Relationship Type="http://schemas.openxmlformats.org/officeDocument/2006/relationships/notesSlide" Target="/ppt/notesSlides/notesSlide28.xml" Id="R74fd99e0608c4ab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b304be86743a4" /><Relationship Type="http://schemas.openxmlformats.org/officeDocument/2006/relationships/notesSlide" Target="/ppt/notesSlides/notesSlide29.xml" Id="R34c57c13b370479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c9cd701dd40ef" /><Relationship Type="http://schemas.openxmlformats.org/officeDocument/2006/relationships/notesSlide" Target="/ppt/notesSlides/notesSlide30.xml" Id="R4fc9fc07e9d240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8898471D-1AAD-494F-A49D-C3E66A6A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CD6576EF-38CC-4B9F-8982-73609541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284CD446-EB91-4BD2-8EB1-EF2B69BD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A40FA220-D8C3-450A-B30D-54FE6E7D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Hong Kong Identity Card (HKID) Number: A100000(7)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06FF66F9-8020-4207-A5C3-CDEBB3A3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Ling Chi Ho Yip  |  Physical Address: Flat 1, 10/F, 946 Bamboo Bay Road, Central, Hong Kong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42F051D0-1BD5-4695-AA60-7C71B0A8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91B70D21-5022-4D80-BD3F-5F958C39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83F34195-AC0B-4561-B3FF-2B118D2C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Hong Kong Identity Card (HKID) Number: B100001(8)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79EA5EE8-F7EA-4C05-B327-37AD8C82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Derek Carmen Wong  |  Physical Address: Flat 2, 11/F, 983 Castle Bay Road, Mong Kok, Kowloon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B148445B-A6E1-463B-A0BB-35E6E39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B64ABB00-9885-4840-A804-B45CCBAB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6D63B495-389C-4691-B67D-219CCE95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Hong Kong Identity Card (HKID) Number: C100002(9)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ED4A170E-E65E-42D4-AE45-90B94E0B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Janice Vivian Tsang  |  Physical Address: Flat 3, 12/F, 1020 Harbour Bay Road, Sha Tin, New Territories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24E802C3-5661-4EE0-96C1-84028D48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3E2F03E3-55C9-422F-A954-9C53A1B7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2E2C8A21-40DC-4019-8F85-1D3D7108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Hong Kong Identity Card (HKID) Number: D100003(A)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31641D38-1FF0-4B50-9E16-79A091B9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Simon Tsz Ying Lam  |  Physical Address: Flat 4, 13/F, 1057 Jade Bay Road, Tai Po, New Territories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A9BBCA74-B96C-4965-BDAB-23B1AC28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385D86AE-50D5-43A3-948F-FDF70D79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F0A49261-5FA6-48D5-838B-8DE03A59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Hong Kong Identity Card (HKID) Number: E100004(0)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2B99B8D5-D642-49AD-84AE-382C4727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Wing Yan Tam  |  Physical Address: Flat 5, 14/F, 1094 Kingfisher Bay Road, Tsim Sha Tsui, Kowloon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DFFC2F06-76A1-4A78-83DF-C0ED957C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134EBA6B-5FC0-4378-B916-0D13E3EB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6322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5E449854-6F55-4DD7-ACC9-A8DFD188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C85D7CE6-0968-465E-8F41-CDF668C6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36D4DCD0-286E-4F8F-9AEA-C62E8E39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7270E468-0E87-4A1E-84D4-600AF3C4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Hong Kong Identity Card (HKID) Number: F100005(1)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D5D6827B-DB4A-4110-B2AA-C3AACBF7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 Carmen Chow  |  Physical Address: Flat 6, 15/F, 1131 Lotus Bay Road, Yuen Long, New Territories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90A89E3C-FB02-47F8-A8CF-41E8484B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94F2E843-B5A3-4360-8DFD-633A09BA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3EB2E53D-990D-4F66-8AC6-84DFF2F1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Hong Kong Identity Card (HKID) Number: G100006(2)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CD97213C-D2FC-40A0-9E50-E14ACFA0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Vivian Au  |  Physical Address: Flat 7, 16/F, 1168 Maple Bay Road, Causeway Bay, Hong Kong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EFEEF7BB-9A1C-413C-8747-64EDB95F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58A27EF2-239E-41DB-863B-1F852622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A313039A-12A5-403D-8B31-79EEBADA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Hong Kong Identity Card (HKID) Number: H100007(3)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2352C9A3-C0C0-4E69-A3B7-94616572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Tsz Ying Yip  |  Physical Address: Flat 8, 17/F, 1205 Orchid Bay Road, Kowloon Tong, Kowloon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82694346-79E6-4D98-B465-E2F43908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22CF7716-E5B9-4FEE-80BD-69E64B4D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12365237-A45B-4061-BADF-69F4BC1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Hong Kong Identity Card (HKID) Number: I100008(4)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7EA7BFD9-B32A-47BA-A77A-7EC3075C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Natalie Wing Yan Lee  |  Physical Address: Flat 9, 18/F, 1242 Pearl Bay Road, Sai Kung, New Territories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F1B910B1-6CDF-402C-AB97-6D954F89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9ACDAF62-858D-42DB-B371-449AAAFD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68A984CD-09D1-414B-B577-B0AFDD67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Hong Kong Identity Card (HKID) Number: J100009(5)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87A766DA-97B1-48AC-BE11-CFC5ABFD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Raymond Carmen Tsang  |  Physical Address: Flat 10, 19/F, 1279 Phoenix Bay Road, Wan Chai, Hong Kong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3D2F5994-C213-48F5-99B2-06BB5EC3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769C5B11-CAC6-4E1F-A7C3-5B464377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953594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AB92FFFE-D905-4ED4-9EB0-28AD0391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C9D095EF-605B-4747-A70A-DFB2AF4C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A0F4F2CF-AF71-4F16-9465-2DE9AB54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A7066020-87B8-4FFB-8975-382F171D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Hong Kong Identity Card (HKID) Number: K100010(1)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B5DE6EBA-A9D2-49F2-9F13-B9746E9B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Vivian Simon Lam  |  Physical Address: Flat 11, 20/F, 1316 Silver Bay Road, Kennedy Town, Hong Kong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7739C4A8-4003-4BAA-B83F-160DEB05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87964053-430A-49DA-94EC-9DD00C8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73EDB50C-B067-442A-94AC-738683A1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Hong Kong Identity Card (HKID) Number: L100011(2)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1EC4CAF7-26D4-4138-9D2C-9FDFC1B8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Kevin Tsz Ying Tam  |  Physical Address: Flat 12, 21/F, 1353 Victoria Bay Road, Tsuen Wan, New Territories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EFCFFBAA-94F2-4C6E-8BAB-38FF9BCA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7A06564B-CC54-4166-A4BB-A5ABC237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A114D9DB-6E98-4AE3-B364-EEA1565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Hong Kong Identity Card (HKID) Number: M100012(3)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C6A5C9B4-D8B9-468D-8439-CC806F5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Karen Wing Yan Ho  |  Physical Address: Flat 13, 22/F, 1390 Bamboo Garden Road, Central, Hong Kong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CC042A5B-3B29-4302-8005-F65F7F36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1BF725B3-B0F7-48A0-B69E-EC8EB907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919FF4EB-8B6C-4A01-BFCA-BABA5A40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Hong Kong Identity Card (HKID) Number: N100013(4)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3004FA3E-1C28-460D-B63F-14C468A3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Jason Carmen Au  |  Physical Address: Flat 14, 23/F, 1427 Castle Garden Road, Mong Kok, Kowloon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DAB64DCA-E8D9-42E0-8FFD-C20C39D5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738239EC-580B-4C33-939E-D7F47EC9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938EA3C3-E83D-4EAC-AE2E-25D6BF5B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Hong Kong Identity Card (HKID) Number: O100014(5)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16028747-51AA-4F26-92F6-261D2ED3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Vivian Yip  |  Physical Address: Flat 15, 24/F, 1464 Harbour Garden Road, Sha Tin, New Territories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4F9E048A-D48C-443E-B5DC-A3D83C68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37D0B3AA-BD87-4639-A7E5-E9204AAF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054858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B456229E-8802-41EE-BF6C-F4ACF1BD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7046BF5D-1F5A-41EC-B5F1-7F18C3B5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6408B9AC-A31D-4D77-AB56-594A836F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5C874133-AFD8-400A-AD8C-769366AF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Hong Kong Identity Card (HKID) Number: P100015(6)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C8F48860-4A1D-4199-81A5-9769CF83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 Hei Tsz Ying Lee  |  Physical Address: Flat 16, 25/F, 1501 Jade Garden Road, Tai Po, New Territories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6A073376-1AF6-4B8C-ABC5-55F1D038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1521A4F3-BAC0-46F1-80A5-C0D62D02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4BFA3451-0B8C-4485-AAA3-C64F0FAE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Hong Kong Identity Card (HKID) Number: Q100016(7)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C7F515C2-E6CB-4A10-8349-01BAC394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Tsz Ying Wing Yan Lo  |  Physical Address: Flat 17, 26/F, 1538 Kingfisher Garden Road, Tsim Sha Tsui, Kowloon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F2DF3E36-09CA-4B48-95CE-A700F632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E257C4EA-86DC-48E9-B2C5-3700D3C9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32544705-ED7B-4B14-9908-14D665B5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Hong Kong Identity Card (HKID) Number: R100017(8)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05C8FDCF-B054-4F17-B880-BD658830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Pak Ho Carmen Lam  |  Physical Address: Flat 18, 27/F, 1575 Lotus Garden Road, Yuen Long, New Territories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04682264-CA5A-4701-B412-52A6B3B6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AC8C8444-850F-4045-8766-F50B3961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34C8AE6E-D244-4A0B-AEC8-0C07FE36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Hong Kong Identity Card (HKID) Number: S100018(9)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3A3ADEB3-72D4-484E-B360-6F169464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Hoi Lam Vivian Tam  |  Physical Address: Flat 19, 28/F, 1612 Maple Garden Road, Causeway Bay, Hong Kong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0BC519AB-423E-4D17-8662-F887130A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94B84B0F-888B-4E88-A305-6AED1240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A724CEE2-AE2F-4B6F-89D1-1A4CAFD8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Hong Kong Identity Card (HKID) Number: T100019(A)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D81564E2-A726-46AD-AD96-F216F324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Kin Wai Tsz Ying Ho  |  Physical Address: Flat 20, 29/F, 1649 Orchid Garden Road, Kowloon Tong, Kowloon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77D1BC68-8733-4827-BD96-916E587C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BA2B36AD-EB84-4516-BB06-5505B305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03688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D7FE220D-8A2F-4B31-BB99-86552F49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793CF19D-FD24-4EFA-A5CD-34603117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550D8200-6A72-45F8-B112-C6EF16A7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CF234AE6-8D6D-472B-8C1D-62984289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Hong Kong Identity Card (HKID) Number: U100020(6)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F65878F6-0962-4FB0-A884-EDADE281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Siu Man Wing Yan Kwan  |  Physical Address: Flat 21, 30/F, 1686 Pearl Garden Road, Sai Kung, New Territories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AC1CCAAD-2E90-4396-A1B2-B6054FCE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C6593625-E057-4B81-B1E3-61870C9C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4908EDC9-F1F5-416A-9AA3-7B2D1C9C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Hong Kong Identity Card (HKID) Number: V100021(7)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79AED497-5657-46C9-B8FE-718FBB3D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 Ho Carmen Yip  |  Physical Address: Flat 22, 31/F, 1723 Phoenix Garden Road, Wan Chai, Hong Kong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500570E1-74FD-4AE0-9C38-66401D33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FE92DE4A-8BE9-4F5E-B80C-333B40E6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37C56946-0CF7-4812-820D-EBFBEF8A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Hong Kong Identity Card (HKID) Number: W100022(8)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13A20D03-23D9-4A20-A17B-8CAF08B3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Wing Yan Vivian Lee  |  Physical Address: Flat 23, 32/F, 1760 Silver Garden Road, Kennedy Town, Hong Kong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54A3946C-BD7C-4A22-A715-779419B7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0F75D620-143E-4F53-977B-BA8D378C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4594003F-ED19-4BDF-98F0-A19BE776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Hong Kong Identity Card (HKID) Number: X100023(9)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AD9BCCF3-43D4-4607-9F97-49444896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 Ming Tsz Ying Lo  |  Physical Address: Flat 24, 33/F, 1797 Victoria Garden Road, Tsuen Wan, New Territories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1182A312-450B-4946-9B4F-FA707338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2ABCDE19-02DD-42E5-AB2F-E63113CA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007E8BA6-77A0-4C5F-98FF-C7A00A17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Hong Kong Identity Card (HKID) Number: Y100024(A)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A60D2285-275A-4B76-8AFE-50FCA744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Ling Wing Yan Cheng  |  Physical Address: Flat 25, 34/F, 1834 Bamboo Heights Road, Central, Hong Kong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E8FA2E74-9473-4D41-9FFD-271BC915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2A4A290E-21A2-443C-85C3-8980075E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26968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E74DD6CD-45EF-4E2B-98A6-D5FAFD51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FA1F1054-3CE9-4CDE-A404-174959D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34C0293D-56E8-4622-A9A8-93170341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EC866C5F-DE66-4EB7-94D6-A3501792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Hong Kong Identity Card (HKID) Number: Z100025(0)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AADFB2A5-BA27-407D-B1D6-D2B57B7F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Derek Martin Tam  |  Physical Address: Flat 26, 35/F, 1871 Castle Heights Road, Mong Kok, Kowloon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E6FEC1B6-9406-438A-BB9A-6A10117C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7E985B47-798C-47D5-BF51-FB957007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2CEB7770-CA40-41A5-9262-B438E10A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Hong Kong Identity Card (HKID) Number: A100026(0)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E52A6F78-835B-4ABA-9DBD-F3DD7E2C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Janice Kevin Ho  |  Physical Address: Flat 27, 36/F, 1908 Harbour Heights Road, Sha Tin, New Territories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8BAB86E1-DF3A-4699-9878-1B19FB59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1507E99C-D3D2-43FC-A2E2-8147F934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0CA0A782-0103-4911-97C7-59C6DF2C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Hong Kong Identity Card (HKID) Number: B100027(1)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97C540DD-D5C6-436B-AB1F-36FA6FDA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Simon Pak Ho Kwan  |  Physical Address: Flat 28, 37/F, 1945 Jade Heights Road, Tai Po, New Territories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EF3D8BAF-832A-400B-A708-61B445DC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B0A79A4F-A8E8-4946-9B55-4A7C55A5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E5D47530-A3E9-4755-B20D-72E4B75F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Hong Kong Identity Card (HKID) Number: C100028(2)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3587C241-0E06-44CB-A3F6-66F9E201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Ka Ming Lau  |  Physical Address: Flat 29, 38/F, 1982 Kingfisher Heights Road, Tsim Sha Tsui, Kowloon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5AA88BB3-B90D-47FA-B492-DB28D884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701012D1-E530-46AE-8AE3-7A927C28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CB0410FC-C0CB-40A9-9F95-B8474118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Hong Kong Identity Card (HKID) Number: D100029(3)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D63C4CD0-EC96-41DD-A236-89ACCC82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 Wing Yan Lee  |  Physical Address: Flat 30, 39/F, 2019 Lotus Heights Road, Yuen Long, New Territories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2DAC4F20-40C8-4F02-8709-47D40DCB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63285910-D256-428C-8531-B5C07A05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7906102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6496982D-80B7-455B-A442-829205F0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11F2D016-0D0B-4CFB-B798-954C417D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3B2DDA8F-3D6D-4F2F-9BDC-6ABD85F8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4BC66589-CE77-4354-B0EE-D73B76FA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Hong Kong Identity Card (HKID) Number: E100030(A)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6C4E5D34-E5A9-4A0D-9628-909A707F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Kevin Lo  |  Physical Address: Flat 31, 40/F, 2056 Maple Heights Road, Causeway Bay, Hong Kong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90A6E0C8-DF4A-439E-94FE-D8D6BA07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EDB1BFBC-37B1-4E3F-A4AF-92364377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F7AD72FA-5DDE-471C-9D01-337031C7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Hong Kong Identity Card (HKID) Number: F100031(0)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611B6012-F679-4731-90E1-80CC3CA0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Pak Ho Cheng  |  Physical Address: Flat 32, 41/F, 2093 Orchid Heights Road, Kowloon Tong, Kowloon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9BE641BD-0909-4F0A-9954-CEFB4F74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0E1ABC44-735B-45A8-BEE5-82D39700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BB6874A4-C799-4049-8288-448152AA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Hong Kong Identity Card (HKID) Number: G100032(1)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E2E1F081-D90B-4C36-8BFD-83893252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Natalie Ka Ming Poon  |  Physical Address: Flat 33, 42/F, 2130 Pearl Heights Road, Sai Kung, New Territories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B3244C64-82A6-454D-9AF4-8598772C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29499BFB-AFE5-481D-92C4-ED30866B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C446EB55-6E36-42A0-9362-0B82AC99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Hong Kong Identity Card (HKID) Number: H100033(2)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21C2C0E8-AFC1-4AB1-83CC-9EEC6DAB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Raymond Martin Ho  |  Physical Address: Flat 34, 43/F, 2167 Phoenix Heights Road, Wan Chai, Hong Kong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A976333A-004F-4D29-B417-96FC3494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63EA7C30-47A7-478F-9CA1-2D87306D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2AA56744-2169-4EB2-88E0-89DAA97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Hong Kong Identity Card (HKID) Number: I100034(3)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985CF4A1-DDF5-4307-A0D3-9C0C5025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Vivian Kevin Kwan  |  Physical Address: Flat 35, 44/F, 2204 Silver Heights Road, Kennedy Town, Hong Kong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91FDAB65-A0C5-4E8C-BD36-D43AD5A8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73C745D4-D06B-4B45-91D6-8FB888A6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59403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BEC96310-0D18-4CA6-9365-C06450FC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6F7F08B4-45C6-4305-BCF1-6C283878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B7BAA4BC-68B5-4909-8D55-08704A46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3F1CF3DC-49AF-4BC2-A203-BDA1EC8A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Hong Kong Identity Card (HKID) Number: J100035(4)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3EA2CDA3-9BD4-4ED0-8B1A-F6DA90E3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Kevin Pak Ho Lau  |  Physical Address: Flat 36, 45/F, 2241 Victoria Heights Road, Tsuen Wan, New Territories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D47753EE-906C-4D03-97A2-4D3C1CD1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147C0A16-CD88-4E76-B2AB-65ECBCC9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AB02EF70-853A-47F6-9D2F-38DCE380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Hong Kong Identity Card (HKID) Number: K100036(5)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CB304925-1614-48AF-8186-7C1C8ED5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Karen Ka Ming Leung  |  Physical Address: Flat 37, 46/F, 2278 Bamboo Hill Road, Central, Hong Kong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05BF250A-0A96-457C-83F4-2C10F970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45EBAD25-FDF5-4492-8052-DFF49A35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CD570374-AEE1-454F-8EC6-6343A0D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Hong Kong Identity Card (HKID) Number: L100037(6)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633C05B4-3DBD-46DE-93DD-89123AA1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Jason Martin Lo  |  Physical Address: Flat 38, 47/F, 2315 Castle Hill Road, Mong Kok, Kowloon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79DB3081-4299-4200-A678-E45BBCB4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8FEBF7D8-83B3-409B-AD1A-18EA6436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6AA16FBB-5C85-430E-B3D5-ADA56F8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Hong Kong Identity Card (HKID) Number: M100038(7)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4753E45D-FC91-4AA1-9D58-A92C7353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Kevin Cheng  |  Physical Address: Flat 39, 48/F, 2352 Harbour Hill Road, Sha Tin, New Territories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4CC8700B-B96E-4952-9E18-E21256F4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274E9FCA-1870-4DC0-9520-C751E00F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DAAA5269-F91D-4645-99B6-48B550CE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Hong Kong Identity Card (HKID) Number: N100039(8)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52E2EA99-5C04-4CBD-A0C4-74D0D3BC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 Hei Pak Ho Poon  |  Physical Address: Flat 40, 49/F, 2389 Jade Hill Road, Tai Po, New Territories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A24E43C5-A90A-4AD7-BEAF-8C988369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F0ACA74E-C7C4-43D2-80C2-D336335D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352117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A8378D69-92FD-4F8D-82F1-663DCD7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7552C5E0-F722-4616-AD99-10D3D99F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2B6998C6-EFBD-434C-86D3-4F99C4B3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98DFD7DB-4EED-4177-900A-3E4B440F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Hong Kong Identity Card (HKID) Number: O100040(4)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2ED91527-8D1D-42AC-8DA1-B276C55B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Tsz Ying Ka Ming Ng  |  Physical Address: Flat 41, 50/F, 2426 Kingfisher Hill Road, Tsim Sha Tsui, Kowloon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B69B30BF-D182-4466-91EE-9969269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806DF1F2-8B4A-42F7-B0DD-242BBFF9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73D138AA-9CBE-4904-B70D-E056A45A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Hong Kong Identity Card (HKID) Number: P100041(5)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A24B18B7-FE7E-4FD3-89F8-67F0C983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Pak Ho Martin Kwan  |  Physical Address: Flat 42, 51/F, 2463 Lotus Hill Road, Yuen Long, New Territories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AF80E674-B1BB-4367-A903-85C56A84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562BD32D-3BAC-4EC5-B958-E1A51BA1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48821D0F-12DC-4DAC-8EDD-D869CEA5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Hong Kong Identity Card (HKID) Number: Q100042(6)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108C0C4E-744B-439E-8949-C07AC43E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Hoi Lam Kevin Lau  |  Physical Address: Flat 43, 52/F, 2500 Maple Hill Road, Causeway Bay, Hong Kong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D3876110-E52C-4769-B929-11577391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A206C057-96BB-4C8A-BF86-F03024A6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19A496E3-16F4-4D20-947E-D3B539C0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Hong Kong Identity Card (HKID) Number: R100043(7)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CCADC965-4C56-4663-A00B-FD910504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Kin Wai Pak Ho Leung  |  Physical Address: Flat 44, 53/F, 2537 Orchid Hill Road, Kowloon Tong, Kowloon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E1102BF9-F75E-442B-BFBE-05CFA8EE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2F91F424-8621-4AAB-9E39-6C2540F7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C5BA686B-0CDB-4969-A2C7-F4555303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Hong Kong Identity Card (HKID) Number: S100044(8)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C396D51B-BCD6-4DDA-9210-39C876D0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Siu Man Ka Ming Wan  |  Physical Address: Flat 45, 54/F, 2574 Pearl Hill Road, Sai Kung, New Territories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BE9C4F02-EDBB-4FC9-A10E-BFFD57B1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9113158E-1869-4621-B802-3297C349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055576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B8A6B8C4-0D7F-40A3-A898-0B6A14CF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54D17928-B9F2-4B8F-A837-3625BBCA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BCBC1634-B10F-4E01-98C4-80BAE298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65BDCB42-B997-4657-852A-99983FE3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Hong Kong Identity Card (HKID) Number: T100045(9)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1951DE09-5EC2-4B7A-88B8-89B7959C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 Ho Martin Cheng  |  Physical Address: Flat 46, 55/F, 2611 Phoenix Hill Road, Wan Chai, Hong Kong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12958829-FB0C-4811-9128-EBA8CB71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6B1F9767-0FD5-4490-AD39-2D4882E2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C4097BB7-2A76-455B-8559-28E4DB8D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Hong Kong Identity Card (HKID) Number: U100046(A)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2E72F608-4149-41E8-B864-69261789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Wing Yan Kevin Poon  |  Physical Address: Flat 47, 56/F, 2648 Silver Hill Road, Kennedy Town, Hong Kong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127B5994-8103-4E5F-8D60-62DA585C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95BE505E-12A5-4094-8FAB-000879AF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AE899A65-D8D4-4AE1-B373-A0F22723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Hong Kong Identity Card (HKID) Number: V100047(0)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1CFAF736-707F-449A-9F0D-0BCBBE95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 Ming Pak Ho Ng  |  Physical Address: Flat 48, 57/F, 2685 Victoria Hill Road, Tsuen Wan, New Territories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18DF6662-2237-409E-A3B2-2C0831FC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F1B121D2-D9BF-49A5-B67C-48B8D0F9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1582857D-E09B-47E7-9B35-6078AEE3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Hong Kong Identity Card (HKID) Number: W100048(1)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21D0D0AA-CCC3-4E75-AB47-9598D00C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Ling Ka Ming Chan  |  Physical Address: Flat 49, 58/F, 2722 Bamboo Park Road, Central, Hong Kong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88D6BE0F-ABEF-4770-95FB-4FBD26B1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1845111D-9442-4C21-8D64-6CA812FC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585F144C-70C7-4F30-B3FF-59A1B464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Hong Kong Identity Card (HKID) Number: X100049(2)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C715FB8C-717C-4439-8EDE-E68E5527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Derek Joanne Lau  |  Physical Address: Flat 50, 59/F, 2759 Castle Park Road, Mong Kok, Kowloon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6591E07B-64A1-4B1C-B6DF-15CDC566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9C3FF13E-4DFD-4918-A20E-E14C160A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081199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418B3F02-D462-4CF9-8A4C-0CEB7470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E9D4EE61-67FF-40DB-A38F-408EB112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3A48C608-6AD2-4A79-8774-B654470C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203B6687-82C2-4FBE-ABEB-023CDF32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Hong Kong Identity Card (HKID) Number: Y100050(9)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5165C70E-9B2C-489A-95C0-67F5AAB3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Janice Karen Leung  |  Physical Address: Flat 51, 10/F, 2796 Harbour Park Road, Sha Tin, New Territories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DC98D19A-0B2E-40AE-A482-9EC1AD66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CF8A64F9-73DB-43AC-B33F-5065EA5B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5D9EECE1-591B-470D-A93A-18479264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Hong Kong Identity Card (HKID) Number: Z100051(A)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C45BFEB1-4EE5-478F-8761-B4822F51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Simon Hoi Lam Wan  |  Physical Address: Flat 52, 11/F, 2833 Jade Park Road, Tai Po, New Territories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28A75248-29B1-4F84-AE29-CD8EAC78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A8B2AB1D-DB3D-44FA-BCAC-16C0B9E4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74E8BBBD-A35F-40DE-B452-7AD7CB7E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Hong Kong Identity Card (HKID) Number: A100052(A)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BA998FFD-F81A-4826-9562-A2E182B4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Mei Ling Yeung  |  Physical Address: Flat 53, 12/F, 2870 Kingfisher Park Road, Tsim Sha Tsui, Kowloon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B4061949-74F8-491E-925B-21700461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42AF9FFA-CD15-47AB-A90C-DD94694E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2BA4D3E6-C1CC-46F9-B4AB-7977BAE5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Hong Kong Identity Card (HKID) Number: B100053(0)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F6AF6628-17EC-4C9F-BA8B-8CD058C7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 Joanne Poon  |  Physical Address: Flat 54, 13/F, 2907 Lotus Park Road, Yuen Long, New Territories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B8D04915-8EE5-4D5D-BCF2-206F4550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6ADCF905-BBAC-474C-8A67-1E15A950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0F5FD366-C8D3-4E91-B549-429ED9F1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Hong Kong Identity Card (HKID) Number: C100054(1)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A3AF24E1-6A1F-4D1F-8C2A-F4C41780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Karen Ng  |  Physical Address: Flat 55, 14/F, 2944 Maple Park Road, Causeway Bay, Hong Kong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817D448A-22FF-4D94-BB97-8B592CBF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818A0D78-4DA0-4AE6-8F1B-26471F24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6300060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7888DB84-56B5-4CCF-A331-6AB2F48E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E5A891D5-6085-4BC0-9000-EBE6C02E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2CF4E01A-D0A6-419D-8CF3-42974178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3651867B-CE44-4180-9AE1-7936DB93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Hong Kong Identity Card (HKID) Number: D100055(2)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65C0E5BA-A30A-49AA-A842-DB4E48C9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Hoi Lam Chan  |  Physical Address: Flat 56, 15/F, 2981 Orchid Park Road, Kowloon Tong, Kowloon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A0CCD2BB-7E82-454C-8A6C-F58192DB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57D876C4-7CC1-41B7-8DD7-B1746595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5B6F3534-F9F3-4965-A558-1F718CA9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Hong Kong Identity Card (HKID) Number: E100056(3)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3689B757-A61E-437F-BAFF-7F6B8107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Natalie Mei Ling Kwok  |  Physical Address: Flat 57, 16/F, 3018 Pearl Park Road, Sai Kung, New Territories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606701A4-0535-4B65-BF3E-A1D6658D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92749494-A2AF-41F1-BF37-44A0DEDE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504B0AFA-0BB8-4FCC-9D6D-FBC76839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Hong Kong Identity Card (HKID) Number: F100057(4)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948A013B-74EF-465B-BC25-5175882B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Raymond Joanne Leung  |  Physical Address: Flat 58, 17/F, 3055 Phoenix Park Road, Wan Chai, Hong Kong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F1BA13B1-E54B-4CD0-B935-14AC7B50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44263CB8-BA03-4D87-A801-3DDFADA7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3A8D622E-1B98-4677-B01C-FF80306D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Hong Kong Identity Card (HKID) Number: G100058(5)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2AE07A29-7F5A-42EA-BAC6-57BEE31C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Vivian Karen Wan  |  Physical Address: Flat 59, 18/F, 3092 Silver Park Road, Kennedy Town, Hong Kong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75AA58B2-84D0-4290-8CEC-98A666AD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049B46DB-60CA-4776-8125-3B20A0CE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3FBB86DA-2B52-410C-A999-2CF6046A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Hong Kong Identity Card (HKID) Number: H100059(6)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A6338DD3-BEE4-420A-A571-D7EAB302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Kevin Hoi Lam Yeung  |  Physical Address: Flat 60, 19/F, 3129 Victoria Park Road, Tsuen Wan, New Territories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26A3BB67-1ED4-4CE5-B364-F38A50A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08DE4F12-ADAA-4000-A2B6-69E29AD2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40799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FBC6F3EA-045F-4F34-8BBC-89D9F021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C0E00865-E167-4FC0-813A-2678848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FCF5BCAA-BA54-41FE-B9A0-278D00A1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C56ED396-B6F0-4979-8DFA-5FAC1004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Hong Kong Identity Card (HKID) Number: I100060(2)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E931168C-A542-44CB-9F9D-632F9352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Karen Mei Ling Fung  |  Physical Address: Flat 61, 20/F, 3166 Bamboo Point Road, Central, Hong Kong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C1FE5DFB-E8C4-4DDE-BDA5-00B09212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B1E8E399-700C-4197-9FFD-9352A7B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180289C2-0371-4C0F-9566-9F866AA2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Hong Kong Identity Card (HKID) Number: J100061(3)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72962498-1FE0-4CCC-BE04-F86376DE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Jason Joanne Ng  |  Physical Address: Flat 62, 21/F, 3203 Castle Point Road, Mong Kok, Kowloon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592C447E-952B-4200-8801-55E3DD0E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6DF988B8-AEC6-4303-8756-92ADBDDA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696CC2A0-BF29-4FC2-9D65-52C5AC4F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Hong Kong Identity Card (HKID) Number: K100062(4)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4C2DFBB8-1B79-45D6-8D2B-B139EA16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Karen Chan  |  Physical Address: Flat 63, 22/F, 3240 Harbour Point Road, Sha Tin, New Territories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E685888E-312C-4DE1-9F28-C1B2274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5676310B-228F-4FA0-8ADB-9209159E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CEE26EC3-3209-4AF4-B865-92F301F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Hong Kong Identity Card (HKID) Number: L100063(5)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B0368907-9306-4068-B12A-16464FE8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 Hei Hoi Lam Kwok  |  Physical Address: Flat 64, 23/F, 3277 Jade Point Road, Tai Po, New Territories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9F93BCB6-6597-48CE-A23D-0795AD44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87A24AC2-A1EC-4276-BF6C-BDD9D0B2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46F45974-81E1-46BA-87EA-6103A1B5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Hong Kong Identity Card (HKID) Number: M100064(6)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02DC7D6A-9AD9-4E18-A5DC-ADF5A735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Tsz Ying Mei Ling Cheung  |  Physical Address: Flat 65, 24/F, 3314 Kingfisher Point Road, Tsim Sha Tsui, Kowloon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296D35B8-E4D9-4063-A239-58FA368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09653812-2494-428A-BA34-FEF9EF5A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2687683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07A5BED5-5F58-4ABF-BC73-2D8A6900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3EA53364-5F99-4B0A-A5B6-B586992F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0E82BE8B-70A7-4939-A5C7-E364C50D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BE76906B-FEBF-4209-A4C2-B262CAA8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Hong Kong Identity Card (HKID) Number: N100065(7)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554624AB-868A-4A2E-A366-07CD24AE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Pak Ho Joanne Wan  |  Physical Address: Flat 66, 25/F, 3351 Lotus Point Road, Yuen Long, New Territories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01EC4C8E-1C9F-49DD-8C06-309BED2F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635939DB-B48A-4C9B-BD8E-3AB2292A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20FBF5B8-3B3B-4D50-83B5-E5851763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Hong Kong Identity Card (HKID) Number: O100066(8)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0DFCB5B3-45FF-42E9-8B61-5D3BF610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Hoi Lam Karen Yeung  |  Physical Address: Flat 67, 26/F, 3388 Maple Point Road, Causeway Bay, Hong Kong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4341C486-CF21-4EE5-BFFA-E7204050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61DB8368-51BA-46A4-81DE-6FE8EF55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B8A94043-B2BC-4512-A9BA-92BA4EE6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Hong Kong Identity Card (HKID) Number: P100067(9)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39AA34A8-7A3B-4D84-AE78-F7CEBBA5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Kin Wai Hoi Lam Fung  |  Physical Address: Flat 68, 27/F, 3425 Orchid Point Road, Kowloon Tong, Kowloon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7DDEAF9E-5DC0-4646-8835-543F8C9B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C8292EE7-A048-4D03-B697-35C99C71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52F5E49E-74FB-410E-B285-CE356A91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Hong Kong Identity Card (HKID) Number: Q100068(A)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88DE0DF8-34F9-4DE1-96E4-48BC5EF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Siu Man Mei Ling Tang  |  Physical Address: Flat 69, 28/F, 3462 Pearl Point Road, Sai Kung, New Territories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AC990CB6-F5E5-4468-BB0D-5173708A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690B4463-26D8-4C7A-B8EE-E24942D0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59EA0498-0A02-40E0-8AF9-D2C0B37B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Hong Kong Identity Card (HKID) Number: R100069(0)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298DBEB2-06B5-4C5F-B749-EC149AC0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 Ho Joanne Chan  |  Physical Address: Flat 70, 29/F, 3499 Phoenix Point Road, Wan Chai, Hong Kong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F5EA5DB6-8BED-460F-AEC2-2549B56A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F9365F8B-ED96-4249-A0FB-9C9B0E7E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81281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09A4A1E2-8ED2-4D0E-BEE3-AFF66695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D16AF2D2-6FCF-4B17-81DC-2E5BDEAA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8023F47B-B5FB-465B-8E93-08335946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14370F97-C242-4052-B08A-96D5AD51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Hong Kong Identity Card (HKID) Number: S100070(7)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9CB1B29E-B30C-447D-B626-C43F9F45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Wing Yan Karen Kwok  |  Physical Address: Flat 71, 30/F, 3536 Silver Point Road, Kennedy Town, Hong Kong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9ECA7DA0-7C32-4BE9-B8F9-63FC3DC9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585C6137-528B-4897-B440-002BEDCA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8A3BE8AE-F0E9-454E-956F-58592DFD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Hong Kong Identity Card (HKID) Number: T100071(8)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493EE49D-D63B-4CC5-A4DE-AB380669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 Ming Hoi Lam Cheung  |  Physical Address: Flat 72, 31/F, 3573 Victoria Point Road, Tsuen Wan, New Territories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425BF13E-90B2-4C35-9AA7-D160BD67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3E9ACEAB-E574-408F-B06C-E94A09F1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67403FE8-734B-4202-9514-5C2FB9B6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Hong Kong Identity Card (HKID) Number: U100072(9)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19235840-C2CD-42DE-97E8-22EFD167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Ling Pak Ho Mak  |  Physical Address: Flat 1, 32/F, 3610 Bamboo Ridge Road, Central, Hong Kong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54CF6BEB-93EF-4376-B845-6993CC4E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2B4269CD-73E5-47BD-844D-2D288AB5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DB4FF64D-5FB9-4D71-BC8A-95D24149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Hong Kong Identity Card (HKID) Number: V100073(A)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942FDB5F-48DD-4859-9E6B-9478576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Derek Adrian Yeung  |  Physical Address: Flat 2, 33/F, 3647 Castle Ridge Road, Mong Kok, Kowloon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995D7BF4-DE1F-4044-AB57-70A18FD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BF692220-8148-41CD-80E1-F03B0774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67F3974B-5ECE-4220-9D52-8D1FC065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Hong Kong Identity Card (HKID) Number: W100074(0)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C51AD8D6-A726-44F4-937C-8AE60F7F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Janice Jason Fung  |  Physical Address: Flat 3, 34/F, 3684 Harbour Ridge Road, Sha Tin, New Territories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61AADE3A-9326-4DD6-8782-78878BE4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577EF330-1EA9-46F1-BFEC-C98D6635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381301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09519D67-AC7A-4517-812E-4DC031BF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62141CB2-CD0C-404B-9DCB-918430C7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4CB3A414-1AB7-4019-B9B1-981C00CC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BB5FAC92-4CE8-4AA9-83FA-D16C9724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Hong Kong Identity Card (HKID) Number: X100075(1)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26A68D8A-9168-4B65-9DBD-378804D9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Simon Kin Wai Tang  |  Physical Address: Flat 4, 35/F, 3721 Jade Ridge Road, Tai Po, New Territories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2664709C-91D9-46DC-B919-D5A1180A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088B0B54-DBD1-41CD-BA5E-9A8F88D9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55160D9F-4379-4635-983F-4F91FC94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Hong Kong Identity Card (HKID) Number: Y100076(2)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63F48626-E129-4F17-8E27-27F3FAC9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Derek Chan  |  Physical Address: Flat 5, 36/F, 3758 Kingfisher Ridge Road, Tsim Sha Tsui, Kowloon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F8E0C005-9F2B-4DB2-AF35-FDFFF3FF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7D1E2230-C59A-4029-818C-A7C39911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BFA60D47-1598-427B-9829-FC22480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Hong Kong Identity Card (HKID) Number: Z100077(3)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62819214-BECF-4EAC-A1F7-B5D5F90B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 Adrian Kwok  |  Physical Address: Flat 6, 37/F, 3795 Lotus Ridge Road, Yuen Long, New Territories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FE31AB56-1E71-44BC-A77F-72AFFE8A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4164BFC9-9F71-42C0-9001-47997068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4B2938A3-B60B-4DD2-B543-2B6D738F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Hong Kong Identity Card (HKID) Number: A100078(3)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3FB6263C-B1DD-4872-A569-0676E216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Jason Cheung  |  Physical Address: Flat 7, 38/F, 3832 Maple Ridge Road, Causeway Bay, Hong Kong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B4DCD6D5-D9C3-4E9B-BCDC-79F07643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B5E8BD64-DE95-4115-BD9F-E58718B8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F62EA719-A434-4EE6-906C-12EEB5B1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Hong Kong Identity Card (HKID) Number: B100079(4)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261C6854-075C-4BD6-B174-7924EB62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Kin Wai Mak  |  Physical Address: Flat 8, 39/F, 3869 Orchid Ridge Road, Kowloon Tong, Kowloon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150DAEA0-1991-4717-9A50-33659F9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D60005AD-6EC1-4E20-BC5C-24A52CEA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0242315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3E8EF3B8-1814-41B4-85FF-4E77AC39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C7AE257C-FDF4-48BF-8609-57B41917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8124850D-DD8D-4C2A-8377-E351E628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891A1474-6016-44F8-95FB-7F225BFA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Hong Kong Identity Card (HKID) Number: C100080(0)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33B21725-AC90-4872-BE1A-3BBE1C9A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Natalie Derek Yeung  |  Physical Address: Flat 9, 40/F, 3906 Pearl Ridge Road, Sai Kung, New Territories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10D52506-1713-4DCD-AC04-597BD536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3A1D57EE-5702-43F0-8D6A-D956EA17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6AA76AEE-9F0C-4697-B1C8-2DBDFBBA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Hong Kong Identity Card (HKID) Number: D100081(1)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0220A736-A763-44E4-A737-86C749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Raymond Adrian Fung  |  Physical Address: Flat 10, 41/F, 3943 Phoenix Ridge Road, Wan Chai, Hong Kong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7D98C7E5-140A-43DC-8E20-3B041DEC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CCD97F2C-3A42-48BF-88E9-CA98F555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20B93732-D7FF-4D57-9AE8-E4B3C48B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Hong Kong Identity Card (HKID) Number: E100082(2)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9D057E68-9571-467F-8967-4A31E52C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Vivian Jason Tang  |  Physical Address: Flat 11, 42/F, 3980 Silver Ridge Road, Kennedy Town, Hong Kong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25EE24F9-EF95-46E1-B441-84D6F7F6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16C81676-48EB-4751-A594-FC9EC35C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B3FB029E-A169-47EA-8533-660F564A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Hong Kong Identity Card (HKID) Number: F100083(3)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62FE2716-04CF-4C03-9867-77551FDD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Kevin Kin Wai Wong  |  Physical Address: Flat 12, 43/F, 4017 Victoria Ridge Road, Tsuen Wan, New Territories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07EF3FF3-40D1-4756-BA09-C90E9BBC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3CEB18F7-693C-4FEE-BD2A-312CAECB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EB6A0846-9DA0-4F0B-B975-E87BB88B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Hong Kong Identity Card (HKID) Number: G100084(4)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013AD5D9-51DC-4CC6-937C-61937462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Karen Derek Kwok  |  Physical Address: Flat 13, 44/F, 4054 Bamboo Terrace Road, Central, Hong Kong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DDA66BCD-73DD-4DF9-87E5-6274326E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BC944963-FC5B-468A-BD4F-8BF50828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2617164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006931AC-24B7-415F-9F78-F872FFC5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FBAB7ED3-014E-40EB-B23E-88D9BF66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61C7BE25-7F45-4728-8589-2356A3BC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1731AB2C-D5C2-4870-9EC8-37AEDB25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Hong Kong Identity Card (HKID) Number: H100085(5)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F120738E-008A-4BB6-85E1-EB56B0B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Jason Adrian Cheung  |  Physical Address: Flat 14, 45/F, 4091 Castle Terrace Road, Mong Kok, Kowloon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291AF02E-4F0C-4292-904C-5305D8B8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32DDD2A2-FEA2-4741-BA73-1FC6EC57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0F816761-911A-4BDF-8488-C5D25A4A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Hong Kong Identity Card (HKID) Number: I100086(6)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19F55F90-4C7E-4D0B-B085-DB001733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Jason Mak  |  Physical Address: Flat 15, 46/F, 4128 Harbour Terrace Road, Sha Tin, New Territories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EC90E978-EA67-4E8B-9A64-EDB79064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195880C2-387F-4C8A-9EED-88A9425E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6CFE5FB4-28F3-4828-BD2A-E17C60A9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Hong Kong Identity Card (HKID) Number: J100087(7)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DC419F62-DB97-4CC7-A248-108ADB74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 Hei Kin Wai Chow  |  Physical Address: Flat 16, 47/F, 4165 Jade Terrace Road, Tai Po, New Territories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71FAD292-F3EF-4BF4-BB2E-096D2A20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A49AD46E-5197-4DF0-B59C-13457EBE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A3C548B7-1D00-4E1E-A3FA-6A70C52C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Hong Kong Identity Card (HKID) Number: K100088(8)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92BE230F-E9F8-493F-8ECD-600CE315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Tsz Ying Derek Fung  |  Physical Address: Flat 17, 48/F, 4202 Kingfisher Terrace Road, Tsim Sha Tsui, Kowloon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8B27EAF7-ED84-4DAE-91BE-291F464D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85570EE7-3F8E-4F25-902F-D52D7F6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828298B6-E251-479F-BD90-7E8C7E09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Hong Kong Identity Card (HKID) Number: L100089(9)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2F305F57-A23F-48A3-95CB-49761A64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Pak Ho Adrian Tang  |  Physical Address: Flat 18, 49/F, 4239 Lotus Terrace Road, Yuen Long, New Territories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A50A9FF3-585C-4251-AFA9-B11C8DF0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9D4FA507-F2B9-4011-A460-5DAF2937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8817058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D88E3322-C3E1-4594-B55F-B81C4B3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DC98762B-CD4A-4067-AA1B-1D278DF6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655ED9DE-65B2-4BF0-BA05-C08291B3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5DBB42EC-A4BA-4FC6-BD11-01240C3E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Hong Kong Identity Card (HKID) Number: M100090(5)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312A2B53-9DD6-47F9-AD99-061DE49B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Hoi Lam Jason Wong  |  Physical Address: Flat 19, 50/F, 4276 Maple Terrace Road, Causeway Bay, Hong Kong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5CE0E836-6551-488D-B4DC-ECA2BB78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2144758D-426E-4045-8FB9-686962A9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8F67E9D0-B037-4DFD-8B37-514FC6B5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Hong Kong Identity Card (HKID) Number: N100091(6)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B073B4B5-01A1-44E0-94AE-1CA18682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Kin Wai Karen Tsang  |  Physical Address: Flat 20, 51/F, 4313 Orchid Terrace Road, Kowloon Tong, Kowloon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0E55B7C9-CDCA-4077-A752-8F7B16F4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1C8E2DF5-B602-489E-9B65-ADCA058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2726C41A-C2BD-4238-84E9-BE971DFE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Hong Kong Identity Card (HKID) Number: O100092(7)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E59EC9B5-73AD-4168-A907-DE2715FB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Siu Man Derek Cheung  |  Physical Address: Flat 21, 52/F, 4350 Pearl Terrace Road, Sai Kung, New Territories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F81326F1-C431-46B0-9CC3-4CC62715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E28467F7-3108-44A0-8022-0DEAB4CB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17D3BCF3-2E05-4139-A70F-BC2DC23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Hong Kong Identity Card (HKID) Number: P100093(8)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52555178-BCD0-4ECB-BB60-7E4A79A1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 Ho Adrian Mak  |  Physical Address: Flat 22, 53/F, 4387 Phoenix Terrace Road, Wan Chai, Hong Kong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107A0864-A5D8-4A35-A54C-D2B969BC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1A925922-EB64-4C5B-B2E4-A51C701F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EF4CE29D-C7CD-49D3-9B65-CB595D50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Hong Kong Identity Card (HKID) Number: Q100094(9)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40B3C5F5-820D-4C65-852B-81EA80B1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Wing Yan Jason Chow  |  Physical Address: Flat 23, 54/F, 4424 Silver Terrace Road, Kennedy Town, Hong Kong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C44BE447-0677-42C3-A809-09B00EBB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E4BA5F6A-DEDA-43BE-84DF-AC573011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9426146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6A949818-F4F8-4AAE-A4CF-CFEA0EE7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62505F02-8205-4CDB-B1AE-6AD1037E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A7D4658F-D0A6-40E8-98B5-E79005CE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7153E64A-766F-433A-82B0-9AA7AEE5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Hong Kong Identity Card (HKID) Number: R100095(A)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66E29B2B-9917-4B38-B91A-4FA93BA0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 Ming Kin Wai Au  |  Physical Address: Flat 24, 55/F, 4461 Victoria Terrace Road, Tsuen Wan, New Territories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B74C2545-7887-49C8-81A9-DCA8A6E3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264E769C-FAB8-45DF-B7EE-875A1BEA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5913050D-39DA-49D6-BFF4-5E56A870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Hong Kong Identity Card (HKID) Number: S100096(0)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5BE49DEC-1DDA-48F9-8C53-A66AAF39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Ling Derek Tang  |  Physical Address: Flat 25, 56/F, 4498 Bamboo Valley Road, Central, Hong Kong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7C0A2AC3-4DC8-4A38-A69B-368207DC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50905AB2-4C87-4C3C-9AC2-D0493D01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5DB785D1-CB58-4619-99DF-B877764D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Hong Kong Identity Card (HKID) Number: T100097(1)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6842B2D0-DEAE-464E-85E6-710C26D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Derek Natalie Wong  |  Physical Address: Flat 26, 57/F, 4535 Castle Valley Road, Mong Kok, Kowloon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A186B1BA-7DEC-4F16-AA3B-F106337C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916BC38A-9632-4767-9730-9A7C177E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D4B6E49C-D45B-409A-99D6-D101A6D4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Hong Kong Identity Card (HKID) Number: U100098(2)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12F99AD1-4A5A-406F-89C8-69E1F193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Janice Chloe Tsang  |  Physical Address: Flat 27, 58/F, 4572 Harbour Valley Road, Sha Tin, New Territories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D739A7F8-1C7F-49B9-8FEA-9AE19C50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6E27C0D2-3107-4F4E-99D1-3A7AC939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EBA8356D-801E-40AD-8D00-695202A6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Hong Kong Identity Card (HKID) Number: V100099(3)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B5609BA7-69B9-4AA9-AD2E-74205346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Simon Siu Man Lam  |  Physical Address: Flat 28, 59/F, 4609 Jade Valley Road, Tai Po, New Territories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D60D40C6-33B6-4A08-A30E-34F064A2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B2BCAB3A-6806-4D35-B167-29635AE8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9615837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592A78F5-8E26-4493-97F9-CCA61A95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6858DE0F-A754-4AED-B307-A2D6D85F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F889E43C-267B-444D-97AB-16172C80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7D52E857-A2BF-4BF3-B391-6C524C07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Hong Kong Identity Card (HKID) Number: W100100(3)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564D0845-FC54-4052-B2E8-6A409996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Janice Mak  |  Physical Address: Flat 29, 10/F, 4646 Kingfisher Valley Road, Tsim Sha Tsui, Kowloon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76AA267F-2799-46F0-B1CB-5E80087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ABA50AA2-3316-4BD5-B7BE-5B3CC4E8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530581A3-C498-44C0-BA3E-E6007E8C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Hong Kong Identity Card (HKID) Number: X100101(4)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F1800BCD-0101-4BB1-BBBB-FF721ABD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 Natalie Chow  |  Physical Address: Flat 30, 11/F, 4683 Lotus Valley Road, Yuen Long, New Territories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98CE5FC7-DEAA-4D5A-ACDD-1382AA91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E367F67A-FB9C-412B-802E-786C7D62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5A6445C0-1827-4003-BA1E-68975E76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Hong Kong Identity Card (HKID) Number: Y100102(5)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15622086-3DB2-42F8-8673-2697F42F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Chloe Au  |  Physical Address: Flat 31, 12/F, 4720 Maple Valley Road, Causeway Bay, Hong Kong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018F809A-54FF-4F1D-A6BD-000721E4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B46584AF-ACED-45C7-BAB2-CA18A98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7B35E59E-72F7-48A8-B357-5718EDE2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Hong Kong Identity Card (HKID) Number: Z100103(6)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6D6FB5D8-3342-43C9-8DFC-7A7F8B14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Siu Man Yip  |  Physical Address: Flat 32, 13/F, 4757 Orchid Valley Road, Kowloon Tong, Kowloon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BED85A10-2A2D-4A98-9C0B-C518D77C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458E57E3-8886-4F7D-8F37-B020AC3D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A4C45092-0FCA-4A09-B17C-07A1645C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Hong Kong Identity Card (HKID) Number: A100104(6)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3AF305F2-3AC0-4200-A4DC-716FF086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Natalie Janice Wong  |  Physical Address: Flat 33, 14/F, 4794 Pearl Valley Road, Sai Kung, New Territories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6BF60D43-1572-490C-9075-59C124BB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2B153BC9-F401-4095-B9EA-D4E99167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5798427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29598910-0F7B-4DBE-9F08-9E2FAFA9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2AEF89BE-672B-448D-A68A-193076AD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87344A93-3B97-4444-AD71-B23FA96F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2EB17216-AC50-48FC-B202-6B594F6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Hong Kong Identity Card (HKID) Number: B100105(7)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B61394D5-CAB9-4F8E-8891-EA027607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Raymond Natalie Tsang  |  Physical Address: Flat 34, 15/F, 4831 Phoenix Valley Road, Wan Chai, Hong Kong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6927491A-DEF7-40DD-A299-8DD0B622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4B3E5F67-BA11-4D5D-BB2F-8062A155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A15D630E-25E5-4C06-AF16-0275B515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Hong Kong Identity Card (HKID) Number: C100106(8)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2260239E-4F8D-429E-87F1-4F447408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Vivian Chloe Lam  |  Physical Address: Flat 35, 16/F, 4868 Silver Valley Road, Kennedy Town, Hong Kong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127E6857-4001-4AB5-A37E-A9C62375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ECCD8F07-8ACB-44B5-AF41-906BFB80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B4C4BB9F-3AB0-45D1-BC4B-4FBB03EE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Hong Kong Identity Card (HKID) Number: D100107(9)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C4236E45-B43F-40E9-89A1-BBB1FB45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Kevin Siu Man Tam  |  Physical Address: Flat 36, 17/F, 4905 Victoria Valley Road, Tsuen Wan, New Territories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9BBD5857-C098-441B-A449-E19BDE23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04EE0FF0-0DBF-4E5F-829F-A0B14C10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78A13AF8-1A91-4072-BC93-F612B96E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Hong Kong Identity Card (HKID) Number: E100108(A)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73709A7D-7C8E-4F29-8EA2-5803DD5E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Karen Janice Chow  |  Physical Address: Flat 37, 18/F, 4942 Bamboo View Road, Central, Hong Kong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4B111B09-4039-475F-B6D7-740C71AA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7DAD2491-5600-4B6C-8E5B-07A155FA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39BC849E-36E0-4BC4-A7C9-0B9DC942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Hong Kong Identity Card (HKID) Number: F100109(0)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C4DC3E61-F12A-4D3B-AFBC-3BC04A31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Jason Natalie Au  |  Physical Address: Flat 38, 19/F, 4979 Castle View Road, Mong Kok, Kowloon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D7781BFE-8F65-4935-90C5-F6208A5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7BD85FE8-8673-4C77-9080-8CB660D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207304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50113496-67A6-42DD-8C20-3249D6E5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46203237-C0B4-43F9-918B-76569851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9A1879FD-0875-4DB2-9912-5A083C1F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67063B68-D77D-49B7-BBA1-45602119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Hong Kong Identity Card (HKID) Number: G100110(7)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581C2B33-0A8B-4671-B0F0-A259AB88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Adrian Yip  |  Physical Address: Flat 39, 20/F, 5016 Harbour View Road, Sha Tin, New Territories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43594E3A-194E-4619-95FD-F8E7EDCF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B9651F64-1E75-47AB-A8EB-2EF2D3A8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977F3CED-AAEC-4883-85A7-F9A47D93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Hong Kong Identity Card (HKID) Number: H100111(8)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91CA0842-87E2-4D0E-8975-4B20B783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 Hei Siu Man Lee  |  Physical Address: Flat 40, 21/F, 5053 Jade View Road, Tai Po, New Territories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C0095CD4-B610-4CFD-9418-998240E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BEC7716F-D06B-49CA-A2DC-7E0727E6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3EFD7A61-CDF3-4907-B8B8-D4795324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Hong Kong Identity Card (HKID) Number: I100112(9)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55B0C4D2-8F9A-47A3-AA18-E2E192DB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Tsz Ying Janice Tsang  |  Physical Address: Flat 41, 22/F, 5090 Kingfisher View Road, Tsim Sha Tsui, Kowloon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B0A22566-0939-47EF-93E3-26EE8261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85BA8F1A-228F-444E-B16C-608A2BD1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6C66BF3A-37AC-4514-9C02-9BD4E196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Hong Kong Identity Card (HKID) Number: J100113(A)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200B10EE-7424-43FF-A909-9D485D6B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Pak Ho Natalie Lam  |  Physical Address: Flat 42, 23/F, 5127 Lotus View Road, Yuen Long, New Territories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61773B5A-2759-4E12-97D6-F8C2C9A4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FF1D58E8-9078-4425-9399-6EBD0889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396FB642-564B-49A0-914F-A02A73CE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Hong Kong Identity Card (HKID) Number: K100114(0)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BE7B29E1-1ACA-47D6-9C48-B156FAA2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Hoi Lam Chloe Tam  |  Physical Address: Flat 43, 24/F, 5164 Maple View Road, Causeway Bay, Hong Kong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9EA4659F-A064-4E84-951C-59C3B018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BABA4626-3CF2-4F97-882F-F3B7EADA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43642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F6F8C114-C19B-4CF2-B681-629CC324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FAD6534A-5229-4248-A29D-EDAF37A4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BEC07F10-6BA7-4EB9-83AF-4FA6B24F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FB6A798D-2B0E-4415-BE1E-52C7AA3A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Hong Kong Identity Card (HKID) Number: L100115(1)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18907D4E-872F-4C79-8162-7113EFE1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Kin Wai Siu Man Ho  |  Physical Address: Flat 44, 25/F, 5201 Orchid View Road, Kowloon Tong, Kowloon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6E89B72D-4BA5-41AF-B9D0-A09D3055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A11DDC79-C7B3-4EC7-B8CA-E11783D5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924C42DC-5D6D-472C-B530-A21D7567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Hong Kong Identity Card (HKID) Number: M100116(2)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3268C481-C811-4230-B4F1-10FE583D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Siu Man Janice Au  |  Physical Address: Flat 45, 26/F, 5238 Pearl View Road, Sai Kung, New Territories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00CD6613-BEE2-4F2E-9AF6-FD5EB553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0DB2B3B9-D2AD-4ABA-8D4D-20F59FAB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254F0837-2BC1-4D83-9E93-60551B1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Hong Kong Identity Card (HKID) Number: N100117(3)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491366DB-B1C6-4EA6-81E2-D4265E0A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 Ho Natalie Yip  |  Physical Address: Flat 46, 27/F, 5275 Phoenix View Road, Wan Chai, Hong Kong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61B04554-F7EC-4E09-9BFC-16CACB07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0EE8EFAA-A9FF-4607-B7C2-B40DA89D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F40CA602-5879-4D28-A135-AE636056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Hong Kong Identity Card (HKID) Number: O100118(4)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BB3E613E-A39C-4E19-AF2B-CDD9134B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Wing Yan Chloe Lee  |  Physical Address: Flat 47, 28/F, 5312 Silver View Road, Kennedy Town, Hong Kong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4A2B3455-9C1D-49FF-AA97-12EB8CF9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75E3CE58-B080-4FB1-B069-D209281F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39863C1B-4FA6-4751-85E8-F63F5F00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Hong Kong Identity Card (HKID) Number: P100119(5)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8333AD72-C412-40B6-B47E-5683E601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 Ming Siu Man Lo  |  Physical Address: Flat 48, 29/F, 5349 Victoria View Road, Tsuen Wan, New Territories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0D7BEF97-7DE9-452F-9B28-3477E6D6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C0220397-B844-4890-B20B-710F1CAE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4304391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ED591EAE-4975-4D64-874F-9A8BAFA2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A1015545-48E0-4407-BA68-8A99B562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7F981486-9F22-4FB0-B4D0-0089008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499A6D9E-2300-4C47-972B-0A8AE87C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Hong Kong Identity Card (HKID) Number: Q100120(1)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E5BB7514-3298-4A21-AA98-3CE7A43B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Ling Janice Lam  |  Physical Address: Flat 49, 30/F, 5386 Bamboo Walk Road, Central, Hong Kong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3D419E30-3D1D-4C2D-8E9F-5EBA4EC9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3AE7C5AB-10CD-4DA4-94DA-56D4EE5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A9660CDE-8699-458E-BF5F-1FA45C17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Hong Kong Identity Card (HKID) Number: R100121(2)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40077B30-A873-481C-9546-B9224A0F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Derek Raymond Tam  |  Physical Address: Flat 50, 31/F, 5423 Castle Walk Road, Mong Kok, Kowloon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28D8C886-2088-43A7-BB9D-C0133719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792B92D6-1CD4-4B8F-B73E-CAE3B2BE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3BC429E2-4F70-4C36-91E8-B0284C5B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Hong Kong Identity Card (HKID) Number: S100122(3)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AE920FEF-55D7-4BF7-B3F0-81351D26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Janice Man Hei Ho  |  Physical Address: Flat 51, 32/F, 5460 Harbour Walk Road, Sha Tin, New Territories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585A9E9B-D86F-494E-A4C1-087E899D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DC02EB26-F2B1-45A8-AD7B-9B71E596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540BCDF8-1270-4492-91D5-8FB3DB3E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Hong Kong Identity Card (HKID) Number: T100123(4)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498E3871-C79A-4B2C-8108-4F70D53A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Simon Chi Ho Kwan  |  Physical Address: Flat 52, 33/F, 5497 Jade Walk Road, Tai Po, New Territories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A912E7AC-81E5-4D2C-9DF6-2F4F4204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695E4F49-226E-4DB3-83E9-ECC9E84E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0DD6928F-B8E9-4AD6-9E66-391C5F06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Hong Kong Identity Card (HKID) Number: U100124(5)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A99664A4-6507-49CC-A000-BC79AA40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Simon Yip  |  Physical Address: Flat 53, 34/F, 5534 Kingfisher Walk Road, Tsim Sha Tsui, Kowloon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172BC55A-49A7-40AF-9D12-B659F577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FE42AD45-ED33-47DF-B42F-E044F297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50670862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4BE1F9EA-5C84-4397-86C7-F5225A12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4B42E3EE-4A6A-4E6C-AA73-E601F33B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0309E34C-EB0A-47BA-947A-AF966016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FE95F540-A00E-4DA3-AC24-2FF5A2F0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Hong Kong Identity Card (HKID) Number: V100125(6)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8527E9B1-9308-49DD-B4C1-E9458C3A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 Raymond Lee  |  Physical Address: Flat 54, 35/F, 5571 Lotus Walk Road, Yuen Long, New Territories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00A2148C-EBE3-4974-8B8E-CBE52233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3C2E4FB9-78E8-42FC-9561-0A3B134C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1AFD454A-3971-47DA-B29E-080307E1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Hong Kong Identity Card (HKID) Number: W100126(7)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3DC2B165-B4E7-486B-9046-A9E95CDD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Man Hei Lo  |  Physical Address: Flat 55, 36/F, 5608 Maple Walk Road, Causeway Bay, Hong Kong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ADEC352C-1FBB-4A7D-9AB8-1A46B0D2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E5B30FB4-E437-4180-8996-E3545DFB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86956FAD-B65E-4C88-9412-B952FDB4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Hong Kong Identity Card (HKID) Number: X100127(8)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2630ED9A-13BD-4781-B7F4-4A215C37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Chi Ho Cheng  |  Physical Address: Flat 56, 37/F, 5645 Orchid Walk Road, Kowloon Tong, Kowloon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A7ADF6BE-C676-4D58-ABDF-6E71F3FC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3FF3072F-143C-4900-8577-CDFFD9BD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D9B3D5FA-565A-4943-AF57-C136AC36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Hong Kong Identity Card (HKID) Number: Y100128(9)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A1BB19F0-0B16-426A-ACDC-B90142F4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Natalie Simon Tam  |  Physical Address: Flat 57, 38/F, 5682 Pearl Walk Road, Sai Kung, New Territories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FDFEDEFB-160C-4576-9FC6-62CBE91A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0D9BA93F-7B13-42C0-87DA-27DF8963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5C3CD28E-4C57-4A5E-9BB8-AEA8A7FB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Hong Kong Identity Card (HKID) Number: Z100129(A)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CE06B16E-A66F-45C1-B4D9-B50D47CD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Raymond Janice Ho  |  Physical Address: Flat 58, 39/F, 5719 Phoenix Walk Road, Wan Chai, Hong Kong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3DE6427D-BAA7-4522-967A-E510A781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B422AC03-CFFE-48C8-92F9-AAA37B9F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671334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5DBEF6CD-A517-47E9-A712-DE33EDB8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472FF5B7-2C70-4646-83EB-C5EBFD6D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A14A541A-4DC8-41FF-B52D-0D9B52B1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73A8CA73-50FD-4347-AE97-72CEF397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Hong Kong Identity Card (HKID) Number: A100130(5)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59E321F0-635F-4EFA-AB08-FF0739BF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Vivian Man Hei Kwan  |  Physical Address: Flat 59, 40/F, 5756 Silver Walk Road, Kennedy Town, Hong Kong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C2DA4193-AA6C-4A13-B77D-CD785264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431885C1-6B0E-4E33-A1C1-68FC36F4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9C3CE7C4-3A42-4C3A-BF44-A960C9AB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Hong Kong Identity Card (HKID) Number: B100131(6)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82D7D1B1-E91E-4900-AB54-49571525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Kevin Chi Ho Lau  |  Physical Address: Flat 60, 41/F, 5793 Victoria Walk Road, Tsuen Wan, New Territories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E9E8DEF3-DAE4-43B9-AA07-34224AE7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53357CF2-4E49-458E-97A9-B55ECBB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5316DCB0-24F3-4934-A95C-FD93FCB6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Hong Kong Identity Card (HKID) Number: C100132(7)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8FA60991-E0EF-48B5-B6FF-00BEC109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Karen Simon Lee  |  Physical Address: Flat 61, 42/F, 5830 Bamboo Wood Road, Central, Hong Kong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F71FF284-AC28-4CC4-B553-EE6B10D2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80D2CD24-A74F-48FA-AEE8-310A51FC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0E56A47C-271A-4D5B-848E-222866C7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Hong Kong Identity Card (HKID) Number: D100133(8)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E6C0B0B4-CE00-44C3-A49C-80286BC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Jason Raymond Lo  |  Physical Address: Flat 62, 43/F, 5867 Castle Wood Road, Mong Kok, Kowloon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2865226C-2676-4DA4-9A83-97B5F276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1B5CE041-7D22-4908-B1D1-1D8FE8DD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C9373AA6-2EDE-4A89-92F7-2BE4F149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Hong Kong Identity Card (HKID) Number: E100134(9)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4F8931C3-4BA9-4581-8D34-D45D3A4C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Man Hei Cheng  |  Physical Address: Flat 63, 44/F, 5904 Harbour Wood Road, Sha Tin, New Territories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A6A7725A-1232-4361-92D6-71AB8BB9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93B43CD6-E07D-4AEA-884B-5D398C02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1053670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66591B25-F9FA-4AE7-BA29-5DAC394A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0E8219D6-F704-4429-B34E-A1555F9A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9C12D1E1-E2DF-4FFA-B4B7-0B3AFDB7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4F1C2983-6E36-4A95-944C-5B2007C8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Hong Kong Identity Card (HKID) Number: F100135(A)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88CCF6A2-275F-4FE5-B3E7-AC6A2C35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 Hei Chi Ho Poon  |  Physical Address: Flat 64, 45/F, 5941 Jade Wood Road, Tai Po, New Territories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C3BC4F4D-A170-48B6-9CB8-9C98C5AE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3D85364B-A93E-4311-8A96-8D5650EF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9FDF8B43-4FE9-4046-8798-DD008EC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Hong Kong Identity Card (HKID) Number: G100136(0)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82ADD918-D456-4F0B-93A6-3A6018F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Tsz Ying Simon Ho  |  Physical Address: Flat 65, 46/F, 5978 Kingfisher Wood Road, Tsim Sha Tsui, Kowloon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F380A70E-9A49-4861-8326-55AA6686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AF62026E-D860-4211-8FFC-C26736F7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CB1CDBD0-1CB8-456F-9AA9-B54DAD95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Hong Kong Identity Card (HKID) Number: H100137(1)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1287F217-0890-4365-A6B4-A26437B3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Pak Ho Raymond Kwan  |  Physical Address: Flat 66, 47/F, 6015 Lotus Wood Road, Yuen Long, New Territories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0CE214E6-D94E-49C1-8E1F-062E76F0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A4B82DD3-C776-4297-9AFB-BB897214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54A2210D-D296-417C-9343-A8646FB0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Hong Kong Identity Card (HKID) Number: I100138(2)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2BE030C0-F246-4ECD-A47B-6D64C9F8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Hoi Lam Man Hei Lau  |  Physical Address: Flat 67, 48/F, 6052 Maple Wood Road, Causeway Bay, Hong Kong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519F38F0-E7A4-455E-86E9-23A5F3C1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7D5A2CD5-2AB0-4B37-8E1F-5FEDFE73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EE0BD046-D18D-4CA0-9EB8-6F3C13F8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Hong Kong Identity Card (HKID) Number: J100139(3)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24A49456-20C6-41A1-BA38-B789AE8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Kin Wai Chi Ho Leung  |  Physical Address: Flat 68, 49/F, 6089 Orchid Wood Road, Kowloon Tong, Kowloon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D1CBA593-08F8-49B6-B5DE-82780A05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033B9848-0BD0-4D37-A024-66495ECB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7572732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9E5573F0-7C3D-4D17-8553-5C936131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46D24AFA-9D7F-4D30-9336-85767949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4B9E8B6D-9E1E-4DB9-BED0-34F48418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23D82BA7-1E47-406C-96E7-6DE877D2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Hong Kong Identity Card (HKID) Number: K100140(A)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FC70B448-B557-4C28-A06C-1C9DA611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Siu Man Simon Lo  |  Physical Address: Flat 69, 50/F, 6126 Pearl Wood Road, Sai Kung, New Territories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E09125C6-41B0-41EA-936E-11E210D1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FF5519E5-68E7-4DA9-B2BC-2BFFEF4D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B18CD484-3267-4481-8C5A-533A32AE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Hong Kong Identity Card (HKID) Number: L100141(0)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A2738490-9E0C-48D7-B6D1-2E326928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 Ho Raymond Cheng  |  Physical Address: Flat 70, 51/F, 6163 Phoenix Wood Road, Wan Chai, Hong Kong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798A003E-7599-4E17-B868-9C947711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370D66ED-E01E-4AB3-88C2-DE81699C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6475C425-CBAF-423B-8667-175C4CFF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Hong Kong Identity Card (HKID) Number: M100142(1)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3385761B-A938-4C64-BEE2-8A212218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Wing Yan Man Hei Poon  |  Physical Address: Flat 71, 52/F, 6200 Silver Wood Road, Kennedy Town, Hong Kong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4149136D-DAC6-4257-892E-C9A0EA0C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E2F53B98-7806-4916-B297-41ADB20A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299DE63F-E54F-4ABB-A9C5-2DF2B61E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Hong Kong Identity Card (HKID) Number: N100143(2)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D89D9518-2EB3-4D97-B7CE-F8CC65F6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 Ming Chi Ho Ng  |  Physical Address: Flat 72, 53/F, 6237 Victoria Wood Road, Tsuen Wan, New Territories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51B683D3-E0BA-48E1-8A27-D2308A5A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ABC5D91E-37A5-48A6-B4B8-8DF17DBB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A7805B3F-BA6D-4E42-89EB-8AE67786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Hong Kong Identity Card (HKID) Number: O100144(3)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F9F7D07F-6515-4A9A-8ED2-7349B8E8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Ling Simon Kwan  |  Physical Address: Flat 1, 54/F, 6274 Bamboo Bay Street, Central, Hong Kong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B9815210-A965-4CED-A58C-710C6ACF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1EEF4A5D-0743-4FE0-9135-A233C1D0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033142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B6BC2763-D87A-4E62-A734-5673495E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Hong Kong National ID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4458EDCE-07A2-4D75-8164-7BC15273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1740BA3A-AF22-4AD8-9F83-E2A3BB14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B91ADC62-5887-43D9-8186-39F51A72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Hong Kong Identity Card (HKID) Number: P100145(4)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056843E7-BFF7-43CF-83E1-CF245531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Derek Vivian Lau  |  Physical Address: Flat 2, 55/F, 6311 Castle Bay Street, Mong Kok, Kowloon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A6022EC0-4226-4B1F-A31E-C0867C90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0A48E89D-D563-4C1D-896C-A0421C38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18F14FD0-6FC6-4450-AFCC-864B089A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Hong Kong Identity Card (HKID) Number: Q100146(5)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06EABDC8-8D55-4E9C-A9B9-6FC50497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Janice Tsz Ying Leung  |  Physical Address: Flat 3, 56/F, 6348 Harbour Bay Street, Sha Tin, New Territories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C2AF4C6D-4DE2-4477-BBD1-45BC23AF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29CAC32B-AD7B-449C-9786-74CB4A2D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38C62446-77F4-4530-88FE-4D3B4BEB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Hong Kong Identity Card (HKID) Number: R100147(6)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521B5EBB-84CC-4737-A33A-87A6CD44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Simon Wing Yan Wan  |  Physical Address: Flat 4, 57/F, 6385 Jade Bay Street, Tai Po, New Territories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3517CB03-3469-4628-AB28-D5CCFA1B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430641DD-258D-4BE0-A398-4AEC200F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7981EE12-8B1B-4EDE-BBE8-98A6367E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Hong Kong Identity Card (HKID) Number: S100148(7)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79CF5E83-A511-4AE8-9066-C251A38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Chi Ho Cheng  |  Physical Address: Flat 5, 58/F, 6422 Kingfisher Bay Street, Tsim Sha Tsui, Kowloon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D66DC6AF-77F6-49C4-BFDA-F0D9F440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A348B698-1A07-4399-93B5-01A1C6CB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EAE60EAF-0DB1-4FB4-AD58-81F1F0BE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Hong Kong Identity Card (HKID) Number: T100149(8)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6CE0E0E4-0AFC-4E1B-B1D4-4B4F7E99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 Vivian Poon  |  Physical Address: Flat 6, 59/F, 6459 Lotus Bay Street, Yuen Long, New Territories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B08D89E5-6F70-4AAA-BDCC-2E21D160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Hong Kong identity card HKID number; identity document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ECE5B1F6-61DF-48D8-9DC7-727F8830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Hong Kong identity card (HKID)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89863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2026-07-31T08:58:39.1510000Z</dcterms:created>
  <dcterms:modified xsi:type="dcterms:W3CDTF">2026-07-31T08:58:39.1510000Z</dcterms:modified>
</coreProperties>
</file>
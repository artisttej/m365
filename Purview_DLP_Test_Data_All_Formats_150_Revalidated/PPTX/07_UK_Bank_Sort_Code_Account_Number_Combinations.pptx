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998e667aec4200" /><Relationship Type="http://schemas.openxmlformats.org/officeDocument/2006/relationships/extended-properties" Target="/docProps/app.xml" Id="Rd6bb9dbb23df4ec9" /><Relationship Type="http://schemas.openxmlformats.org/officeDocument/2006/relationships/officeDocument" Target="/ppt/presentation.xml" Id="Rb846832601f446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fe01fad0ce469d"/>
  </p:sldMasterIdLst>
  <p:notesMasterIdLst>
    <p:notesMasterId xmlns:r="http://schemas.openxmlformats.org/officeDocument/2006/relationships" r:id="R88ea04d320e242c4"/>
  </p:notesMasterIdLst>
  <p:sldIdLst>
    <p:sldId xmlns:r="http://schemas.openxmlformats.org/officeDocument/2006/relationships" id="256" r:id="R6d83cdfa69004979"/>
    <p:sldId xmlns:r="http://schemas.openxmlformats.org/officeDocument/2006/relationships" id="257" r:id="R9e568723486f4e1a"/>
    <p:sldId xmlns:r="http://schemas.openxmlformats.org/officeDocument/2006/relationships" id="258" r:id="Reb75625941894302"/>
    <p:sldId xmlns:r="http://schemas.openxmlformats.org/officeDocument/2006/relationships" id="259" r:id="R1826ab7b25b046d9"/>
    <p:sldId xmlns:r="http://schemas.openxmlformats.org/officeDocument/2006/relationships" id="260" r:id="R2556c0a794c94ad9"/>
    <p:sldId xmlns:r="http://schemas.openxmlformats.org/officeDocument/2006/relationships" id="261" r:id="Rd45a6b2eafad4ee1"/>
    <p:sldId xmlns:r="http://schemas.openxmlformats.org/officeDocument/2006/relationships" id="262" r:id="Ra7f898f5a0374469"/>
    <p:sldId xmlns:r="http://schemas.openxmlformats.org/officeDocument/2006/relationships" id="263" r:id="R426051e58e96498b"/>
    <p:sldId xmlns:r="http://schemas.openxmlformats.org/officeDocument/2006/relationships" id="264" r:id="Rbf8a8f0ecf734cf7"/>
    <p:sldId xmlns:r="http://schemas.openxmlformats.org/officeDocument/2006/relationships" id="265" r:id="R9fc9f932cff14fb0"/>
    <p:sldId xmlns:r="http://schemas.openxmlformats.org/officeDocument/2006/relationships" id="266" r:id="R452e6a8b0f354462"/>
    <p:sldId xmlns:r="http://schemas.openxmlformats.org/officeDocument/2006/relationships" id="267" r:id="Rfe22d7b0a46247dc"/>
    <p:sldId xmlns:r="http://schemas.openxmlformats.org/officeDocument/2006/relationships" id="268" r:id="R238b5d99711b4e65"/>
    <p:sldId xmlns:r="http://schemas.openxmlformats.org/officeDocument/2006/relationships" id="269" r:id="Rb4c3b0d99cf344f6"/>
    <p:sldId xmlns:r="http://schemas.openxmlformats.org/officeDocument/2006/relationships" id="270" r:id="Rf18c920159994953"/>
    <p:sldId xmlns:r="http://schemas.openxmlformats.org/officeDocument/2006/relationships" id="271" r:id="Rc5733cd146ae484e"/>
    <p:sldId xmlns:r="http://schemas.openxmlformats.org/officeDocument/2006/relationships" id="272" r:id="R1f4a275ee26d4fb6"/>
    <p:sldId xmlns:r="http://schemas.openxmlformats.org/officeDocument/2006/relationships" id="273" r:id="R138c4fdd3b904ec6"/>
    <p:sldId xmlns:r="http://schemas.openxmlformats.org/officeDocument/2006/relationships" id="274" r:id="R1b55efee8d7041ac"/>
    <p:sldId xmlns:r="http://schemas.openxmlformats.org/officeDocument/2006/relationships" id="275" r:id="R881f6c3832a14f8b"/>
    <p:sldId xmlns:r="http://schemas.openxmlformats.org/officeDocument/2006/relationships" id="276" r:id="R90f1c8bedebc4bb3"/>
    <p:sldId xmlns:r="http://schemas.openxmlformats.org/officeDocument/2006/relationships" id="277" r:id="R8c3f6bd0ae864e33"/>
    <p:sldId xmlns:r="http://schemas.openxmlformats.org/officeDocument/2006/relationships" id="278" r:id="Rf5296c596c464d64"/>
    <p:sldId xmlns:r="http://schemas.openxmlformats.org/officeDocument/2006/relationships" id="279" r:id="Rb9afbdbd59734030"/>
    <p:sldId xmlns:r="http://schemas.openxmlformats.org/officeDocument/2006/relationships" id="280" r:id="R48101f8dfaca4e72"/>
    <p:sldId xmlns:r="http://schemas.openxmlformats.org/officeDocument/2006/relationships" id="281" r:id="R8953da7f77fc4634"/>
    <p:sldId xmlns:r="http://schemas.openxmlformats.org/officeDocument/2006/relationships" id="282" r:id="Ra66828c1df874693"/>
    <p:sldId xmlns:r="http://schemas.openxmlformats.org/officeDocument/2006/relationships" id="283" r:id="Rcbc173891e924504"/>
    <p:sldId xmlns:r="http://schemas.openxmlformats.org/officeDocument/2006/relationships" id="284" r:id="Rec2b2ad23c0448da"/>
    <p:sldId xmlns:r="http://schemas.openxmlformats.org/officeDocument/2006/relationships" id="285" r:id="Rd4c48eb0d6414b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5895a813314104" /><Relationship Type="http://schemas.openxmlformats.org/officeDocument/2006/relationships/slideMaster" Target="/ppt/slideMasters/slideMaster1.xml" Id="R41fe01fad0ce469d" /><Relationship Type="http://schemas.openxmlformats.org/officeDocument/2006/relationships/notesMaster" Target="/ppt/notesMasters/notesMaster1.xml" Id="R88ea04d320e242c4" /><Relationship Type="http://schemas.openxmlformats.org/officeDocument/2006/relationships/presProps" Target="/ppt/presProps.xml" Id="Rb5ba513d441f45fc" /><Relationship Type="http://schemas.openxmlformats.org/officeDocument/2006/relationships/tableStyles" Target="/ppt/tableStyles.xml" Id="Rc58056ffa74440a7" /><Relationship Type="http://schemas.openxmlformats.org/officeDocument/2006/relationships/slide" Target="/ppt/slides/slide1.xml" Id="R6d83cdfa69004979" /><Relationship Type="http://schemas.openxmlformats.org/officeDocument/2006/relationships/slide" Target="/ppt/slides/slide2.xml" Id="R9e568723486f4e1a" /><Relationship Type="http://schemas.openxmlformats.org/officeDocument/2006/relationships/slide" Target="/ppt/slides/slide3.xml" Id="Reb75625941894302" /><Relationship Type="http://schemas.openxmlformats.org/officeDocument/2006/relationships/slide" Target="/ppt/slides/slide4.xml" Id="R1826ab7b25b046d9" /><Relationship Type="http://schemas.openxmlformats.org/officeDocument/2006/relationships/slide" Target="/ppt/slides/slide5.xml" Id="R2556c0a794c94ad9" /><Relationship Type="http://schemas.openxmlformats.org/officeDocument/2006/relationships/slide" Target="/ppt/slides/slide6.xml" Id="Rd45a6b2eafad4ee1" /><Relationship Type="http://schemas.openxmlformats.org/officeDocument/2006/relationships/slide" Target="/ppt/slides/slide7.xml" Id="Ra7f898f5a0374469" /><Relationship Type="http://schemas.openxmlformats.org/officeDocument/2006/relationships/slide" Target="/ppt/slides/slide8.xml" Id="R426051e58e96498b" /><Relationship Type="http://schemas.openxmlformats.org/officeDocument/2006/relationships/slide" Target="/ppt/slides/slide9.xml" Id="Rbf8a8f0ecf734cf7" /><Relationship Type="http://schemas.openxmlformats.org/officeDocument/2006/relationships/slide" Target="/ppt/slides/slide10.xml" Id="R9fc9f932cff14fb0" /><Relationship Type="http://schemas.openxmlformats.org/officeDocument/2006/relationships/slide" Target="/ppt/slides/slide11.xml" Id="R452e6a8b0f354462" /><Relationship Type="http://schemas.openxmlformats.org/officeDocument/2006/relationships/slide" Target="/ppt/slides/slide12.xml" Id="Rfe22d7b0a46247dc" /><Relationship Type="http://schemas.openxmlformats.org/officeDocument/2006/relationships/slide" Target="/ppt/slides/slide13.xml" Id="R238b5d99711b4e65" /><Relationship Type="http://schemas.openxmlformats.org/officeDocument/2006/relationships/slide" Target="/ppt/slides/slide14.xml" Id="Rb4c3b0d99cf344f6" /><Relationship Type="http://schemas.openxmlformats.org/officeDocument/2006/relationships/slide" Target="/ppt/slides/slide15.xml" Id="Rf18c920159994953" /><Relationship Type="http://schemas.openxmlformats.org/officeDocument/2006/relationships/slide" Target="/ppt/slides/slide16.xml" Id="Rc5733cd146ae484e" /><Relationship Type="http://schemas.openxmlformats.org/officeDocument/2006/relationships/slide" Target="/ppt/slides/slide17.xml" Id="R1f4a275ee26d4fb6" /><Relationship Type="http://schemas.openxmlformats.org/officeDocument/2006/relationships/slide" Target="/ppt/slides/slide18.xml" Id="R138c4fdd3b904ec6" /><Relationship Type="http://schemas.openxmlformats.org/officeDocument/2006/relationships/slide" Target="/ppt/slides/slide19.xml" Id="R1b55efee8d7041ac" /><Relationship Type="http://schemas.openxmlformats.org/officeDocument/2006/relationships/slide" Target="/ppt/slides/slide20.xml" Id="R881f6c3832a14f8b" /><Relationship Type="http://schemas.openxmlformats.org/officeDocument/2006/relationships/slide" Target="/ppt/slides/slide21.xml" Id="R90f1c8bedebc4bb3" /><Relationship Type="http://schemas.openxmlformats.org/officeDocument/2006/relationships/slide" Target="/ppt/slides/slide22.xml" Id="R8c3f6bd0ae864e33" /><Relationship Type="http://schemas.openxmlformats.org/officeDocument/2006/relationships/slide" Target="/ppt/slides/slide23.xml" Id="Rf5296c596c464d64" /><Relationship Type="http://schemas.openxmlformats.org/officeDocument/2006/relationships/slide" Target="/ppt/slides/slide24.xml" Id="Rb9afbdbd59734030" /><Relationship Type="http://schemas.openxmlformats.org/officeDocument/2006/relationships/slide" Target="/ppt/slides/slide25.xml" Id="R48101f8dfaca4e72" /><Relationship Type="http://schemas.openxmlformats.org/officeDocument/2006/relationships/slide" Target="/ppt/slides/slide26.xml" Id="R8953da7f77fc4634" /><Relationship Type="http://schemas.openxmlformats.org/officeDocument/2006/relationships/slide" Target="/ppt/slides/slide27.xml" Id="Ra66828c1df874693" /><Relationship Type="http://schemas.openxmlformats.org/officeDocument/2006/relationships/slide" Target="/ppt/slides/slide28.xml" Id="Rcbc173891e924504" /><Relationship Type="http://schemas.openxmlformats.org/officeDocument/2006/relationships/slide" Target="/ppt/slides/slide29.xml" Id="Rec2b2ad23c0448da" /><Relationship Type="http://schemas.openxmlformats.org/officeDocument/2006/relationships/slide" Target="/ppt/slides/slide30.xml" Id="Rd4c48eb0d6414b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2e8351794d45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842ccc3fdf4ef0" /><Relationship Type="http://schemas.openxmlformats.org/officeDocument/2006/relationships/notesMaster" Target="/ppt/notesMasters/notesMaster1.xml" Id="Rd0155cf5f5344b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314d59187845a2" /><Relationship Type="http://schemas.openxmlformats.org/officeDocument/2006/relationships/notesMaster" Target="/ppt/notesMasters/notesMaster1.xml" Id="Rfeac774e87b149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46903f1b9c4889" /><Relationship Type="http://schemas.openxmlformats.org/officeDocument/2006/relationships/notesMaster" Target="/ppt/notesMasters/notesMaster1.xml" Id="R9e274bf5bca841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c0b9a44f6e4f54" /><Relationship Type="http://schemas.openxmlformats.org/officeDocument/2006/relationships/notesMaster" Target="/ppt/notesMasters/notesMaster1.xml" Id="Ra955d34cfda147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19f03880b145bd" /><Relationship Type="http://schemas.openxmlformats.org/officeDocument/2006/relationships/notesMaster" Target="/ppt/notesMasters/notesMaster1.xml" Id="R1d29e02cb5744f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bee5f877474136" /><Relationship Type="http://schemas.openxmlformats.org/officeDocument/2006/relationships/notesMaster" Target="/ppt/notesMasters/notesMaster1.xml" Id="Ref39dd3695db47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d23beb8478476c" /><Relationship Type="http://schemas.openxmlformats.org/officeDocument/2006/relationships/notesMaster" Target="/ppt/notesMasters/notesMaster1.xml" Id="R8620b3565ca941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cf62596dbf4699" /><Relationship Type="http://schemas.openxmlformats.org/officeDocument/2006/relationships/notesMaster" Target="/ppt/notesMasters/notesMaster1.xml" Id="Ra9de593163ec40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a9ec52e6724ba2" /><Relationship Type="http://schemas.openxmlformats.org/officeDocument/2006/relationships/notesMaster" Target="/ppt/notesMasters/notesMaster1.xml" Id="R0c850f97959e44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a4763473e84b07" /><Relationship Type="http://schemas.openxmlformats.org/officeDocument/2006/relationships/notesMaster" Target="/ppt/notesMasters/notesMaster1.xml" Id="Rde8312c776f24e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827fb1009442f1" /><Relationship Type="http://schemas.openxmlformats.org/officeDocument/2006/relationships/notesMaster" Target="/ppt/notesMasters/notesMaster1.xml" Id="R5ba67c9adfed40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6a6943568d4c8d" /><Relationship Type="http://schemas.openxmlformats.org/officeDocument/2006/relationships/notesMaster" Target="/ppt/notesMasters/notesMaster1.xml" Id="R0e39a4bfab1b49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aaae3e0e904eb5" /><Relationship Type="http://schemas.openxmlformats.org/officeDocument/2006/relationships/notesMaster" Target="/ppt/notesMasters/notesMaster1.xml" Id="R63f9a454120e41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7d571fb0eb4d15" /><Relationship Type="http://schemas.openxmlformats.org/officeDocument/2006/relationships/notesMaster" Target="/ppt/notesMasters/notesMaster1.xml" Id="R34bc4d121d3d45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f15698008a4401" /><Relationship Type="http://schemas.openxmlformats.org/officeDocument/2006/relationships/notesMaster" Target="/ppt/notesMasters/notesMaster1.xml" Id="Rc4e09258f27941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7cfa55d261490d" /><Relationship Type="http://schemas.openxmlformats.org/officeDocument/2006/relationships/notesMaster" Target="/ppt/notesMasters/notesMaster1.xml" Id="R0624acb45b0448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68b72e4bc24cca" /><Relationship Type="http://schemas.openxmlformats.org/officeDocument/2006/relationships/notesMaster" Target="/ppt/notesMasters/notesMaster1.xml" Id="R1b76b11c08914c6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58211c10c14f90" /><Relationship Type="http://schemas.openxmlformats.org/officeDocument/2006/relationships/notesMaster" Target="/ppt/notesMasters/notesMaster1.xml" Id="Rd520895320e94dc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7505dcf529d4193" /><Relationship Type="http://schemas.openxmlformats.org/officeDocument/2006/relationships/notesMaster" Target="/ppt/notesMasters/notesMaster1.xml" Id="R77fdf8c3151b4ba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6b1bc6b697f4bb1" /><Relationship Type="http://schemas.openxmlformats.org/officeDocument/2006/relationships/notesMaster" Target="/ppt/notesMasters/notesMaster1.xml" Id="R5e157400ed63497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81cbb50923e4889" /><Relationship Type="http://schemas.openxmlformats.org/officeDocument/2006/relationships/notesMaster" Target="/ppt/notesMasters/notesMaster1.xml" Id="Rf243926ae25a4ab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8801fd501640a5" /><Relationship Type="http://schemas.openxmlformats.org/officeDocument/2006/relationships/notesMaster" Target="/ppt/notesMasters/notesMaster1.xml" Id="R1ddc91a8653e44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2bee53d6774678" /><Relationship Type="http://schemas.openxmlformats.org/officeDocument/2006/relationships/notesMaster" Target="/ppt/notesMasters/notesMaster1.xml" Id="Rea423ff7b5bd41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32fb54a3ae2476f" /><Relationship Type="http://schemas.openxmlformats.org/officeDocument/2006/relationships/notesMaster" Target="/ppt/notesMasters/notesMaster1.xml" Id="R0f1938fa9375412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f308b0c65284847" /><Relationship Type="http://schemas.openxmlformats.org/officeDocument/2006/relationships/notesMaster" Target="/ppt/notesMasters/notesMaster1.xml" Id="Rb2ffd7ff5b6a43f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c1f86d5d3bc4588" /><Relationship Type="http://schemas.openxmlformats.org/officeDocument/2006/relationships/notesMaster" Target="/ppt/notesMasters/notesMaster1.xml" Id="R139428cd35dc408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2904d33e8f94a82" /><Relationship Type="http://schemas.openxmlformats.org/officeDocument/2006/relationships/notesMaster" Target="/ppt/notesMasters/notesMaster1.xml" Id="Rc5dd0ebaf22c43b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ca3359f7def4955" /><Relationship Type="http://schemas.openxmlformats.org/officeDocument/2006/relationships/notesMaster" Target="/ppt/notesMasters/notesMaster1.xml" Id="R4989d0441eb84c1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224479bc021444f" /><Relationship Type="http://schemas.openxmlformats.org/officeDocument/2006/relationships/notesMaster" Target="/ppt/notesMasters/notesMaster1.xml" Id="Rcb59486ac41f48a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460b60606e940a9" /><Relationship Type="http://schemas.openxmlformats.org/officeDocument/2006/relationships/notesMaster" Target="/ppt/notesMasters/notesMaster1.xml" Id="R4d54074bbc9c48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9a3713ab64a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c11816c98948f7" /><Relationship Type="http://schemas.openxmlformats.org/officeDocument/2006/relationships/slideLayout" Target="/ppt/slideLayouts/slideLayout1.xml" Id="R6db5b90ba76f4b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b5b90ba76f4b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49a577597425c" /><Relationship Type="http://schemas.openxmlformats.org/officeDocument/2006/relationships/notesSlide" Target="/ppt/notesSlides/notesSlide1.xml" Id="Ra210da9d8b814c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85a8a67504571" /><Relationship Type="http://schemas.openxmlformats.org/officeDocument/2006/relationships/notesSlide" Target="/ppt/notesSlides/notesSlide2.xml" Id="Re11c5b17062043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b0691a14e4f61" /><Relationship Type="http://schemas.openxmlformats.org/officeDocument/2006/relationships/notesSlide" Target="/ppt/notesSlides/notesSlide3.xml" Id="R2f148e8094fc43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0c54fabe84280" /><Relationship Type="http://schemas.openxmlformats.org/officeDocument/2006/relationships/notesSlide" Target="/ppt/notesSlides/notesSlide4.xml" Id="R5a582472c86547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2b36809c44f43" /><Relationship Type="http://schemas.openxmlformats.org/officeDocument/2006/relationships/notesSlide" Target="/ppt/notesSlides/notesSlide5.xml" Id="R6739cb958a1649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b12d5ccc14478" /><Relationship Type="http://schemas.openxmlformats.org/officeDocument/2006/relationships/notesSlide" Target="/ppt/notesSlides/notesSlide6.xml" Id="R64ce4ec7a2fd4e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46b4b243e4a2f" /><Relationship Type="http://schemas.openxmlformats.org/officeDocument/2006/relationships/notesSlide" Target="/ppt/notesSlides/notesSlide7.xml" Id="R89da3e44dfc648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6998158de48a5" /><Relationship Type="http://schemas.openxmlformats.org/officeDocument/2006/relationships/notesSlide" Target="/ppt/notesSlides/notesSlide8.xml" Id="R03e5904c7c3f46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17fc99ede48e6" /><Relationship Type="http://schemas.openxmlformats.org/officeDocument/2006/relationships/notesSlide" Target="/ppt/notesSlides/notesSlide9.xml" Id="Raceb08fe690349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de14dfdea42c8" /><Relationship Type="http://schemas.openxmlformats.org/officeDocument/2006/relationships/notesSlide" Target="/ppt/notesSlides/notesSlide10.xml" Id="Rb28985506ca845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fd71d53824efe" /><Relationship Type="http://schemas.openxmlformats.org/officeDocument/2006/relationships/notesSlide" Target="/ppt/notesSlides/notesSlide11.xml" Id="Ra7c52eee162f4c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8730147c8483c" /><Relationship Type="http://schemas.openxmlformats.org/officeDocument/2006/relationships/notesSlide" Target="/ppt/notesSlides/notesSlide12.xml" Id="R1c4f8fb5aec84c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0c484d146490b" /><Relationship Type="http://schemas.openxmlformats.org/officeDocument/2006/relationships/notesSlide" Target="/ppt/notesSlides/notesSlide13.xml" Id="R435d49ac342c4c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361924b8b4aec" /><Relationship Type="http://schemas.openxmlformats.org/officeDocument/2006/relationships/notesSlide" Target="/ppt/notesSlides/notesSlide14.xml" Id="R81e5454c836542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64c205f8d4123" /><Relationship Type="http://schemas.openxmlformats.org/officeDocument/2006/relationships/notesSlide" Target="/ppt/notesSlides/notesSlide15.xml" Id="R54503220452b4e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d410994fa407f" /><Relationship Type="http://schemas.openxmlformats.org/officeDocument/2006/relationships/notesSlide" Target="/ppt/notesSlides/notesSlide16.xml" Id="Re5fc74fe7cff41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2ade05ea1445c" /><Relationship Type="http://schemas.openxmlformats.org/officeDocument/2006/relationships/notesSlide" Target="/ppt/notesSlides/notesSlide17.xml" Id="Ra0b49ba71a9e4a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04e5938a14ed9" /><Relationship Type="http://schemas.openxmlformats.org/officeDocument/2006/relationships/notesSlide" Target="/ppt/notesSlides/notesSlide18.xml" Id="Rb0fccbf3d6d64f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7fbc2f0da4b40" /><Relationship Type="http://schemas.openxmlformats.org/officeDocument/2006/relationships/notesSlide" Target="/ppt/notesSlides/notesSlide19.xml" Id="Rcdc28d1dbbae4cf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c534d88e74c44" /><Relationship Type="http://schemas.openxmlformats.org/officeDocument/2006/relationships/notesSlide" Target="/ppt/notesSlides/notesSlide20.xml" Id="Rd140baa90189451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06d2d27e44e00" /><Relationship Type="http://schemas.openxmlformats.org/officeDocument/2006/relationships/notesSlide" Target="/ppt/notesSlides/notesSlide21.xml" Id="R1648c9aad1804d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1133f5ba94eb4" /><Relationship Type="http://schemas.openxmlformats.org/officeDocument/2006/relationships/notesSlide" Target="/ppt/notesSlides/notesSlide22.xml" Id="R86effdc3cbd54ed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181311b7b48f7" /><Relationship Type="http://schemas.openxmlformats.org/officeDocument/2006/relationships/notesSlide" Target="/ppt/notesSlides/notesSlide23.xml" Id="R9112a3cc3d9f443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a05a590c94919" /><Relationship Type="http://schemas.openxmlformats.org/officeDocument/2006/relationships/notesSlide" Target="/ppt/notesSlides/notesSlide24.xml" Id="R8ff00979358e47b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5ad9f4c344a82" /><Relationship Type="http://schemas.openxmlformats.org/officeDocument/2006/relationships/notesSlide" Target="/ppt/notesSlides/notesSlide25.xml" Id="R21e9250629aa4d2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6cafbc4364dbf" /><Relationship Type="http://schemas.openxmlformats.org/officeDocument/2006/relationships/notesSlide" Target="/ppt/notesSlides/notesSlide26.xml" Id="R8fdb13f8b9e445c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f671f83994685" /><Relationship Type="http://schemas.openxmlformats.org/officeDocument/2006/relationships/notesSlide" Target="/ppt/notesSlides/notesSlide27.xml" Id="R42b91bdc694440a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f5b92c0294dd1" /><Relationship Type="http://schemas.openxmlformats.org/officeDocument/2006/relationships/notesSlide" Target="/ppt/notesSlides/notesSlide28.xml" Id="Rb2cf7ff4ab76419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0fbf0013348a3" /><Relationship Type="http://schemas.openxmlformats.org/officeDocument/2006/relationships/notesSlide" Target="/ppt/notesSlides/notesSlide29.xml" Id="R42f3f56f41174ea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10e69759147b0" /><Relationship Type="http://schemas.openxmlformats.org/officeDocument/2006/relationships/notesSlide" Target="/ppt/notesSlides/notesSlide30.xml" Id="R39c3329263964e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5BD1467C-E4FB-4273-ACCB-692C107D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BBC22851-AABB-4E28-A380-E78AD343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52697F9B-CD9A-4332-82F3-739D4715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36306C40-4DAC-4D54-AA13-F57129C6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UK bank sort code and account number: Sort code: 10-00-00; Account number: 50000001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52C50387-5B2A-49D7-8F80-1C64362C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Jack White  |  Physical Address: Flat 1, 1115 Abbey Close Road, London, SW1A 2AA, United Kingdom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C6CA7C9E-69F5-4ABF-92A6-B307BB39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789E0483-5332-4BFB-99C0-C6F9D902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8CE7B38E-E97A-4661-BE5D-24ADC9C1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UK bank sort code and account number: Sort code: 11-03-07; Account number: 50000002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1C9FBA4F-8F51-4974-93F5-CFD6626A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Oliver Williams  |  Physical Address: Flat 2, 1152 Bramble Close Road, Edinburgh, EH1 1YZ, United Kingdom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F4E95D78-3B44-402F-AAAD-CD861B89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6BCF6A88-E996-4F79-A6B0-55DB5A2A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067CEDCF-3B0C-42C1-9315-E947ECB0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UK bank sort code and account number: Sort code: 12-06-14; Account number: 50000003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9CCFA228-CB33-484D-8643-AC68FBD6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James Hall  |  Physical Address: Flat 3, 1189 Cedar Close Road, Cambridge, CB1 1BH, United Kingdom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6AF291CD-CDFB-4302-AB3B-27846223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706D1304-C62E-47F8-98E4-AF522B62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5E7F8FC2-9D58-4808-94E0-B43FA75B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UK bank sort code and account number: Sort code: 13-09-21; Account number: 50000004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EC502468-0225-4A93-8EDB-DB113546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Thomas Davies  |  Physical Address: Flat 4, 1226 Church Close Road, Cardiff, CF10 2HE, United Kingdom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1934E3B5-8860-465D-AD5B-88B2C43E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57E132E8-05C2-4EC9-90D1-3D959CE9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6E25EC33-5D39-4DF0-B900-A7638CE3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UK bank sort code and account number: Sort code: 14-12-28; Account number: 50000005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732127CC-36F3-4763-BAF8-189D2FDF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Jack Wood  |  Physical Address: Flat 5, 1263 Crown Close Road, Sheffield, S1 2BJ, United Kingdom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4E78E117-5BB0-4E51-B806-BBE3DB76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944BB7C7-F1D4-4CCF-B3DF-0D6E14A7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244060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7CFAE543-95E6-435B-B8D7-1E1C16E5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D4D7FA76-1007-4F6D-8465-29907665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C20430E4-DEAD-405B-B421-20D42159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604E6451-EAA6-4CB0-94EB-28C87DD9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UK bank sort code and account number: Sort code: 15-15-35; Account number: 50000006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B76EBCEF-CA39-4997-96B7-FC917069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Oliver Thompson  |  Physical Address: Flat 6, 1300 Elm Close Road, Leeds, LS1 4AP, United Kingdom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8F4526E7-8D2B-454D-9449-DDDB3A2A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3AF291CE-4748-461F-A544-33A04705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560A3718-AE7C-4DD3-A104-A10EB44E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UK bank sort code and account number: Sort code: 16-18-42; Account number: 50000007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4AC2BF4D-F063-457E-9C01-8720C434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James Smith  |  Physical Address: Flat 7, 1337 Hawthorn Close Road, Leicester, LE1 5YP, United Kingdom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25E772B5-FF96-45D8-B337-84FA90AA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2B7EAFBA-7F86-402B-A871-EEE4EC7B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CE981247-EC0F-4488-8B0A-FADC9AD9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UK bank sort code and account number: Sort code: 17-21-49; Account number: 50000008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F0255C1C-4013-41B1-A539-69ECA367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Thomas White  |  Physical Address: Flat 8, 1374 Kingfisher Close Road, Birmingham, B1 1BB, United Kingdom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098F5B3E-FE83-4A3E-BAA4-9B0097FC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DCADF55C-4A1F-45F4-8571-4CC23072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3443EB7B-BCDB-496C-8041-F1BB742B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UK bank sort code and account number: Sort code: 18-24-56; Account number: 50000009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15EC001D-7B6E-4D69-9062-F61DAB3C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Jack Williams  |  Physical Address: Flat 9, 1411 Mill Close Road, Liverpool, L1 8JQ, United Kingdom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180A8CEC-BEA3-49E9-9CAB-5B3CAFDC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F3D63944-B92A-4111-99E5-ED78F9AD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70F535B7-481C-48C5-A73A-A20B5232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UK bank sort code and account number: Sort code: 19-27-63; Account number: 50000010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655838BD-C721-49A6-902A-28F5509C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Oliver Thomas  |  Physical Address: Flat 10, 1448 Orchard Close Road, Aberdeen, AB10 1AN, United Kingdom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ABF313FB-E2E5-4619-9C66-AFC285FC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4D3E9119-13A6-4C18-BA2D-C1DB7E2D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558065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86EBC89B-1A0B-4131-B77A-F0FE56E5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A90DB376-DF5E-4788-83A4-309D44ED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2B19FA74-BCB8-4986-9A9C-80D02684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4BC4F3AA-03E7-4431-B1B3-76E8AB9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UK bank sort code and account number: Sort code: 20-30-70; Account number: 50000011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AF60F443-305F-4FFB-A696-3DB7C9C8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James Davies  |  Physical Address: Flat 11, 1485 Station Close Road, Bristol, BS1 4ST, United Kingdom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ED863DBD-1176-4DA6-84CA-B3A6F017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1D6C76E6-ECA6-4C8F-9EB2-77132666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567C6ABA-BFF1-47B1-9BDD-27701978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UK bank sort code and account number: Sort code: 21-33-77; Account number: 50000012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C8E02BAB-3DE6-43A5-8E00-759DBD0A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Thomas Wood  |  Physical Address: Flat 12, 1522 Victoria Close Road, Oxford, OX1 1AA, United Kingdom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3FC83CE4-26E0-4DCF-A1C9-D82B6093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958B5477-9BDA-4AC0-A66F-437A9562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5115EBAC-AD25-4A95-AF5F-ABF7FB60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UK bank sort code and account number: Sort code: 22-36-84; Account number: 50000013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F8C5BB2A-FFB5-4776-87F2-74AFC0B7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Jack Thompson  |  Physical Address: Flat 13, 1559 Abbey Grove Road, Glasgow, G1 2FF, United Kingdom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A44E3FB0-A4CF-47C6-8903-67589C72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7B08BB9F-3B9B-48DA-BD57-B8469B6C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1DD11E2F-3843-44F0-8C18-52CDE7D9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UK bank sort code and account number: Sort code: 23-39-91; Account number: 50000014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204AC568-17A2-4ACA-A5F4-9F5F2F94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Oliver Jones  |  Physical Address: Flat 14, 1596 Bramble Grove Road, Newcastle, NE1 4LP, United Kingdom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61903F2F-DD1D-48B6-955D-3BA0EFB8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5027A575-4BB1-4AA7-A2D0-8C46E9F6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DB7FF2A0-9031-4AC4-BC93-CB6863A4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UK bank sort code and account number: Sort code: 24-42-98; Account number: 50000015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4157C884-3B3E-40A8-8C0C-3AD4D066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Sophie White  |  Physical Address: Flat 15, 1633 Cedar Grove Road, Manchester, M1 2WD, United Kingdom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39896EC4-50DC-4E71-A98C-BDBEEAE3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645F6DA4-F0FC-49D6-ADFE-235276CB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228876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7DE475F5-BAD0-444B-9B23-0129B06C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4C89822F-D9D8-4162-8663-50F19AE8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10EA2A96-D6C8-4EE1-BA23-5F6FA707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A3FB63AE-6A1C-49B4-8D77-3BF3756E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UK bank sort code and account number: Sort code: 25-45-05; Account number: 50000016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A8722978-32AE-4232-AA1A-AA94B297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Lily Williams  |  Physical Address: Flat 16, 1670 Church Grove Road, Nottingham, NG1 2AS, United Kingdom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2F3AEF2E-BB46-46AA-A330-9CADA7A8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B00A82F7-0B29-4E67-A303-9D148796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17ED02BA-F496-432C-97E9-2E11AD22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UK bank sort code and account number: Sort code: 26-48-12; Account number: 50000017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4D77305C-FC85-490C-8C6D-265BE28A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Mia Thomas  |  Physical Address: Flat 17, 1707 Crown Grove Road, London, SW1A 2AA, United Kingdom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3ACD7491-51DD-4AB1-8EF5-38C27BF3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4FA622AB-2920-46A5-B38A-9C476241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56CC2A85-923B-498E-A915-2C2AEC50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UK bank sort code and account number: Sort code: 27-51-19; Account number: 50000018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9A9AD973-DE41-4D61-8C4E-92CB598A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Amelia Patel  |  Physical Address: Flat 18, 1744 Elm Grove Road, Edinburgh, EH1 1YZ, United Kingdom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58211711-CC1E-458C-8445-61F64A85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674DFCD0-0139-4141-BBD8-305D1312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1B1BB1F4-148B-4721-B115-2ADFF16A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UK bank sort code and account number: Sort code: 28-54-26; Account number: 50000019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68064C59-F7F3-4EB4-846D-DA1313F6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Sophie Wood  |  Physical Address: Flat 19, 1781 Hawthorn Grove Road, Cambridge, CB1 1BH, United Kingdom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03A53D2D-CB02-463B-B960-E67DF2CB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CD4E90A1-AF2F-4EE4-B9C6-FCACF008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7F3C3D3F-DFFE-489D-82AD-C700333E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UK bank sort code and account number: Sort code: 29-57-33; Account number: 50000020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B79D64E2-08AD-4576-BCEC-1B27EFA9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Lily Thompson  |  Physical Address: Flat 20, 1818 Kingfisher Grove Road, Cardiff, CF10 2HE, United Kingdom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A6C99453-BEC4-441B-8DFF-F9E38D58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A8CD5E68-B26C-4593-B3B0-59507D99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56071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46460262-7F9C-4B80-BB7D-42DD3554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996B618E-078A-449A-B11D-1C09484B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71AEC9BB-8328-48A6-B627-EFCB296C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54F432D8-98BF-4399-B6B5-53382106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UK bank sort code and account number: Sort code: 30-60-40; Account number: 50000021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8C8CC88F-6FFC-42C9-91D4-AF2404A3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Mia Jones  |  Physical Address: Flat 21, 1855 Mill Grove Road, Sheffield, S1 2BJ, United Kingdom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ACC182C4-B9BD-4212-BB24-148A6938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6CF019F3-9AB6-4255-BE81-805A724E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C0BE68C3-74C1-4925-8CF9-A9550D2E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UK bank sort code and account number: Sort code: 31-63-47; Account number: 50000022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54523FA9-FE42-4CB4-A144-190119F6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Amelia Roberts  |  Physical Address: Flat 22, 1892 Orchard Grove Road, Leeds, LS1 4AP, United Kingdom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8BAD6552-4965-42A9-8048-627A23CA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81DFF70B-170E-4E33-8BDD-F5C6B20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B03720CE-3810-4A13-BA8E-68B0690D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UK bank sort code and account number: Sort code: 32-66-54; Account number: 50000023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F055FE67-F54C-4A19-AAE4-96BB4E3D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Sophie Williams  |  Physical Address: Flat 23, 1929 Station Grove Road, Leicester, LE1 5YP, United Kingdom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55764319-7449-4943-920C-7EF514A0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5FB88EE3-0915-4EDB-9027-42848ABB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2CFBB4BF-2857-42CF-B8E4-B48AC366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UK bank sort code and account number: Sort code: 33-69-61; Account number: 50000024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F45E8596-F67B-46BE-A699-F4E32F5B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Lily Thomas  |  Physical Address: Flat 24, 1966 Victoria Grove Road, Birmingham, B1 1BB, United Kingdom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9E3A1D83-1302-469E-9540-EAFA8ED3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A16420D8-2AC7-4FD2-863E-0AE022A9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F2F8C99B-D9E7-4A6E-BDE6-C773BF2F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UK bank sort code and account number: Sort code: 34-72-68; Account number: 50000025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2D71E6F2-1C93-4914-BF9B-E7C90713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Mia Patel  |  Physical Address: Flat 25, 2003 Abbey Mead Road, Liverpool, L1 8JQ, United Kingdom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5C666357-5E9A-491F-AEF0-F9F70F60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56495F1F-BD5E-4560-8FB0-764D1EA8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691717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35919B78-DD9E-437C-816B-68962614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24EE5E75-B496-4DE2-95A9-68BF17F6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AABE1D4B-E706-412E-907E-56109825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92B51D79-C3F1-48A3-9696-24DC90DC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UK bank sort code and account number: Sort code: 35-75-75; Account number: 50000026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C40ED278-B8E2-449C-BBC6-F46DCE54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Amelia Harris  |  Physical Address: Flat 26, 2040 Bramble Mead Road, Aberdeen, AB10 1AN, United Kingdom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62114534-724D-479F-8925-10BCC8AB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049BC2C2-77A6-496B-AB9E-DA79C25C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11180F16-F3D0-456B-B920-0A2D1444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UK bank sort code and account number: Sort code: 36-78-82; Account number: 50000027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CE06CC46-8EC0-4FED-9A25-FEC7A7BF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Sophie Thompson  |  Physical Address: Flat 27, 2077 Cedar Mead Road, Bristol, BS1 4ST, United Kingdom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1184FF79-9957-4AD1-810C-C628FEC8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59E5FD59-2995-4E8E-83B3-AFCB0F95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5DFBFD6F-1004-490E-B2B5-EC67C985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UK bank sort code and account number: Sort code: 37-81-89; Account number: 50000028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985B6A01-6C39-4F6D-BE82-3FC3BC34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Lily Jones  |  Physical Address: Flat 28, 2114 Church Mead Road, Oxford, OX1 1AA, United Kingdom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0797141C-AB9F-4209-B3D8-06F03BB9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AACD52CF-283D-4E3E-9787-D9252E6D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1D650AC1-ACE8-41A1-9419-EA5120C3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UK bank sort code and account number: Sort code: 38-84-96; Account number: 50000029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75D67B84-E723-43C5-B43E-A1418C82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Mia Roberts  |  Physical Address: Flat 29, 2151 Crown Mead Road, Glasgow, G1 2FF, United Kingdom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5943CD21-512E-4D04-A291-D5267241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059C1792-EAE0-48F9-9D2E-C70354BE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EB7A2BAA-BE10-40E5-8444-B61BC470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UK bank sort code and account number: Sort code: 39-87-03; Account number: 50000030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241EF743-E017-4FDB-A41C-480871E6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Amelia Wilson  |  Physical Address: Flat 30, 2188 Elm Mead Road, Newcastle, NE1 4LP, United Kingdom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9A6DB798-1991-4BF8-937E-5928DDD1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81B75548-0E06-4AC5-84B7-408B000C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6553007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0B3472E5-399A-4C0C-A32D-B4BCD2D0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9755F237-78C9-4C0A-833E-023D560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95CB81E0-CE0D-4AE1-8CCA-651587C7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EA175320-DF68-4494-B075-80AE158E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UK bank sort code and account number: Sort code: 40-90-10; Account number: 50000031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8F5F3990-335C-4E59-A0BF-215A0DB9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Sophie Thomas  |  Physical Address: Flat 31, 2225 Hawthorn Mead Road, Manchester, M1 2WD, United Kingdom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9BC869A7-17FE-4B2D-8C62-349FF8A6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DDD5FC61-956F-4262-BCF3-39DB0E28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4B078663-D320-4EA4-BDE4-6A59F12C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UK bank sort code and account number: Sort code: 41-93-17; Account number: 50000032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EBF41569-8A9D-4417-92D3-C84782D7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Lily Patel  |  Physical Address: Flat 32, 2262 Kingfisher Mead Road, Nottingham, NG1 2AS, United Kingdom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ED93A43E-F0D9-4D97-80A1-9A5016E5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CFBF27E7-FA6E-42A1-9F25-C4AB1911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A03D2C02-1BB1-42F0-AC1E-21CF787E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UK bank sort code and account number: Sort code: 42-96-24; Account number: 50000033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1F0E042A-3A31-4427-AF27-F40F9814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Mia Harris  |  Physical Address: Flat 33, 2299 Mill Mead Road, London, SW1A 2AA, United Kingdom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A4C91A20-6F69-4179-96F6-FCC92CFC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0BF6CB0E-916D-48F6-9C79-EED87D3B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9B9529C2-D5C1-4CBE-8596-354D12CE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UK bank sort code and account number: Sort code: 43-99-31; Account number: 50000034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E2C7C636-9020-4D93-ACBA-B929D96C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Amelia Evans  |  Physical Address: Flat 34, 2336 Orchard Mead Road, Edinburgh, EH1 1YZ, United Kingdom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DC62B636-9AF5-408A-A9CB-94B93429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24038307-1018-4D71-BCCB-84E158B0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D530A15B-540E-4748-8D1A-FC732AC9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UK bank sort code and account number: Sort code: 44-02-38; Account number: 50000035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DCE403B6-9BAA-4723-A90E-F979902D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Sophie Jones  |  Physical Address: Flat 35, 2373 Station Mead Road, Cambridge, CB1 1BH, United Kingdom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41814A9E-44ED-4F72-9F94-53250DF5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16FDF0C8-9244-483A-AD8D-1725D899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473562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B114C0A0-CA1E-4E61-BDA3-B49FEA95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786416CB-3AB5-4143-B73B-C791A03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08663677-3972-462C-9596-D03CEBFD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7425674F-78CD-48AB-8DE6-6B57F6AD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UK bank sort code and account number: Sort code: 45-05-45; Account number: 50000036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F513BBF4-4998-405F-8D6B-C015F9C3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Lily Roberts  |  Physical Address: Flat 36, 2410 Victoria Mead Road, Cardiff, CF10 2HE, United Kingdom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954ABDBF-78C6-46E4-9E5D-22C4F0DD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BD0122AB-5F3B-4C45-9C48-5C214BFA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9F275D14-C422-41A1-BE18-62596200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UK bank sort code and account number: Sort code: 46-08-52; Account number: 50000037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0D14F3A8-27B0-402B-8B9F-433E6629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Mia Wilson  |  Physical Address: Flat 37, 2447 Abbey Park Road, Sheffield, S1 2BJ, United Kingdom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5E9521B2-9C7B-4374-B428-EEEF51FC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9FC8BB34-3454-4AEA-A3C3-7D2E5C6F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88280FCD-DBE0-4521-9052-4CF1BECB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UK bank sort code and account number: Sort code: 47-11-59; Account number: 50000038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ED429EE1-E754-4CFB-82A8-65BCA2F2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Jack Clarke  |  Physical Address: Flat 38, 2484 Bramble Park Road, Leeds, LS1 4AP, United Kingdom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B66EFB6F-C5AD-4F62-AB46-9D3DCF20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DD792779-9E73-4DB1-828B-0BEE70D8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C87911C5-3651-4917-BA9D-F460DA3C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UK bank sort code and account number: Sort code: 48-14-66; Account number: 50000039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6F600599-3A1F-4C0D-A8A3-5DE08571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William Patel  |  Physical Address: Flat 39, 2521 Cedar Park Road, Leicester, LE1 5YP, United Kingdom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0E81A12C-BEFE-4299-9321-1B7DE3DF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EA5E0766-B9B4-48B9-9156-2936E2C5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2DABA9F9-1CC5-44B6-9DD5-AB6AB0FC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UK bank sort code and account number: Sort code: 49-17-73; Account number: 50000040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CEC1F836-4FE1-438F-9131-29E6B56F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Charlie Harris  |  Physical Address: Flat 40, 2558 Church Park Road, Birmingham, B1 1BB, United Kingdom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B0C7331E-9498-4954-88B9-17090D29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43C05F52-3EE2-4369-B782-39E94A9B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7325144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B2D67DCB-B414-4220-B3BA-D10ADF42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99515A43-A3E8-421F-BA4F-D5E0471F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F66FE669-1BCE-4CB3-90A2-A7573068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3675D26B-2EF9-4821-B810-A3CB982B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UK bank sort code and account number: Sort code: 50-20-80; Account number: 50000041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C48DBAE9-7612-4150-926A-FCE5671C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Arthur Evans  |  Physical Address: Flat 41, 2595 Crown Park Road, Liverpool, L1 8JQ, United Kingdom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2512B83E-0148-4ED7-A57A-1D613382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24F570DB-4524-46D4-A77E-4B99F70A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3C7DD6EE-E6E4-4FF1-A3B8-4B7709DD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UK bank sort code and account number: Sort code: 51-23-87; Account number: 50000042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0EACBF5C-4A10-48AA-A717-40EE597A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Edward Jones  |  Physical Address: Flat 42, 2632 Elm Park Road, Aberdeen, AB10 1AN, United Kingdom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8040DDB8-21A7-4B39-89C0-8C13FEF4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C6130C65-CCAB-4A06-B605-C88D2302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0C0B07D9-6B4F-4C2A-A196-9F1D6EA8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UK bank sort code and account number: Sort code: 52-26-94; Account number: 50000043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304D524C-0FC0-48ED-86EF-F8C65931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William Roberts  |  Physical Address: Flat 43, 2669 Hawthorn Park Road, Bristol, BS1 4ST, United Kingdom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4523356F-32A6-4F81-85E8-255471C4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7FF3A43F-FA0F-44D7-87A6-E6C3381C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A2330260-6E40-43C3-8CE3-F55E43D5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UK bank sort code and account number: Sort code: 53-29-01; Account number: 50000044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58CC3988-8760-4816-BC80-E88784C7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Charlie Wilson  |  Physical Address: Flat 44, 2706 Kingfisher Park Road, Oxford, OX1 1AA, United Kingdom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EF62EDE1-0CA6-4414-A89F-A43553F8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D73E50A0-9505-4432-9E18-103268C6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F3478546-8FFD-44B9-A03B-B3694719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UK bank sort code and account number: Sort code: 54-32-08; Account number: 50000045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10FB57FF-095C-449C-AA2D-53E4B7DD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Arthur Clarke  |  Physical Address: Flat 45, 2743 Mill Park Road, Glasgow, G1 2FF, United Kingdom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E1281E11-50A7-40D1-B470-6CCC4F99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32E69D28-5A2A-4851-AC8A-CBBCB406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250644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59701C23-3CBE-418E-919D-DF8A1578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DB4149FD-4316-475F-BD99-113E1B18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C3D33557-CB2D-48BE-9FAD-F3A99A26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BC90AB73-AB80-401C-B2DA-A87A5424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UK bank sort code and account number: Sort code: 55-35-15; Account number: 50000046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384C50D4-0777-4E6C-A97C-69DE2B6D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Edward Patel  |  Physical Address: Flat 46, 2780 Orchard Park Road, Newcastle, NE1 4LP, United Kingdom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FB6F187A-1328-409B-9DBA-F5C9FC5D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A071C1E8-0019-44C7-AFA5-5B2205C9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C556BC8B-CF12-4FFE-9018-6F8816B0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UK bank sort code and account number: Sort code: 56-38-22; Account number: 50000047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079DC96E-A47D-460F-87CB-03DD4799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William Harris  |  Physical Address: Flat 47, 2817 Station Park Road, Manchester, M1 2WD, United Kingdom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EA191FE2-3D43-44CB-9AD9-61252A72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F2C6C01B-28E8-4730-A558-150405E2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07CE697B-BDD9-4C49-8F34-5B0E563F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UK bank sort code and account number: Sort code: 57-41-29; Account number: 50000048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39BA504F-0B50-4F05-9876-D32708B8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Charlie Evans  |  Physical Address: Flat 48, 2854 Victoria Park Road, Nottingham, NG1 2AS, United Kingdom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7848CA67-B6C1-42D5-B095-EDDB1556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7AB15A55-92E1-4298-ADBD-C00BAC12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4282112D-A43C-4699-AECA-36244A36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UK bank sort code and account number: Sort code: 58-44-36; Account number: 50000049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2516F5D7-A3C4-41F7-9A7D-18B18D76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Arthur Taylor  |  Physical Address: Flat 49, 2891 Abbey Rise Road, London, SW1A 2AA, United Kingdom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18D8B970-0181-455D-8348-4C1D6153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4AE45729-7036-4D35-90C9-5EC8FE45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53FB9294-4DD6-4D24-BEB9-9F7EB4DD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UK bank sort code and account number: Sort code: 59-47-43; Account number: 50000050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315A626B-1D82-4A83-A731-FB07589B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Edward Roberts  |  Physical Address: Flat 50, 2928 Bramble Rise Road, Edinburgh, EH1 1YZ, United Kingdom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92318E7D-D594-49D2-9537-6D9E9F6B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03EBCDD9-CC97-4350-8F3F-A9C6576B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6409734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4A9432DE-0336-4378-8DFF-27ECCEF1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348634D0-C4B6-42AD-94BE-DB183AAB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59A23895-2315-43D7-B671-F27964EC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9F87E082-2F5B-49CD-9E37-0213484B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UK bank sort code and account number: Sort code: 60-50-50; Account number: 50000051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888DBB2A-429A-4213-8F73-A59ACAC2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William Wilson  |  Physical Address: Flat 51, 2965 Cedar Rise Road, Cambridge, CB1 1BH, United Kingdom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C2A49CE9-5F82-4113-A03C-36A256FB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55C381BB-1FE5-468B-A8AF-6204DEC8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33627651-D5F7-4C29-A951-2131FD18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UK bank sort code and account number: Sort code: 61-53-57; Account number: 50000052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77F81C1C-4D51-42E0-95EC-44B26937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Charlie Clarke  |  Physical Address: Flat 52, 3002 Church Rise Road, Cardiff, CF10 2HE, United Kingdom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C7EBE32B-DD57-49D2-A3FA-5917F915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06EC5869-C4DC-4664-8A62-81F86A78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B1CCEB77-0CC6-4751-B0A1-E4A9526F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UK bank sort code and account number: Sort code: 62-56-64; Account number: 50000053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D7E3A4EF-5B5E-491E-80CC-5DA31FA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Arthur Robinson  |  Physical Address: Flat 53, 3039 Crown Rise Road, Sheffield, S1 2BJ, United Kingdom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F882D1CF-78B0-4279-8A22-AB39D182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31C58646-85BF-4F84-A4F1-9E4A3D40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36E028CD-8177-437D-A2D7-D91BE0F5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UK bank sort code and account number: Sort code: 63-59-71; Account number: 50000054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F8BA0578-BF31-4F8B-9186-94D48B46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Edward Harris  |  Physical Address: Flat 54, 3076 Elm Rise Road, Leeds, LS1 4AP, United Kingdom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1BF3E120-2DA2-443F-9E5B-4C00BFCF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02FAEC71-70D3-4A49-93D9-3B8EC8D3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50DC89D0-3F72-4C6A-878E-9269FB58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UK bank sort code and account number: Sort code: 64-62-78; Account number: 50000055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C1F3CD97-0E41-44C5-A20E-BE2AB0E8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William Evans  |  Physical Address: Flat 55, 3113 Hawthorn Rise Road, Leicester, LE1 5YP, United Kingdom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91DF3547-6901-4AB9-A11B-AAA95CC4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B7449332-C376-47F3-BD25-5EF9B773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7719197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DDE533E5-1AEC-4FD5-BDBD-4A76271C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8359B773-8848-4580-BA71-4FD8AB03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EFF72B5A-1BE6-4D94-9101-75153ABA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3CCFD4C4-CED6-4245-B912-88AEF412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UK bank sort code and account number: Sort code: 65-65-85; Account number: 50000056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19F632E1-DEB6-410B-8BDA-2DC5B575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Charlie Taylor  |  Physical Address: Flat 56, 3150 Kingfisher Rise Road, Birmingham, B1 1BB, United Kingdom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77D7304C-7223-42AD-A513-7413B84F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BD63F252-A391-4480-B4A0-1913E387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71FDB7B5-0746-411C-9A53-99751D76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UK bank sort code and account number: Sort code: 66-68-92; Account number: 50000057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EF09A38C-938B-4C70-9264-FE7F5F3C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Lily Green  |  Physical Address: Flat 57, 3187 Mill Rise Road, Liverpool, L1 8JQ, United Kingdom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E67B911C-C1C4-4E24-81A7-53B8BFA0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11AE5FEB-B4FC-45DE-8AAE-9E9F503C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D3590BC4-735E-43A5-8078-7B748760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UK bank sort code and account number: Sort code: 67-71-99; Account number: 50000058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B7E96151-93E2-4478-BBC4-22F5F73E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Edward Wilson  |  Physical Address: Flat 58, 3224 Orchard Rise Road, Aberdeen, AB10 1AN, United Kingdom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FD241CA2-3318-482D-8B4F-DA0432E6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43B6F5DA-58DA-47F6-91E2-E662BD21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1804A260-51D4-4916-BF9B-EA6D7237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UK bank sort code and account number: Sort code: 68-74-06; Account number: 50000059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20A76D81-8265-4DE4-9EE2-1CAFFDD6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William Clarke  |  Physical Address: Flat 59, 3261 Station Rise Road, Bristol, BS1 4ST, United Kingdom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1E09FC11-73BD-455C-A987-5E580CB1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46B97D13-F7BD-4E02-AD71-96C58C4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20D907E7-CFFD-4549-B705-5B5662C9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UK bank sort code and account number: Sort code: 69-77-13; Account number: 50000060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B89F49CC-EB78-458E-BE85-18C89A05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Charlie Robinson  |  Physical Address: Flat 60, 3298 Victoria Rise Road, Oxford, OX1 1AA, United Kingdom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A48623D4-03AD-4A36-8AD3-5FA50F90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D39EDDEF-20DB-4122-874E-E44E4065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20692848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338C8B77-A2AE-4CA6-BF6F-DB4B86B0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B7F39526-A924-4184-8266-9804CC2A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B7BB1F3F-23A0-4A8E-80A4-DA60B6AF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42ACD715-7CF8-4F5D-90E9-EDF26665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UK bank sort code and account number: Sort code: 70-80-20; Account number: 50000061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173F06AB-9C5A-45C9-ABE5-FC2D0FA2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Arthur Edwards  |  Physical Address: Flat 61, 3335 Abbey Vale Road, Glasgow, G1 2FF, United Kingdom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6339D45F-BF37-4930-98EF-2F9BF06B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7FAB374C-1172-4581-BADE-79D093EE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ADB1039F-F3B1-4AB2-AEC5-52C7D3E9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UK bank sort code and account number: Sort code: 71-83-27; Account number: 50000062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BABF5FD0-0F87-4C5E-A902-35C19EBB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Edward Evans  |  Physical Address: Flat 62, 3372 Bramble Vale Road, Newcastle, NE1 4LP, United Kingdom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CB2B5076-20A6-4E1B-9AB3-2A02135D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BA62555F-ADC1-4A5E-9D6B-3DA0FC7C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81293D85-18FF-4229-97CD-5D74F291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UK bank sort code and account number: Sort code: 72-86-34; Account number: 50000063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36BB0DEB-449E-4524-A4D5-02C31899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Emily Taylor  |  Physical Address: Flat 63, 3409 Cedar Vale Road, Manchester, M1 2WD, United Kingdom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039EDE78-9BD4-41FD-A461-1DBE05F2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74F4A5DC-DA0B-48B2-9327-CBD71074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AA66F443-C9D3-4D73-B4FD-22FDD560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UK bank sort code and account number: Sort code: 73-89-41; Account number: 50000064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1131F2BE-0324-4F60-AA29-A08CC524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Grace Green  |  Physical Address: Flat 64, 3446 Church Vale Road, Nottingham, NG1 2AS, United Kingdom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0C849EC7-0D12-45E8-AFBC-12B6C390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58044879-ACD2-4481-9EA2-060AC767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F80CC1B2-1E16-448C-8B82-4189FD3A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UK bank sort code and account number: Sort code: 74-92-48; Account number: 50000065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E9D4EB4E-8235-4C53-8CFE-03C425B4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Ava Johnson  |  Physical Address: Flat 65, 3483 Crown Vale Road, London, SW1A 2AA, United Kingdom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2BEF41A8-3482-4DFF-A099-88E56CA2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15AE3954-3134-442D-8D3F-33C75270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3012111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2E5926DC-B359-4A99-A134-56C011CB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117CE5B9-D935-4F80-99BC-D9BBA6A9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A20C06C6-9FB4-4F54-BD9E-A3DEAF22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860F24E8-ADD8-48C4-8ED0-9DAEE7FE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UK bank sort code and account number: Sort code: 75-95-55; Account number: 50000066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8B80DCBD-BBBC-458F-91F7-F8C51AFB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Lucy Clarke  |  Physical Address: Flat 66, 3520 Elm Vale Road, Edinburgh, EH1 1YZ, United Kingdom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EEE81955-771D-41C7-A6E8-139296AB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3CE28059-B92E-4216-A7B7-4E9F7C6B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3936DD79-85B2-4C00-99F9-3DAE4B85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UK bank sort code and account number: Sort code: 76-98-62; Account number: 50000067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0675549D-1D56-41A9-ABC6-2662674B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Emily Robinson  |  Physical Address: Flat 67, 3557 Hawthorn Vale Road, Cambridge, CB1 1BH, United Kingdom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8F420807-1B51-48D2-8C27-FF125099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7588EFFE-DC52-47FC-8FC7-74BBF9B0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598A21D4-A9B6-4EF4-8225-6AF0455C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UK bank sort code and account number: Sort code: 77-01-69; Account number: 50000068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3AA92371-BE5E-4535-AECD-CE86EA65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Grace Edwards  |  Physical Address: Flat 68, 3594 Kingfisher Vale Road, Cardiff, CF10 2HE, United Kingdom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9AFC1201-D1B2-4A4D-A4EE-833A5F9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C7FCE8AC-2686-48F8-B04F-CCC0B113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E898F183-DC8D-449E-84C6-CB79B484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UK bank sort code and account number: Sort code: 78-04-76; Account number: 50000069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ED13D165-B642-4E9A-BB73-63CBB5F7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Ava Walker  |  Physical Address: Flat 69, 3631 Mill Vale Road, Sheffield, S1 2BJ, United Kingdom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763FC794-B298-4010-8E76-34CC29CF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DDA4C8E1-984D-4932-AF85-87BE6937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A0DA3166-DCB3-43F3-AF78-1E506442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UK bank sort code and account number: Sort code: 79-07-83; Account number: 50000070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022A7411-C2A4-4C28-8706-780476CC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Lucy Taylor  |  Physical Address: Flat 70, 3668 Orchard Vale Road, Leeds, LS1 4AP, United Kingdom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AE95C4F4-9938-46F9-86D1-C2D0C699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93BD1C7A-E700-47D0-BAE3-95053B42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8385059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7B96D851-3400-41E1-8282-5186A95E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5D8EF57B-6110-418D-A8C2-61567101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B917687C-296D-4E48-AE78-FD50A8C1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AE6FCE7A-B3EA-4681-A333-8EE41025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UK bank sort code and account number: Sort code: 10-10-90; Account number: 50000071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3C2D8A20-9E0F-464B-9184-C53561F5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Emily Green  |  Physical Address: Flat 71, 3705 Station Vale Road, Leicester, LE1 5YP, United Kingdom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763D300C-8925-45BE-948E-ECFF6882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2E9F0E52-F11C-4A77-B492-ACBDA791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9610EAAC-111F-44D6-8B80-67FA1EE8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UK bank sort code and account number: Sort code: 11-13-97; Account number: 50000072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C9B9C8ED-DED5-4069-A58C-A2487EC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Grace Johnson  |  Physical Address: Flat 72, 3742 Victoria Vale Road, Birmingham, B1 1BB, United Kingdom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5D5BDC39-2FCF-4CC2-81A1-18BC1211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5923D508-6329-4DF9-B6B3-EC436858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EEFD0E96-F487-4AAA-91AF-126AE748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UK bank sort code and account number: Sort code: 12-16-04; Account number: 50000073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DE771695-630A-4599-8496-E5277466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Ava Jackson  |  Physical Address: Flat 1, 3779 Abbey View Road, Liverpool, L1 8JQ, United Kingdom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35B3720B-8940-427B-BA2C-7CC99E09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E1896DC4-96E3-4F38-AFF3-5AF89353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4458A241-D937-4403-9258-C1FBC87D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UK bank sort code and account number: Sort code: 13-19-11; Account number: 50000074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5CB5CE79-8A08-4FDA-849E-D08BB0EA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Lucy Robinson  |  Physical Address: Flat 2, 3816 Bramble View Road, Aberdeen, AB10 1AN, United Kingdom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648A4884-09AD-4C2E-9E79-D4A13342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3EA90979-8B1F-4789-ACF5-F970BE90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0D1F4DCE-C502-41B7-A662-2A8FB99B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UK bank sort code and account number: Sort code: 14-22-18; Account number: 50000075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EB6A7395-1038-47F7-A219-E19BC5AA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Emily Edwards  |  Physical Address: Flat 3, 3853 Cedar View Road, Bristol, BS1 4ST, United Kingdom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804E898F-DBC0-4DB9-8D29-E0D1FF0B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2B489ABC-7150-490C-B71C-1EECA4EB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5547294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B118A4E0-05B2-47AE-A222-B6702747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677C78A1-0851-48AC-9169-E667AC81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2AB0902B-9F5B-42E5-8E74-2E4F07CE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B39C2F02-4448-4D86-BF98-D3F5DDA0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UK bank sort code and account number: Sort code: 15-25-25; Account number: 50000076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136E9298-BBCA-46DC-8AFE-33520BC2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William Walker  |  Physical Address: Flat 4, 3890 Church View Road, Oxford, OX1 1AA, United Kingdom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D70FEB25-5039-4B00-A557-420319BB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09CC3ABA-017F-441A-8F28-C9F9F270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4E570532-EF80-492A-B85F-DB5AF84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UK bank sort code and account number: Sort code: 16-28-32; Account number: 50000077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AAD92FD2-98AF-4E8B-90C0-5D180E9E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Ava Brown  |  Physical Address: Flat 5, 3927 Crown View Road, Glasgow, G1 2FF, United Kingdom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28E0517A-FD21-4D77-8994-D428A7EE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C9B3F2D1-FC33-4370-AE41-167DC567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1CC2E253-DA58-4EF4-AEF8-C0CA5E30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UK bank sort code and account number: Sort code: 17-31-39; Account number: 50000078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C2F7C624-37A0-46CB-8C24-897B51CF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Lucy Green  |  Physical Address: Flat 6, 3964 Elm View Road, Newcastle, NE1 4LP, United Kingdom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03DCB2E9-8B40-4680-BB4B-CDC2B44B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EB8365DC-DE4B-4B7C-BEB1-D288AD40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CC1C2310-92F8-4E67-9B71-D634C38A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UK bank sort code and account number: Sort code: 18-34-46; Account number: 50000079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69F371B9-7472-4BAE-8AE5-2CFD9DEC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Emily Johnson  |  Physical Address: Flat 7, 4001 Hawthorn View Road, Manchester, M1 2WD, United Kingdom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4141942C-59F1-43EA-BC46-599E0C90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FA534878-B8C5-49AA-89A1-A40C528B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05359EA9-6CC8-494A-8B7B-B56B0D24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UK bank sort code and account number: Sort code: 19-37-53; Account number: 50000080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DE8807D8-F81A-409F-AC67-25383880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Grace Jackson  |  Physical Address: Flat 8, 4038 Kingfisher View Road, Nottingham, NG1 2AS, United Kingdom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D8C935CD-DE0A-4BA9-A2FF-B7890E33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36650B1F-2DE4-4E35-B853-FF73F589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2120303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438BBC42-76A6-495E-92EF-B2F468E3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C8E73603-3941-4EDE-BF3E-0C7B5C46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B979CA90-E282-44FC-98E6-9C6813BA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998E4B46-381A-40A2-ACF5-9AE8C3B5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UK bank sort code and account number: Sort code: 20-40-60; Account number: 50000081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ACB68C3E-6B57-46E7-AF1D-3AB0BA73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Ava Wright  |  Physical Address: Flat 9, 4075 Mill View Road, London, SW1A 2AA, United Kingdom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E17ED494-F33E-4462-AAEC-CB93D68D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5AB10B3B-8584-40F0-92CD-AF71729F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C309C97F-5414-4FB9-9227-9915D040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UK bank sort code and account number: Sort code: 21-43-67; Account number: 50000082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0ECDE8C8-3869-4C0B-ACCB-B80DD19D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Lucy Edwards  |  Physical Address: Flat 10, 4112 Orchard View Road, Edinburgh, EH1 1YZ, United Kingdom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4744F6DB-6EAB-407D-86E0-46B73033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FFF0EC47-2CE6-48D1-BF7C-9AC78A75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A438F60A-2B15-469C-84B7-23ADDEED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UK bank sort code and account number: Sort code: 22-46-74; Account number: 50000083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DEA18A18-757E-49E3-A180-FAF0204F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Emily Walker  |  Physical Address: Flat 11, 4149 Station View Road, Cambridge, CB1 1BH, United Kingdom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663211FF-7934-46FC-9340-871510B6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A990D629-A982-4E38-9147-EE60A979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E475AA52-3FFB-489A-AE48-A6C980E1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UK bank sort code and account number: Sort code: 23-49-81; Account number: 50000084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17A6659A-FA2E-47B5-B8EA-CC913CBD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Grace Brown  |  Physical Address: Flat 12, 4186 Victoria View Road, Cardiff, CF10 2HE, United Kingdom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24D83EA1-DC07-4230-BE62-230B1EA2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D13ED42B-0DB8-4532-B59E-90B99DCC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72604DCA-5209-47B8-AF91-DDFDE841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UK bank sort code and account number: Sort code: 24-52-88; Account number: 50000085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FD00656B-16B1-4819-BA40-5265093D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Ava Hall  |  Physical Address: Flat 13, 4223 Abbey Wood Road, Sheffield, S1 2BJ, United Kingdom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B8635FCE-D619-4E26-BF8A-766D5760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A61D21A3-FDCC-4985-BEEB-3E079C71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6501008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5A039B8F-18CD-4903-BCEF-E7E2B0A8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C9569E6F-50CF-48ED-A1F7-B598634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9C447EDB-B4C8-4425-B03B-B44F7FD3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4186D4E7-C901-4638-8E33-5C22326D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UK bank sort code and account number: Sort code: 25-55-95; Account number: 50000086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F60D66BB-288C-44C6-82F6-477AD498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Lucy Johnson  |  Physical Address: Flat 14, 4260 Bramble Wood Road, Leeds, LS1 4AP, United Kingdom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4050EB26-6AC7-433C-AE20-6035D5AB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91F57C8C-D1FE-4AD5-838A-EB5C3046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7F428323-90BF-44DC-89DB-9C68C02C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UK bank sort code and account number: Sort code: 26-58-02; Account number: 50000087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3F3B2A35-1E25-4481-A931-34425994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Oscar Jackson  |  Physical Address: Flat 15, 4297 Cedar Wood Road, Leicester, LE1 5YP, United Kingdom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C6BC3F3A-5DBA-42F4-A1E4-9532C6BE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4F2C6761-9844-4BC6-8A10-F7EC3FE7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4644EC25-A1FE-4AAC-923D-756EBBB1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UK bank sort code and account number: Sort code: 27-61-09; Account number: 50000088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5375A3B3-CE28-4D62-9F81-120E84B5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Harry Wright  |  Physical Address: Flat 16, 4334 Church Wood Road, Birmingham, B1 1BB, United Kingdom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6DC7D901-570A-412F-9DA3-F39239E5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0C1E7924-AB67-48D3-9A6D-E86D016E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B9AA22B9-B102-4535-9783-B722DFAB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UK bank sort code and account number: Sort code: 28-64-16; Account number: 50000089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F9D5522E-0A7A-43D5-93D6-DC839091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George Smith  |  Physical Address: Flat 17, 4371 Crown Wood Road, Liverpool, L1 8JQ, United Kingdom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74BBFC2A-E5C7-4227-9D3C-4A4CA9C3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397C657A-0AF5-400D-BE52-0CF9B99D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B6C6C580-6EA6-4B32-A6C2-AC2AFB8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UK bank sort code and account number: Sort code: 29-67-23; Account number: 50000090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7C7ED702-3B3B-4E8A-86B4-9D5444BB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Henry Walker  |  Physical Address: Flat 18, 4408 Elm Wood Road, Aberdeen, AB10 1AN, United Kingdom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A8660AB5-E84F-44E8-9D7A-82D34E1A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D90B77F2-2FF4-44AA-A9D8-2D95E25B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6055456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A7B0BC0E-3F58-4F5F-9327-4C9CCDAC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67D86A3E-12E0-461F-962C-1D2334C4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B3D9D767-2CAD-4D6A-A770-FC01FFB6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9A9331AC-E3A4-4E36-B751-6266331C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UK bank sort code and account number: Sort code: 30-70-30; Account number: 50000091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C77D1DB4-2E6D-4237-9AB3-20BFABAD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Oscar Brown  |  Physical Address: Flat 19, 4445 Hawthorn Wood Road, Bristol, BS1 4ST, United Kingdom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79F1FC6F-6630-4DA4-A386-E115ABC8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3CC3DF1E-B25C-45C4-9266-A207229E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9BB80A0A-CA2A-4078-ABA7-087ACBA3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UK bank sort code and account number: Sort code: 31-73-37; Account number: 50000092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503C9499-27AE-4529-81C4-91DE9004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Harry Hall  |  Physical Address: Flat 20, 4482 Kingfisher Wood Road, Oxford, OX1 1AA, United Kingdom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3A1B972B-5D11-4605-AA2B-6A322708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BACE04AF-4615-4F0C-A428-13A98C1C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E28D3A4B-FB9B-4868-9A70-5634ABEB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UK bank sort code and account number: Sort code: 32-76-44; Account number: 50000093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F0F7006F-45FA-44B9-B32C-270CF916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George Davies  |  Physical Address: Flat 21, 4519 Mill Wood Road, Glasgow, G1 2FF, United Kingdom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E246FC62-9F93-4E15-9922-0D84475C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DB07C521-BFFA-46BD-A556-0339575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7A8F747D-2D5C-4AB0-8C82-B7CE7460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UK bank sort code and account number: Sort code: 33-79-51; Account number: 50000094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5C442EE2-CC4D-4483-A6F2-87A87B3C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Henry Jackson  |  Physical Address: Flat 22, 4556 Orchard Wood Road, Newcastle, NE1 4LP, United Kingdom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8282E302-DBF6-4F6A-892E-E95A4051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C55DCBE6-6C06-43FC-9FED-B1AF0B61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AD4075D6-6406-4BD3-9B0F-6C2DF74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UK bank sort code and account number: Sort code: 34-82-58; Account number: 50000095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9F907C94-97E9-470E-A79E-217A443F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Lucy Wright  |  Physical Address: Flat 23, 4593 Station Wood Road, Manchester, M1 2WD, United Kingdom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EF31C2A9-12EC-4338-9E15-88CCD0A6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0F7AB778-2769-4AD1-8D8F-C54EC1AC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0195489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EBB267D6-D2D5-490C-BD91-37C96FE3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94C95971-7FF0-4E35-A333-BC27B06B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01CCB9D8-0716-4FD6-8C41-356C9350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CDAE9227-AC6E-4D3E-A8CF-79E310C2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UK bank sort code and account number: Sort code: 35-85-65; Account number: 50000096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F7E2FDE1-3ADE-403D-835D-E188F86F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Harry Smith  |  Physical Address: Flat 24, 4630 Victoria Wood Road, Nottingham, NG1 2AS, United Kingdom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75826E8D-FA32-4137-85DF-FD925D0B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2789EE36-57AC-4141-9874-C7DA51A4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A2C37F75-E413-41E2-8C02-59A66E7E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UK bank sort code and account number: Sort code: 36-88-72; Account number: 50000097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61E1C21B-6072-4302-9CE1-172C3BFD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George White  |  Physical Address: Flat 25, 4667 Abbey Green Road, London, SW1A 2AA, United Kingdom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3115917A-1E3C-4D09-A290-3A81354E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C56B5B66-9CAC-4528-BAD4-543072F6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4937B5C5-5CBF-4C88-B875-F9731CCC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UK bank sort code and account number: Sort code: 37-91-79; Account number: 50000098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148674AB-F364-4FF6-B8F7-E0BCC416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Henry Brown  |  Physical Address: Flat 26, 4704 Bramble Green Road, Edinburgh, EH1 1YZ, United Kingdom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7AB62FDD-A730-4C34-8BF8-7B4BBD1A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D64C1562-E885-4875-8A7A-AAEF9690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8ED21282-8036-43C2-B948-A20FC31B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UK bank sort code and account number: Sort code: 38-94-86; Account number: 50000099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A7D9E190-ADBE-499E-81D5-060BF11E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Oscar Hall  |  Physical Address: Flat 27, 4741 Cedar Green Road, Cambridge, CB1 1BH, United Kingdom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C71B17A5-C19B-43B0-97E7-D93C1C11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6BC3E1D8-5063-45B6-B73B-C5DB55DA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5AD58E84-DB73-42F7-ADCB-2A0A1650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UK bank sort code and account number: Sort code: 39-97-93; Account number: 50000100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77F4C00C-ECC3-4276-BCEF-97D86058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Harry Davies  |  Physical Address: Flat 28, 4778 Church Green Road, Cardiff, CF10 2HE, United Kingdom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82F5ADA3-AFFC-4747-9DB1-4716261E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1117E092-851E-43F5-91B4-3BFD2CED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7161535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F5F9161A-8224-4AB5-98F8-F46367AC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07BAD05F-CE7D-4DE9-B1A8-AB35CD4B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AD076A78-C33D-427D-9059-6EC25217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E2D61C27-3ECE-498C-A753-4A6340CD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UK bank sort code and account number: Sort code: 40-00-00; Account number: 50000101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0C4E9934-5375-4118-9AA5-2877EAB4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George Wood  |  Physical Address: Flat 29, 4815 Crown Green Road, Sheffield, S1 2BJ, United Kingdom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E0D77DB3-F064-4D54-A5CD-F81C36B1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69C1D8D9-23B6-4AC4-B5C9-5B8AEC04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7E58A56A-7854-40B0-A0D0-AD41CD60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UK bank sort code and account number: Sort code: 41-03-07; Account number: 50000102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A8CCEA7D-CFF3-4779-9CD7-BB0931A4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Henry Wright  |  Physical Address: Flat 30, 4852 Elm Green Road, Leeds, LS1 4AP, United Kingdom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6AF1F441-1D31-47A9-B20A-057EE2B0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DC46450E-9453-4650-8880-0FAE4271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06F2C0B8-AA74-425C-AAF1-4B7D1317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UK bank sort code and account number: Sort code: 42-06-14; Account number: 50000103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8D8E7A55-4122-439B-A20F-B611AFEC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Oscar Smith  |  Physical Address: Flat 31, 4889 Hawthorn Green Road, Leicester, LE1 5YP, United Kingdom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12127961-2FCF-402C-A8B0-3D8C91E1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2E43284D-C67F-454C-9632-306E6980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ECCF6B5E-961A-4C54-A33A-E260AF56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UK bank sort code and account number: Sort code: 43-09-21; Account number: 50000104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D1784E25-9DDD-403D-9019-F16E2C30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Harry White  |  Physical Address: Flat 32, 4926 Kingfisher Green Road, Birmingham, B1 1BB, United Kingdom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C5E43BD8-7B5D-4389-AD0E-4B7C07B1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23585CEB-0D74-47E1-975E-5F66CBA4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B7B09EAB-A9AF-40A4-8951-5F669CB6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UK bank sort code and account number: Sort code: 44-12-28; Account number: 50000105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674CBAE7-3736-4F55-A9CF-5A76F324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George Williams  |  Physical Address: Flat 33, 4963 Mill Green Road, Liverpool, L1 8JQ, United Kingdom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1AC09C60-541F-4FD9-9C53-17EE7B10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74698522-E709-4513-82C0-DB59AE28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3581472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C5FA879E-8C6D-4B94-AD64-7F046C5A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C4030B03-32EB-4E10-9830-00C4790D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7746FCA0-FB16-4FED-A9FC-03A2F4C8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9AD0F518-E0D0-49D5-B482-0400E9A7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UK bank sort code and account number: Sort code: 45-15-35; Account number: 50000106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5BE399E3-2B46-48A5-9057-8CB29BAF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Henry Hall  |  Physical Address: Flat 34, 5000 Orchard Green Road, Aberdeen, AB10 1AN, United Kingdom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B8A4A7B0-EE26-4320-B49D-73426C04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DB42E44C-F344-4D6D-B1CD-FF6A4F1E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5C301A7D-8D79-4A9F-9482-4AB4610B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UK bank sort code and account number: Sort code: 46-18-42; Account number: 50000107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FDD6C0B8-6F9F-4E21-8CE5-78E5A57B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Oscar Davies  |  Physical Address: Flat 35, 5037 Station Green Road, Bristol, BS1 4ST, United Kingdom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7892758C-3E95-49F0-A0AD-E4C8335E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C4A19016-B2F8-479A-AA8C-9F082601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D066193E-CA76-467F-B8FD-933C0ADF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UK bank sort code and account number: Sort code: 47-21-49; Account number: 50000108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A8F49AE0-8A6F-4E66-B9E3-DDA0B8D4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Harry Wood  |  Physical Address: Flat 36, 5074 Victoria Green Road, Oxford, OX1 1AA, United Kingdom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2F30A9D4-62F6-482A-BD83-887F123C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191C0B0E-C7E2-4389-A676-BB1166CD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1F17744A-AF66-4BA9-9307-56BDAFB4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UK bank sort code and account number: Sort code: 48-24-56; Account number: 50000109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0586B75E-88D6-4623-8A6F-8EFAC4B8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George Thompson  |  Physical Address: Flat 37, 5111 Abbey Heath Road, Glasgow, G1 2FF, United Kingdom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E4FE19B1-07F7-4F76-A011-8EF0F692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FE78D351-4346-4222-A4EA-7E4C8936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2B35F657-4F52-41A8-A705-F2349B4B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UK bank sort code and account number: Sort code: 49-27-63; Account number: 50000110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E4AC0A90-2012-422D-B5AE-DA302FA0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Henry Smith  |  Physical Address: Flat 38, 5148 Bramble Heath Road, Newcastle, NE1 4LP, United Kingdom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A62AA900-FBCA-48C5-9148-A16F5B8A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78388959-044A-4D20-BA89-9234426D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124331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F75A387C-1845-4D08-BB76-3025DEE5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82F0856B-CCAC-4866-AF7A-AC5C0186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AFD3AA51-F6DC-46A2-9047-C7575A1F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CAA40AD4-94C2-4993-A807-7034A7AF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UK bank sort code and account number: Sort code: 50-30-70; Account number: 50000111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8CB0318E-2B32-43F7-B8A0-E3BB00A5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Freya White  |  Physical Address: Flat 39, 5185 Cedar Heath Road, Manchester, M1 2WD, United Kingdom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A489ABB5-15FC-435C-A779-A6CF270C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054EDC09-E693-442C-91B5-3EFA28BF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589AF9B0-A32C-4D7C-8EE9-898C183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UK bank sort code and account number: Sort code: 51-33-77; Account number: 50000112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E197D9FB-01C4-49C4-87CC-5F611F6E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Sophia Williams  |  Physical Address: Flat 40, 5222 Church Heath Road, Nottingham, NG1 2AS, United Kingdom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BBC3D06E-1FFA-4EF1-B9B8-9E72E024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205EC24B-E96D-4F82-8594-3DB670C3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847067C0-30B6-417D-82E9-0916D71B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UK bank sort code and account number: Sort code: 52-36-84; Account number: 50000113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E58BF570-C022-405C-828F-CD1EEF70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Isla Thomas  |  Physical Address: Flat 41, 5259 Crown Heath Road, London, SW1A 2AA, United Kingdom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252A5A8A-710A-4A18-A24D-DFFF0B2F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80CC9555-A8DE-420A-B1F2-7DA9BA54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045251BF-BFBD-4D8E-ACCE-65487A21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UK bank sort code and account number: Sort code: 53-39-91; Account number: 50000114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7C05B5B4-11D0-45F1-9B76-0B5F0572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George Davies  |  Physical Address: Flat 42, 5296 Elm Heath Road, Edinburgh, EH1 1YZ, United Kingdom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B7CCA6A6-0FC4-4454-9D15-BB53D025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9ABE4772-26CF-4FF8-96C7-815AFC4C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57D43331-9370-432A-B25C-1BBF2CBB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UK bank sort code and account number: Sort code: 54-42-98; Account number: 50000115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7835583D-2343-4423-A8F4-B7971EA6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Freya Wood  |  Physical Address: Flat 43, 5333 Hawthorn Heath Road, Cambridge, CB1 1BH, United Kingdom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E8A84F48-D0AD-4DA3-875F-3F531C4C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5E01D252-727C-42EE-98D4-91102D3D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4178302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D7EF39F4-3A4D-4EB5-AE2E-7CD172B0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E917D707-F57B-4D2B-9BD7-C09E050C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F7C0F041-FDE9-415C-9096-EE46876B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741B5124-AA0D-499C-AE92-D908746B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UK bank sort code and account number: Sort code: 55-45-05; Account number: 50000116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90740062-E461-475B-A2A4-90D3A6A6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Sophia Thompson  |  Physical Address: Flat 44, 5370 Kingfisher Heath Road, Cardiff, CF10 2HE, United Kingdom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D101FB4F-61B4-4688-9B6C-484794C4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DA82735F-D376-425B-892B-94D4CDF0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53BB234B-659C-49C4-9576-625A29A2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UK bank sort code and account number: Sort code: 56-48-12; Account number: 50000117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55760630-8BA4-4A24-88DF-797C8CFE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Isla Jones  |  Physical Address: Flat 45, 5407 Mill Heath Road, Sheffield, S1 2BJ, United Kingdom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D475F323-6D74-48CE-939A-3E707200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15C66BC3-0FAA-4CFC-A84F-CA670FF4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42010464-3AA6-4E2A-A36D-780838A6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UK bank sort code and account number: Sort code: 57-51-19; Account number: 50000118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42B87D29-CE3A-45A4-BF61-D16B38B6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Evie White  |  Physical Address: Flat 46, 5444 Orchard Heath Road, Leeds, LS1 4AP, United Kingdom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C50D6323-A687-4A06-B934-47E2596E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6DFE6D92-85E3-4F29-BB78-E6996CC7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4F9DFA39-6050-42C7-9392-F1EAA1FE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UK bank sort code and account number: Sort code: 58-54-26; Account number: 50000119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61796F02-BE1D-40CA-B9B8-C394FA4E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Freya Williams  |  Physical Address: Flat 47, 5481 Station Heath Road, Leicester, LE1 5YP, United Kingdom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A7FF7428-1D66-4B3A-8F67-31006F85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1760FCC2-05EF-4059-AB2C-528B38CD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67BF965A-7894-4553-A8B7-B58B5252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UK bank sort code and account number: Sort code: 59-57-33; Account number: 50000120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79577348-F1F4-436E-B423-38DD8C62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Sophia Thomas  |  Physical Address: Flat 48, 5518 Victoria Heath Road, Birmingham, B1 1BB, United Kingdom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2F4F8C51-AE0D-47EE-9A09-99BFBB1E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FB30C184-CA8C-4F52-A350-CE885E53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31918989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DB82A26D-871C-4159-A88E-4F57A282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FBE258E9-4988-4FB8-B33D-21A0A577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DA99A5BE-B447-496C-B958-8005BE4A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19A76E2B-EA71-4897-AFE6-3135D5F9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UK bank sort code and account number: Sort code: 60-60-40; Account number: 50000121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43755310-E528-4354-93ED-C6A5132F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Isla Patel  |  Physical Address: Flat 49, 5555 Abbey Cross Road, Liverpool, L1 8JQ, United Kingdom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4C9723B6-37AE-401B-B5B2-E4E80FD8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0ED6DA15-8370-43FA-9DA2-ED8A5B18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9E00A191-8B36-45E4-A346-9584D8CD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UK bank sort code and account number: Sort code: 61-63-47; Account number: 50000122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83F3B960-2FF3-4196-947B-E4318FF4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Evie Wood  |  Physical Address: Flat 50, 5592 Bramble Cross Road, Aberdeen, AB10 1AN, United Kingdom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C00F01EE-B963-4685-9279-17335A0E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22CBAE98-053E-410F-93D3-AABC65C2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003B84D9-B851-4818-B5A6-4B1CBA0E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UK bank sort code and account number: Sort code: 62-66-54; Account number: 50000123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D860F806-274B-424A-A1E2-39AB01B4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Freya Thompson  |  Physical Address: Flat 51, 5629 Cedar Cross Road, Bristol, BS1 4ST, United Kingdom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F0E68872-D1D9-40D9-A843-9F4FF261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C34A92DE-1E57-43BF-94F5-372B8DF7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3A0DE052-0AF1-42CC-BD2B-08C27E84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UK bank sort code and account number: Sort code: 63-69-61; Account number: 50000124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B94CF407-B185-4C6F-ABA3-784EE3CA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Sophia Jones  |  Physical Address: Flat 52, 5666 Church Cross Road, Oxford, OX1 1AA, United Kingdom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457E11C9-0480-490E-ADBE-7BC142FC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0D1427B1-EA3E-4468-A454-1674AF7F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9F955BE2-B1A1-4B2E-8222-CFEA0919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UK bank sort code and account number: Sort code: 64-72-68; Account number: 50000125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587BD5FE-E3AB-41B6-A728-3CA638A4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Isla Roberts  |  Physical Address: Flat 53, 5703 Crown Cross Road, Glasgow, G1 2FF, United Kingdom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77B52A83-7DE9-4BF6-82D7-AC325962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CDE1CF26-215C-42D2-8C13-02BA49CA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6709096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3499D693-55F6-4B55-9145-92AA08D5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D17F612F-7649-4510-9F2F-2B55B038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B801811C-777E-403D-A34A-6D3BED7E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B9DF6DD5-C26D-4E9B-9000-338DE1CF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UK bank sort code and account number: Sort code: 65-75-75; Account number: 50000126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88D99581-EC9F-452D-9E5E-084B7534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Evie Williams  |  Physical Address: Flat 54, 5740 Elm Cross Road, Newcastle, NE1 4LP, United Kingdom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E3541C7F-5CEC-4875-A03C-E1791798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7A9692F6-2E7C-4720-9E9E-0F7935D7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C059E230-6FB8-4329-BBB8-2C83C49B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UK bank sort code and account number: Sort code: 66-78-82; Account number: 50000127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450230C3-EBF8-4884-AE2F-DD90A0A6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Freya Thomas  |  Physical Address: Flat 55, 5777 Hawthorn Cross Road, Manchester, M1 2WD, United Kingdom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5D8CF319-066B-4E2D-BE24-C71254D0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CE94649B-7E25-478A-BE3C-8E2C0455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A9A9A577-4F9D-4DA4-8C45-2F91978C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UK bank sort code and account number: Sort code: 67-81-89; Account number: 50000128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CA481EB2-A9E6-4A1B-9ECC-1313E9F3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Sophia Patel  |  Physical Address: Flat 56, 5814 Kingfisher Cross Road, Nottingham, NG1 2AS, United Kingdom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93C93592-16B9-48B2-B23D-9B5AB48B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4659CC7E-8B27-4FBB-B2D8-50EFD9C9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6A89F145-1B55-4A92-9E9D-74CCB810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UK bank sort code and account number: Sort code: 68-84-96; Account number: 50000129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4B973655-11B0-44A6-91DF-ECB8CDAC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Isla Harris  |  Physical Address: Flat 57, 5851 Mill Cross Road, London, SW1A 2AA, United Kingdom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873FF8B4-0938-4601-AD7F-4023235A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B6434CF9-051E-4C45-BAC7-8D22CF8F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56C0271F-7438-4EAD-A557-D809B705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UK bank sort code and account number: Sort code: 69-87-03; Account number: 50000130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8A833D7D-4441-42AF-840D-DACF577D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Evie Thompson  |  Physical Address: Flat 58, 5888 Orchard Cross Road, Edinburgh, EH1 1YZ, United Kingdom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D5239FB0-B7DC-4E23-8E4B-0AFE12BB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100FB518-34E2-4917-A855-76F4D817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2972405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BBB49D1D-F381-4D54-A317-9F3D4309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FF777AE5-2396-47CF-8A01-E2A52DBD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325AAD25-7EDB-4A4F-8A16-5EEDAC1C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4271905E-167D-463E-B951-174E1596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UK bank sort code and account number: Sort code: 70-90-10; Account number: 50000131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CCCFEB92-9B4F-4476-BC83-26D9CFBE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Freya Jones  |  Physical Address: Flat 59, 5925 Station Cross Road, Cambridge, CB1 1BH, United Kingdom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21C96B4D-1F7F-404C-8240-8E64DAE4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ACDDE5BA-95AF-4E30-850D-533EB9F4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F70C2E95-D49D-49F1-8412-C068C4A5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UK bank sort code and account number: Sort code: 71-93-17; Account number: 50000132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19A419DF-F76B-4D69-816C-E890C466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Sophia Roberts  |  Physical Address: Flat 60, 5962 Victoria Cross Road, Cardiff, CF10 2HE, United Kingdom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690CE389-C136-4126-A80C-76BD2971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0BD6D415-4B05-48CC-A54E-66522E06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126D14B4-8B67-4951-92C9-5ADE69A7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UK bank sort code and account number: Sort code: 72-96-24; Account number: 50000133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A015EF66-D8AC-443A-A14D-FD939598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Isla Wilson  |  Physical Address: Flat 61, 5999 Abbey Gate Road, Sheffield, S1 2BJ, United Kingdom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A5709A71-6922-40FA-915D-9F27E2D1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974EEF5C-93A3-46B5-8B5C-F8AE305D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DD7BF7C5-1529-4797-8A3B-56D9409A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UK bank sort code and account number: Sort code: 73-99-31; Account number: 50000134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4E6D81C3-79BE-44CD-8840-4FECB53C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Evie Thomas  |  Physical Address: Flat 62, 6036 Bramble Gate Road, Leeds, LS1 4AP, United Kingdom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C12B2EB9-29CD-46B1-8182-EF0ACFEE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F2DFE7AE-13A8-4DB3-B733-EA681556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70013C0B-D3BE-45A7-BC4C-8723B66F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UK bank sort code and account number: Sort code: 74-02-38; Account number: 50000135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A070AF72-EB62-4BF6-ACBE-35C1C762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Thomas Patel  |  Physical Address: Flat 63, 6073 Cedar Gate Road, Leicester, LE1 5YP, United Kingdom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39376019-C52D-4266-9998-DA24ED4F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AC6482DD-0C80-4D35-8A88-6A4E02EE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1602412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882E3291-F5BB-4232-BA78-A9C5408C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C317F607-C308-4993-800B-6F5B4FC6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8D17B694-2B8C-46A8-8807-4BBA1E58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7215C8B3-E95C-46B5-890B-BA75BC2E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UK bank sort code and account number: Sort code: 75-05-45; Account number: 50000136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EC5117D0-B644-41C9-B75E-7462EDB1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Jack Harris  |  Physical Address: Flat 64, 6110 Church Gate Road, Birmingham, B1 1BB, United Kingdom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8B3D622F-AFB2-422F-93FF-148AE96B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55D9A904-989F-4A7A-9584-99B74ECE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744D1D2A-3BE6-4D8C-9D9D-944BE5D8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UK bank sort code and account number: Sort code: 76-08-52; Account number: 50000137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868BFFD9-188D-4A30-8E4D-DDF059BC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Oliver Evans  |  Physical Address: Flat 65, 6147 Crown Gate Road, Liverpool, L1 8JQ, United Kingdom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1EBB5EA1-08A2-4D2B-B0E7-1C3D64E7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7606617A-F2AE-4F8E-8400-1E1CFB25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BB0E63EE-858A-424F-83EA-54377AE2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UK bank sort code and account number: Sort code: 77-11-59; Account number: 50000138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9CB404BF-F515-4874-9496-2F5EBA85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James Jones  |  Physical Address: Flat 66, 6184 Elm Gate Road, Aberdeen, AB10 1AN, United Kingdom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28C50730-5999-4193-A8B8-34FC70CE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48944844-B07F-4C01-9F4C-5D7F7CF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77A47A08-CD86-408D-995C-E574E2C8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UK bank sort code and account number: Sort code: 78-14-66; Account number: 50000139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2C5CBD49-6626-4715-B2B2-A16210A0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Thomas Roberts  |  Physical Address: Flat 67, 6221 Hawthorn Gate Road, Bristol, BS1 4ST, United Kingdom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0C0D5695-BD7C-49A9-ABDE-EB82AA6E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39796118-9EB9-4B54-B072-3F49CB17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A6ED734A-4A91-4DE3-88DA-413A4F9C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UK bank sort code and account number: Sort code: 79-17-73; Account number: 50000140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1CC98FA9-5A54-4AD7-AD09-0E306291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Jack Wilson  |  Physical Address: Flat 68, 6258 Kingfisher Gate Road, Oxford, OX1 1AA, United Kingdom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0FABA134-EA83-4F2B-913F-9222F713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8735C121-B3C9-404F-B199-6092218D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5828522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00F21330-93B0-4E40-8374-5B5364DF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C5AABF2A-6029-4351-8590-C7D197C2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B43299F9-F017-4F57-8DA3-ECC5B839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3CED7ADA-ADB0-4496-B5A6-3524B695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UK bank sort code and account number: Sort code: 10-20-80; Account number: 50000141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B4108661-E877-4419-86DD-E1763D93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Oliver Clarke  |  Physical Address: Flat 69, 6295 Mill Gate Road, Glasgow, G1 2FF, United Kingdom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1F6BA5AC-4F3D-48D0-9307-8DBCA4B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A0C06BFF-816F-44AE-94C1-F0D1C43B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BEE2BA09-244D-45D1-9CCD-4F7A11CC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UK bank sort code and account number: Sort code: 11-23-87; Account number: 50000142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5CCD6027-134C-49F7-A395-14E907A0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James Patel  |  Physical Address: Flat 70, 6332 Orchard Gate Road, Newcastle, NE1 4LP, United Kingdom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53720ACA-3C83-439F-BF32-A1EA49BE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5ED9C395-1D28-463D-BF82-58CA6529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32F67726-AF12-49CF-9635-A0A872EA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UK bank sort code and account number: Sort code: 12-26-94; Account number: 50000143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1D47C81B-18C2-4145-88B9-512753A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Thomas Harris  |  Physical Address: Flat 71, 6369 Station Gate Road, Manchester, M1 2WD, United Kingdom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96F17BC4-8C68-4B4C-A949-24EC473F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4DF32F99-7790-4182-A5FC-F72CADE3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BC5B273C-CB4B-44BD-A175-8D9BF03A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UK bank sort code and account number: Sort code: 13-29-01; Account number: 50000144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FC3CDC63-39C2-4E69-9F14-EA8E5AD4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Jack Evans  |  Physical Address: Flat 72, 6406 Victoria Gate Road, Nottingham, NG1 2AS, United Kingdom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BA1F8401-ED26-459A-8787-75350110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18FB4279-4E54-4C8E-A2BB-82EC6EA2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1BE96249-6BE9-4956-ADF1-0E55FBFA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UK bank sort code and account number: Sort code: 14-32-08; Account number: 50000145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416F4457-BF13-4FD2-8DAE-6514E4E9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Oliver Taylor  |  Physical Address: Flat 1, 6443 Abbey Close Street, London, SW1A 2AA, United Kingdom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BBA69C89-363D-47A3-8B5E-283BE353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D12F67BB-53A4-4688-A0D4-70EE59CB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781097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366D2ED5-2B98-47F0-9880-94A2E72D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Bank Sort Code and Account Number Combinations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FA0ADDF8-815A-45C6-951A-F5ECF000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C694FE35-0191-4DFB-9B80-8BAE7F10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29B8F9ED-270F-46F2-A3FE-53EA13E1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UK bank sort code and account number: Sort code: 15-35-15; Account number: 50000146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08216A86-9360-40E6-AC32-6315A5E3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James Roberts  |  Physical Address: Flat 2, 6480 Bramble Close Street, Edinburgh, EH1 1YZ, United Kingdom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D4232BE1-C3AB-486C-96BD-2D5462F9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CB5E2C2C-75DE-40BA-B508-D83C4673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717F5CBB-0DB1-4CD6-8428-F619F82E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UK bank sort code and account number: Sort code: 16-38-22; Account number: 50000147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B56CC469-7376-42F2-8BF1-030A2F22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Thomas Wilson  |  Physical Address: Flat 3, 6517 Cedar Close Street, Cambridge, CB1 1BH, United Kingdom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97A2A832-A74A-42FC-BFBB-45451147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B2AC0FAE-BAC5-4C7C-8A28-8FA1DEAE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D6BB8705-3E37-4F07-91AB-D415FF2E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UK bank sort code and account number: Sort code: 17-41-29; Account number: 50000148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46D6FECB-E855-4E2D-9192-F367B7CD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Jack Clarke  |  Physical Address: Flat 4, 6554 Church Close Street, Cardiff, CF10 2HE, United Kingdom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F5D527D1-E9C0-424E-8220-54147B1C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25FDA201-87E8-4910-92C0-8AD66B79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4D18D0D4-55A6-44CC-A9B1-4D69A3E1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UK bank sort code and account number: Sort code: 18-44-36; Account number: 50000149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74569A7C-ADF3-44CF-8809-11361A51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Oliver Robinson  |  Physical Address: Flat 5, 6591 Crown Close Street, Sheffield, S1 2BJ, United Kingdom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2161C8D3-53F8-4537-9207-25B3135A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AF1379C5-59E6-4257-9EDA-4EEF2186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192F4B68-45FB-4739-9D41-DE18AE08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UK bank sort code and account number: Sort code: 19-47-43; Account number: 50000150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B0B2E560-A2C2-4826-A714-0DA3CF5F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James Harris  |  Physical Address: Flat 6, 6628 Elm Close Street, Leeds, LS1 4AP, United Kingdom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3B6930A0-7F3D-4408-8E38-701ACC76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bank account details; sort code and eight-digit account number; custom SIT test value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26B4B80C-6FF7-4E10-95BB-7C1F269B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combined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778282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2026-07-31T08:56:26.4270000Z</dcterms:created>
  <dcterms:modified xsi:type="dcterms:W3CDTF">2026-07-31T08:56:26.4270000Z</dcterms:modified>
</coreProperties>
</file>
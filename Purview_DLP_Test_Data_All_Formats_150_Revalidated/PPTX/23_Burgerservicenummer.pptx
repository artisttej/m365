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cc40b027f468c" /><Relationship Type="http://schemas.openxmlformats.org/officeDocument/2006/relationships/extended-properties" Target="/docProps/app.xml" Id="R6bc5b8d458f44f49" /><Relationship Type="http://schemas.openxmlformats.org/officeDocument/2006/relationships/officeDocument" Target="/ppt/presentation.xml" Id="R6a3aa2e54ca7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8920ac7ce4572"/>
  </p:sldMasterIdLst>
  <p:notesMasterIdLst>
    <p:notesMasterId xmlns:r="http://schemas.openxmlformats.org/officeDocument/2006/relationships" r:id="R73fc135f733842e0"/>
  </p:notesMasterIdLst>
  <p:sldIdLst>
    <p:sldId xmlns:r="http://schemas.openxmlformats.org/officeDocument/2006/relationships" id="256" r:id="R7a081dded2bf4be5"/>
    <p:sldId xmlns:r="http://schemas.openxmlformats.org/officeDocument/2006/relationships" id="257" r:id="R94a5c770b9fd4fc2"/>
    <p:sldId xmlns:r="http://schemas.openxmlformats.org/officeDocument/2006/relationships" id="258" r:id="R382f4326eca943b0"/>
    <p:sldId xmlns:r="http://schemas.openxmlformats.org/officeDocument/2006/relationships" id="259" r:id="R76b5111cacc24137"/>
    <p:sldId xmlns:r="http://schemas.openxmlformats.org/officeDocument/2006/relationships" id="260" r:id="R2dd0645428aa42e9"/>
    <p:sldId xmlns:r="http://schemas.openxmlformats.org/officeDocument/2006/relationships" id="261" r:id="Rcce802285c724ba2"/>
    <p:sldId xmlns:r="http://schemas.openxmlformats.org/officeDocument/2006/relationships" id="262" r:id="R48130aaa197a4488"/>
    <p:sldId xmlns:r="http://schemas.openxmlformats.org/officeDocument/2006/relationships" id="263" r:id="R63ead783cc4d42b8"/>
    <p:sldId xmlns:r="http://schemas.openxmlformats.org/officeDocument/2006/relationships" id="264" r:id="Re70ab7a3a5f34fbc"/>
    <p:sldId xmlns:r="http://schemas.openxmlformats.org/officeDocument/2006/relationships" id="265" r:id="R74155ca3dec34335"/>
    <p:sldId xmlns:r="http://schemas.openxmlformats.org/officeDocument/2006/relationships" id="266" r:id="R8dc6e1da128f41c5"/>
    <p:sldId xmlns:r="http://schemas.openxmlformats.org/officeDocument/2006/relationships" id="267" r:id="R8cc01e8986054b3a"/>
    <p:sldId xmlns:r="http://schemas.openxmlformats.org/officeDocument/2006/relationships" id="268" r:id="R9736afe86b854ec7"/>
    <p:sldId xmlns:r="http://schemas.openxmlformats.org/officeDocument/2006/relationships" id="269" r:id="R0e3b84ca7fba4c22"/>
    <p:sldId xmlns:r="http://schemas.openxmlformats.org/officeDocument/2006/relationships" id="270" r:id="R8b7dda7b8b084b8b"/>
    <p:sldId xmlns:r="http://schemas.openxmlformats.org/officeDocument/2006/relationships" id="271" r:id="R3811c45876484982"/>
    <p:sldId xmlns:r="http://schemas.openxmlformats.org/officeDocument/2006/relationships" id="272" r:id="Rb573f19631ae494b"/>
    <p:sldId xmlns:r="http://schemas.openxmlformats.org/officeDocument/2006/relationships" id="273" r:id="R80556d7335874069"/>
    <p:sldId xmlns:r="http://schemas.openxmlformats.org/officeDocument/2006/relationships" id="274" r:id="R3b4fac147a9b4358"/>
    <p:sldId xmlns:r="http://schemas.openxmlformats.org/officeDocument/2006/relationships" id="275" r:id="Rc841afb3cb67441b"/>
    <p:sldId xmlns:r="http://schemas.openxmlformats.org/officeDocument/2006/relationships" id="276" r:id="R369257da2db04f3f"/>
    <p:sldId xmlns:r="http://schemas.openxmlformats.org/officeDocument/2006/relationships" id="277" r:id="R565087e93d394a52"/>
    <p:sldId xmlns:r="http://schemas.openxmlformats.org/officeDocument/2006/relationships" id="278" r:id="R8b3e0d51ebee4f13"/>
    <p:sldId xmlns:r="http://schemas.openxmlformats.org/officeDocument/2006/relationships" id="279" r:id="Rfb785a713ac44e0e"/>
    <p:sldId xmlns:r="http://schemas.openxmlformats.org/officeDocument/2006/relationships" id="280" r:id="Ra45964ba7fc3480a"/>
    <p:sldId xmlns:r="http://schemas.openxmlformats.org/officeDocument/2006/relationships" id="281" r:id="R475e0a40773d452c"/>
    <p:sldId xmlns:r="http://schemas.openxmlformats.org/officeDocument/2006/relationships" id="282" r:id="R9b99971d4d8d4598"/>
    <p:sldId xmlns:r="http://schemas.openxmlformats.org/officeDocument/2006/relationships" id="283" r:id="Rbca3067b7e60451b"/>
    <p:sldId xmlns:r="http://schemas.openxmlformats.org/officeDocument/2006/relationships" id="284" r:id="R264676f315a94e25"/>
    <p:sldId xmlns:r="http://schemas.openxmlformats.org/officeDocument/2006/relationships" id="285" r:id="Re4c348a8386347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109849d2c54bf0" /><Relationship Type="http://schemas.openxmlformats.org/officeDocument/2006/relationships/slideMaster" Target="/ppt/slideMasters/slideMaster1.xml" Id="Rc298920ac7ce4572" /><Relationship Type="http://schemas.openxmlformats.org/officeDocument/2006/relationships/notesMaster" Target="/ppt/notesMasters/notesMaster1.xml" Id="R73fc135f733842e0" /><Relationship Type="http://schemas.openxmlformats.org/officeDocument/2006/relationships/presProps" Target="/ppt/presProps.xml" Id="R7a62521f97ed4157" /><Relationship Type="http://schemas.openxmlformats.org/officeDocument/2006/relationships/tableStyles" Target="/ppt/tableStyles.xml" Id="R7dc62729618348a4" /><Relationship Type="http://schemas.openxmlformats.org/officeDocument/2006/relationships/slide" Target="/ppt/slides/slide1.xml" Id="R7a081dded2bf4be5" /><Relationship Type="http://schemas.openxmlformats.org/officeDocument/2006/relationships/slide" Target="/ppt/slides/slide2.xml" Id="R94a5c770b9fd4fc2" /><Relationship Type="http://schemas.openxmlformats.org/officeDocument/2006/relationships/slide" Target="/ppt/slides/slide3.xml" Id="R382f4326eca943b0" /><Relationship Type="http://schemas.openxmlformats.org/officeDocument/2006/relationships/slide" Target="/ppt/slides/slide4.xml" Id="R76b5111cacc24137" /><Relationship Type="http://schemas.openxmlformats.org/officeDocument/2006/relationships/slide" Target="/ppt/slides/slide5.xml" Id="R2dd0645428aa42e9" /><Relationship Type="http://schemas.openxmlformats.org/officeDocument/2006/relationships/slide" Target="/ppt/slides/slide6.xml" Id="Rcce802285c724ba2" /><Relationship Type="http://schemas.openxmlformats.org/officeDocument/2006/relationships/slide" Target="/ppt/slides/slide7.xml" Id="R48130aaa197a4488" /><Relationship Type="http://schemas.openxmlformats.org/officeDocument/2006/relationships/slide" Target="/ppt/slides/slide8.xml" Id="R63ead783cc4d42b8" /><Relationship Type="http://schemas.openxmlformats.org/officeDocument/2006/relationships/slide" Target="/ppt/slides/slide9.xml" Id="Re70ab7a3a5f34fbc" /><Relationship Type="http://schemas.openxmlformats.org/officeDocument/2006/relationships/slide" Target="/ppt/slides/slide10.xml" Id="R74155ca3dec34335" /><Relationship Type="http://schemas.openxmlformats.org/officeDocument/2006/relationships/slide" Target="/ppt/slides/slide11.xml" Id="R8dc6e1da128f41c5" /><Relationship Type="http://schemas.openxmlformats.org/officeDocument/2006/relationships/slide" Target="/ppt/slides/slide12.xml" Id="R8cc01e8986054b3a" /><Relationship Type="http://schemas.openxmlformats.org/officeDocument/2006/relationships/slide" Target="/ppt/slides/slide13.xml" Id="R9736afe86b854ec7" /><Relationship Type="http://schemas.openxmlformats.org/officeDocument/2006/relationships/slide" Target="/ppt/slides/slide14.xml" Id="R0e3b84ca7fba4c22" /><Relationship Type="http://schemas.openxmlformats.org/officeDocument/2006/relationships/slide" Target="/ppt/slides/slide15.xml" Id="R8b7dda7b8b084b8b" /><Relationship Type="http://schemas.openxmlformats.org/officeDocument/2006/relationships/slide" Target="/ppt/slides/slide16.xml" Id="R3811c45876484982" /><Relationship Type="http://schemas.openxmlformats.org/officeDocument/2006/relationships/slide" Target="/ppt/slides/slide17.xml" Id="Rb573f19631ae494b" /><Relationship Type="http://schemas.openxmlformats.org/officeDocument/2006/relationships/slide" Target="/ppt/slides/slide18.xml" Id="R80556d7335874069" /><Relationship Type="http://schemas.openxmlformats.org/officeDocument/2006/relationships/slide" Target="/ppt/slides/slide19.xml" Id="R3b4fac147a9b4358" /><Relationship Type="http://schemas.openxmlformats.org/officeDocument/2006/relationships/slide" Target="/ppt/slides/slide20.xml" Id="Rc841afb3cb67441b" /><Relationship Type="http://schemas.openxmlformats.org/officeDocument/2006/relationships/slide" Target="/ppt/slides/slide21.xml" Id="R369257da2db04f3f" /><Relationship Type="http://schemas.openxmlformats.org/officeDocument/2006/relationships/slide" Target="/ppt/slides/slide22.xml" Id="R565087e93d394a52" /><Relationship Type="http://schemas.openxmlformats.org/officeDocument/2006/relationships/slide" Target="/ppt/slides/slide23.xml" Id="R8b3e0d51ebee4f13" /><Relationship Type="http://schemas.openxmlformats.org/officeDocument/2006/relationships/slide" Target="/ppt/slides/slide24.xml" Id="Rfb785a713ac44e0e" /><Relationship Type="http://schemas.openxmlformats.org/officeDocument/2006/relationships/slide" Target="/ppt/slides/slide25.xml" Id="Ra45964ba7fc3480a" /><Relationship Type="http://schemas.openxmlformats.org/officeDocument/2006/relationships/slide" Target="/ppt/slides/slide26.xml" Id="R475e0a40773d452c" /><Relationship Type="http://schemas.openxmlformats.org/officeDocument/2006/relationships/slide" Target="/ppt/slides/slide27.xml" Id="R9b99971d4d8d4598" /><Relationship Type="http://schemas.openxmlformats.org/officeDocument/2006/relationships/slide" Target="/ppt/slides/slide28.xml" Id="Rbca3067b7e60451b" /><Relationship Type="http://schemas.openxmlformats.org/officeDocument/2006/relationships/slide" Target="/ppt/slides/slide29.xml" Id="R264676f315a94e25" /><Relationship Type="http://schemas.openxmlformats.org/officeDocument/2006/relationships/slide" Target="/ppt/slides/slide30.xml" Id="Re4c348a83863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be8e5dced0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9e389eb3bd4e55" /><Relationship Type="http://schemas.openxmlformats.org/officeDocument/2006/relationships/notesMaster" Target="/ppt/notesMasters/notesMaster1.xml" Id="Ree8dd01399314d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ffeb379bfc4812" /><Relationship Type="http://schemas.openxmlformats.org/officeDocument/2006/relationships/notesMaster" Target="/ppt/notesMasters/notesMaster1.xml" Id="R48dcb0d797ab4a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0a2377d80409b" /><Relationship Type="http://schemas.openxmlformats.org/officeDocument/2006/relationships/notesMaster" Target="/ppt/notesMasters/notesMaster1.xml" Id="Rb0f096651ec749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2f6cff5b24bfb" /><Relationship Type="http://schemas.openxmlformats.org/officeDocument/2006/relationships/notesMaster" Target="/ppt/notesMasters/notesMaster1.xml" Id="Rfe88e512c3ef42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ca08b588814c11" /><Relationship Type="http://schemas.openxmlformats.org/officeDocument/2006/relationships/notesMaster" Target="/ppt/notesMasters/notesMaster1.xml" Id="Re5d860a21dbe4a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1723acedad44d1" /><Relationship Type="http://schemas.openxmlformats.org/officeDocument/2006/relationships/notesMaster" Target="/ppt/notesMasters/notesMaster1.xml" Id="Rdea4ec65ba6c40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90f4f9e4aa49c4" /><Relationship Type="http://schemas.openxmlformats.org/officeDocument/2006/relationships/notesMaster" Target="/ppt/notesMasters/notesMaster1.xml" Id="R921002ac577045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f69cf9e8624a5b" /><Relationship Type="http://schemas.openxmlformats.org/officeDocument/2006/relationships/notesMaster" Target="/ppt/notesMasters/notesMaster1.xml" Id="R24e6574802f74b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0a76e12c404c03" /><Relationship Type="http://schemas.openxmlformats.org/officeDocument/2006/relationships/notesMaster" Target="/ppt/notesMasters/notesMaster1.xml" Id="R54c2edcea76b44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d3eea5c4c4488d" /><Relationship Type="http://schemas.openxmlformats.org/officeDocument/2006/relationships/notesMaster" Target="/ppt/notesMasters/notesMaster1.xml" Id="Rb9a257b587804a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ddba6ea25f4e71" /><Relationship Type="http://schemas.openxmlformats.org/officeDocument/2006/relationships/notesMaster" Target="/ppt/notesMasters/notesMaster1.xml" Id="Rdbc69edbd7bc4a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e52350a64d453a" /><Relationship Type="http://schemas.openxmlformats.org/officeDocument/2006/relationships/notesMaster" Target="/ppt/notesMasters/notesMaster1.xml" Id="R69acbf7325fd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683ac9c61e48b5" /><Relationship Type="http://schemas.openxmlformats.org/officeDocument/2006/relationships/notesMaster" Target="/ppt/notesMasters/notesMaster1.xml" Id="R9f23c4b5eece4a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ac94a5bcea4c17" /><Relationship Type="http://schemas.openxmlformats.org/officeDocument/2006/relationships/notesMaster" Target="/ppt/notesMasters/notesMaster1.xml" Id="Rec012d1e562148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23584472cc4e43" /><Relationship Type="http://schemas.openxmlformats.org/officeDocument/2006/relationships/notesMaster" Target="/ppt/notesMasters/notesMaster1.xml" Id="R4ea99f6d192143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aab7fa9a72420c" /><Relationship Type="http://schemas.openxmlformats.org/officeDocument/2006/relationships/notesMaster" Target="/ppt/notesMasters/notesMaster1.xml" Id="R74d352c051b04e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c97270da424f5d" /><Relationship Type="http://schemas.openxmlformats.org/officeDocument/2006/relationships/notesMaster" Target="/ppt/notesMasters/notesMaster1.xml" Id="Rf9ea4ba50ee24e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79df5066cf4e35" /><Relationship Type="http://schemas.openxmlformats.org/officeDocument/2006/relationships/notesMaster" Target="/ppt/notesMasters/notesMaster1.xml" Id="R969c9079dbd941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42f82031bf4523" /><Relationship Type="http://schemas.openxmlformats.org/officeDocument/2006/relationships/notesMaster" Target="/ppt/notesMasters/notesMaster1.xml" Id="R2faa4cb523c94c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00c3ffcdeb439b" /><Relationship Type="http://schemas.openxmlformats.org/officeDocument/2006/relationships/notesMaster" Target="/ppt/notesMasters/notesMaster1.xml" Id="Re1f28e3db97040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acb30da1664fd2" /><Relationship Type="http://schemas.openxmlformats.org/officeDocument/2006/relationships/notesMaster" Target="/ppt/notesMasters/notesMaster1.xml" Id="Rf0c7a7c6d32a40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c500100cf0436e" /><Relationship Type="http://schemas.openxmlformats.org/officeDocument/2006/relationships/notesMaster" Target="/ppt/notesMasters/notesMaster1.xml" Id="R4d1201584b3d4d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3659324aad4e85" /><Relationship Type="http://schemas.openxmlformats.org/officeDocument/2006/relationships/notesMaster" Target="/ppt/notesMasters/notesMaster1.xml" Id="R69877bddf02141c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0fe5055e7841b4" /><Relationship Type="http://schemas.openxmlformats.org/officeDocument/2006/relationships/notesMaster" Target="/ppt/notesMasters/notesMaster1.xml" Id="R2b94681b31ee468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42c70aed83413b" /><Relationship Type="http://schemas.openxmlformats.org/officeDocument/2006/relationships/notesMaster" Target="/ppt/notesMasters/notesMaster1.xml" Id="R9be21d74d76040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dfef5b62824631" /><Relationship Type="http://schemas.openxmlformats.org/officeDocument/2006/relationships/notesMaster" Target="/ppt/notesMasters/notesMaster1.xml" Id="R590c7a1690f64d3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daedeae4dd14fa2" /><Relationship Type="http://schemas.openxmlformats.org/officeDocument/2006/relationships/notesMaster" Target="/ppt/notesMasters/notesMaster1.xml" Id="R2b68bf790ac647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5455e6571ea4a8b" /><Relationship Type="http://schemas.openxmlformats.org/officeDocument/2006/relationships/notesMaster" Target="/ppt/notesMasters/notesMaster1.xml" Id="Ra125e67f0fcb4e9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3e8132f3c6455a" /><Relationship Type="http://schemas.openxmlformats.org/officeDocument/2006/relationships/notesMaster" Target="/ppt/notesMasters/notesMaster1.xml" Id="R425976aab4e944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160e0b09d246e0" /><Relationship Type="http://schemas.openxmlformats.org/officeDocument/2006/relationships/notesMaster" Target="/ppt/notesMasters/notesMaster1.xml" Id="R00e13ba00f06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https://learn.microsoft.com/en-us/purview/sit-defn-netherlands-citizens-service-number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cde73ac4a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f07798bffe4064" /><Relationship Type="http://schemas.openxmlformats.org/officeDocument/2006/relationships/slideLayout" Target="/ppt/slideLayouts/slideLayout1.xml" Id="Rfa9e21ffb4bc4c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e21ffb4bc4c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22233755f4a03" /><Relationship Type="http://schemas.openxmlformats.org/officeDocument/2006/relationships/notesSlide" Target="/ppt/notesSlides/notesSlide1.xml" Id="R2db257a4730b40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7abe6614f45ab" /><Relationship Type="http://schemas.openxmlformats.org/officeDocument/2006/relationships/notesSlide" Target="/ppt/notesSlides/notesSlide2.xml" Id="R9c468738e21743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9bed6782f4350" /><Relationship Type="http://schemas.openxmlformats.org/officeDocument/2006/relationships/notesSlide" Target="/ppt/notesSlides/notesSlide3.xml" Id="R00f5d4e56caa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4e0a1031d488e" /><Relationship Type="http://schemas.openxmlformats.org/officeDocument/2006/relationships/notesSlide" Target="/ppt/notesSlides/notesSlide4.xml" Id="Rc8866b85c5b84b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819a038c4d34" /><Relationship Type="http://schemas.openxmlformats.org/officeDocument/2006/relationships/notesSlide" Target="/ppt/notesSlides/notesSlide5.xml" Id="Rd4799e45632548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871a2cbb4d4a" /><Relationship Type="http://schemas.openxmlformats.org/officeDocument/2006/relationships/notesSlide" Target="/ppt/notesSlides/notesSlide6.xml" Id="Ra53c683b731948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6355c006944a9" /><Relationship Type="http://schemas.openxmlformats.org/officeDocument/2006/relationships/notesSlide" Target="/ppt/notesSlides/notesSlide7.xml" Id="R01c91667a7e248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01e397114454c" /><Relationship Type="http://schemas.openxmlformats.org/officeDocument/2006/relationships/notesSlide" Target="/ppt/notesSlides/notesSlide8.xml" Id="R9bc45ed3811240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1cb124f5847ce" /><Relationship Type="http://schemas.openxmlformats.org/officeDocument/2006/relationships/notesSlide" Target="/ppt/notesSlides/notesSlide9.xml" Id="R3d2c39353afa43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11c3419bc41bd" /><Relationship Type="http://schemas.openxmlformats.org/officeDocument/2006/relationships/notesSlide" Target="/ppt/notesSlides/notesSlide10.xml" Id="Ref712ae7672040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c2e7ba8e84457" /><Relationship Type="http://schemas.openxmlformats.org/officeDocument/2006/relationships/notesSlide" Target="/ppt/notesSlides/notesSlide11.xml" Id="Rd1e86b586e7d48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cf7d1c43241e2" /><Relationship Type="http://schemas.openxmlformats.org/officeDocument/2006/relationships/notesSlide" Target="/ppt/notesSlides/notesSlide12.xml" Id="R657e4f61b7fa4e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bd3f419674e65" /><Relationship Type="http://schemas.openxmlformats.org/officeDocument/2006/relationships/notesSlide" Target="/ppt/notesSlides/notesSlide13.xml" Id="R64a7cc7671a04a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3e968c1e84265" /><Relationship Type="http://schemas.openxmlformats.org/officeDocument/2006/relationships/notesSlide" Target="/ppt/notesSlides/notesSlide14.xml" Id="Rf8526e21a67047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5626660224e5f" /><Relationship Type="http://schemas.openxmlformats.org/officeDocument/2006/relationships/notesSlide" Target="/ppt/notesSlides/notesSlide15.xml" Id="R57f9212d456244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a2e16e5d94792" /><Relationship Type="http://schemas.openxmlformats.org/officeDocument/2006/relationships/notesSlide" Target="/ppt/notesSlides/notesSlide16.xml" Id="R927b6c131f8c42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710882564c6d" /><Relationship Type="http://schemas.openxmlformats.org/officeDocument/2006/relationships/notesSlide" Target="/ppt/notesSlides/notesSlide17.xml" Id="R1e8a4c7776024a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f228718764723" /><Relationship Type="http://schemas.openxmlformats.org/officeDocument/2006/relationships/notesSlide" Target="/ppt/notesSlides/notesSlide18.xml" Id="R2b8030c959d949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6dc790cb64191" /><Relationship Type="http://schemas.openxmlformats.org/officeDocument/2006/relationships/notesSlide" Target="/ppt/notesSlides/notesSlide19.xml" Id="R014f0421825b4d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6730ab7464747" /><Relationship Type="http://schemas.openxmlformats.org/officeDocument/2006/relationships/notesSlide" Target="/ppt/notesSlides/notesSlide20.xml" Id="R9ff4d5e5dd9e44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72a3c47404fc4" /><Relationship Type="http://schemas.openxmlformats.org/officeDocument/2006/relationships/notesSlide" Target="/ppt/notesSlides/notesSlide21.xml" Id="R2e36a1b07d1e4b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c83ae837c468d" /><Relationship Type="http://schemas.openxmlformats.org/officeDocument/2006/relationships/notesSlide" Target="/ppt/notesSlides/notesSlide22.xml" Id="R2cba9080de234d9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af016da74564" /><Relationship Type="http://schemas.openxmlformats.org/officeDocument/2006/relationships/notesSlide" Target="/ppt/notesSlides/notesSlide23.xml" Id="Rdc649fb5c9c149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2c76f881d472f" /><Relationship Type="http://schemas.openxmlformats.org/officeDocument/2006/relationships/notesSlide" Target="/ppt/notesSlides/notesSlide24.xml" Id="R52892236dd0d42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8e2767e58481a" /><Relationship Type="http://schemas.openxmlformats.org/officeDocument/2006/relationships/notesSlide" Target="/ppt/notesSlides/notesSlide25.xml" Id="Rf3ded8e7e1bd410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fc4425861444c" /><Relationship Type="http://schemas.openxmlformats.org/officeDocument/2006/relationships/notesSlide" Target="/ppt/notesSlides/notesSlide26.xml" Id="R4b9f123217d840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b27639746459a" /><Relationship Type="http://schemas.openxmlformats.org/officeDocument/2006/relationships/notesSlide" Target="/ppt/notesSlides/notesSlide27.xml" Id="R3e1ad34f988c4d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efc0114d64d33" /><Relationship Type="http://schemas.openxmlformats.org/officeDocument/2006/relationships/notesSlide" Target="/ppt/notesSlides/notesSlide28.xml" Id="R4ea470133b814f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e13e533d4800" /><Relationship Type="http://schemas.openxmlformats.org/officeDocument/2006/relationships/notesSlide" Target="/ppt/notesSlides/notesSlide29.xml" Id="Rc9f21af4de3e4b2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3fd0f21d444f3" /><Relationship Type="http://schemas.openxmlformats.org/officeDocument/2006/relationships/notesSlide" Target="/ppt/notesSlides/notesSlide30.xml" Id="R5390bf5a7abf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F2A191AE-A7F7-4550-8559-1F27EF9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7BFADF79-3205-4C04-839C-AD088CA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1795DCE3-2921-4604-A912-10C9D928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D319D689-7D75-4EA5-93D5-D8AA1001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Burgerservicenummer (BSN): 200 000 007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E06BD87E-505C-4456-887E-C07822BE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Tess Liam Bos  |  Physical Address: AcaciaBergstraat 1024, 1012 JS Amsterdam, Nederland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68878725-EA00-4ACD-AC42-A68A5629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641BD699-3643-4CE7-A19D-93C92996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7E64F2FC-A37F-4E7C-AC4F-7F8796C7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Burgerservicenummer (BSN): 200 000 019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27725963-9F41-4A48-9F11-2A326038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Thomas de Vries  |  Physical Address: BeukenBergstraat 1061, 2311 AA Leiden, Nederland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E7609EA8-ABA8-4564-9360-3EDBD38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E0C3B9CC-0384-492A-B616-FBBBEA91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7997663E-52CC-4873-8CB1-D3D99F5F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Burgerservicenummer (BSN): 200 000 020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AC90B8AF-86A5-490B-B108-9A705686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Bram Hendriks  |  Physical Address: BoterbloemBergstraat 1098, 3511 AA Utrecht, Nederland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F1927F8B-379D-4247-94A1-D9EFB10F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31438C7A-CBCD-46D7-8559-C3C57D58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23E34AC8-1BD9-4339-BB74-58692B4A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Burgerservicenummer (BSN): 200 000 032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DC809FA4-8FD4-450C-8FFF-807747F8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Finn Janssen  |  Physical Address: DennenBergstraat 1135, 2011 AA Haarlem, Nederland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8024FEF1-96BB-4C8B-8EC0-439478CB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6D0048D4-5B3A-4C69-917E-BA0C6305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B4024603-F0CC-4E03-AA66-860E20EB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Burgerservicenummer (BSN): 200 000 044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AE70FB0F-D7D1-44B8-98D6-5D355F4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Julia Liam de Wit  |  Physical Address: ElzenBergstraat 1172, 5611 AA Eindhoven, Nederland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E62DE540-A3E8-4BEE-8A1D-3FE1B8CA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F4EE008E-D6C5-48BB-B546-29A3B421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71083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724F185F-35D4-44C8-A346-AD4CD149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BFDB4063-96F6-4307-85BD-94506D8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F49F8A7A-BF57-480E-9AF1-A147D119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82012F50-2931-4C2C-BF7B-296DEDB5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Burgerservicenummer (BSN): 200 000 056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D544DFFA-A0DF-4827-BE34-5029C57F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Thomas Meijer  |  Physical Address: GoudenBergstraat 1209, 4811 AA Breda, Nederland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48833BAF-4FDC-4C25-8FD1-4CB8953F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2EE0565E-5353-420D-B0A0-6830956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B7CC7738-161B-49F6-B41C-FD5F36F8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Burgerservicenummer (BSN): 200 000 068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E9213618-E097-4E4D-BF42-1F636999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Bram de Graaf  |  Physical Address: KastanjeBergstraat 1246, 6211 AA Maastricht, Nederland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60A2FC66-1FB9-4175-98CB-49A270F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9B3ED5BC-7FCC-41DC-A112-07EB209F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F0397AC4-A47B-4E1C-A2C1-3EF5E20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Burgerservicenummer (BSN): 200 001 577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C3EE5DCE-5E74-4961-9E23-04061D1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 Anna Bos  |  Physical Address: LindenBergstraat 1283, 3011 AA Rotterdam, Nederland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25780D15-4D12-4DF3-B47D-EF29EFF8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73344ADF-7B2B-4175-82B3-65BC8EAB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99FBAC96-AE39-49A1-8914-F2419715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Burgerservicenummer (BSN): 200 000 081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C5A3B878-EA15-4E1B-9368-CC08485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Sanne Julia van den Berg  |  Physical Address: MolenBergstraat 1320, 2611 AA Delft, Nederland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5C3F49EF-DE5A-4819-A276-CA46669B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0BBE5DE3-F001-4D6D-9F8E-991178C4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EA75B23A-E5AE-47D5-AA42-805D0893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Burgerservicenummer (BSN): 200 000 093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A6D9DEC9-4232-4C32-8F61-6B77AD2B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Fleur Hendriks  |  Physical Address: ParkBergstraat 1357, 2511 AA Den Haag, Nederland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49E23051-34EF-4FE6-8B50-E872A815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6706FE17-4DAA-4CD8-B327-D6FAEA4B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66121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8CDB7D62-E0B9-48FB-A959-6682E493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F0564F86-7444-4E55-BCC4-FF7BEB2F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6766F8E5-8682-47A3-9FF7-20F71CB8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734D3D0B-5AA4-4038-A8D5-AC65C3B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Burgerservicenummer (BSN): 200 001 607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38AC426C-972F-436F-8F5F-1A28308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Fleur Eva Janssen  |  Physical Address: RivierBergstraat 1394, 6811 AA Arnhem, Nederland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19852C69-A128-465D-8851-DA050D32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8AE5B21D-A210-4677-A0DB-349F7A00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73D40054-4626-4E0A-AA69-6F42FF73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Burgerservicenummer (BSN): 200 000 111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11CBAB7E-A449-4CD1-87BE-58921F74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Jesse Anna de Wit  |  Physical Address: WilgenBergstraat 1431, 9711 AA Groningen, Nederland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1F9F0365-84F7-4691-B7C2-3F606C0D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A28F2799-13FC-4CA2-AC0A-4426FC3B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CE39525C-94A9-4C33-81B1-89B5FA4F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Burgerservicenummer (BSN): 200 000 123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30467FB5-F174-4DB8-810A-5C189F50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Lotte Julia de Boer  |  Physical Address: AcaciaBloemstraat 1468, 1012 JS Amsterdam, Nederland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B11DE49F-C273-4EB3-AC9A-35F34198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46CF8E6C-B807-4620-A624-4563ED14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B33BE9B0-FE7E-4672-B6C0-9FF807B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Burgerservicenummer (BSN): 200 000 135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3B28DA1F-882A-4DCD-87DB-903BDFCB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Mees Fleur de Graaf  |  Physical Address: BeukenBloemstraat 1505, 2311 AA Leiden, Nederland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263B374E-2F3D-4F89-A3F5-3DE0B47D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0B8B415F-391C-429A-9E6A-5CC38B54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D39547AD-9D91-4F99-A04A-8163BEB9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Burgerservicenummer (BSN): 200 000 147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FA50008C-D82A-48FA-8E69-2A2726A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Eva Bos  |  Physical Address: BoterbloemBloemstraat 1542, 3511 AA Utrecht, Nederland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CFE183C0-0E18-4D39-A351-DDEB5D01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66F442FE-BDAE-4A63-B5AC-D2C44429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00091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6BF32EE2-9385-40E8-9017-818E783F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5E56F659-B364-48DE-87A5-3061426B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1088A65E-90BE-4B6E-936D-268765B2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B36054EE-1DB2-477C-A11C-CBA06AB9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Burgerservicenummer (BSN): 200 000 159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4A615D71-3FC3-4D0A-8253-DC9DB249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Bram Anna van den Berg  |  Physical Address: DennenBloemstraat 1579, 2011 AA Haarlem, Nederland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C649A575-A874-4B82-9BB9-1527639A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B5743EBF-C971-4152-B936-2CB1EDE7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6C04860F-F168-46AC-9811-93C0228A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Burgerservicenummer (BSN): 200 000 160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09027CD4-7DB4-4F6A-A60D-F608207F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Eva Julia van Leeuwen  |  Physical Address: ElzenBloemstraat 1616, 5611 AA Eindhoven, Nederland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9269370F-4623-4FEC-A1C2-12652AB7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5DF6AAF5-97A9-46D1-9B0A-850EA3B0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76CDE5B1-00A9-4C05-B9CE-829B0485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Burgerservicenummer (BSN): 200 000 172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32C2DD9B-76CA-41BB-A278-1E0E1626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Sem Fleur Janssen  |  Physical Address: GoudenBloemstraat 1653, 4811 AA Breda, Nederland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CF0E9042-C61F-4D17-A462-ED4F87A1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8EB1C11E-77F2-4A2D-A0EC-FD4F055C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876BD7AC-9C09-413E-9CC3-20F7B907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Burgerservicenummer (BSN): 200 000 184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121F6892-D198-4F29-9CE4-2020668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Eva de Wit  |  Physical Address: KastanjeBloemstraat 1690, 6211 AA Maastricht, Nederland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2E4C61B0-AF5A-4978-9980-B557365D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D5D11423-726F-4730-B29A-21D167A4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57A8E097-F586-4AB6-863E-692CE205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Burgerservicenummer (BSN): 200 000 196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24C04CAD-DB11-451C-A926-16AB9117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Levi Anna de Boer  |  Physical Address: LindenBloemstraat 1727, 3011 AA Rotterdam, Nederland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270D1D5E-35FC-4544-B686-D1CA1957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77C36E93-67F0-43EC-A061-A479163F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923038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25F714AE-B31F-445B-B384-19271507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682AB078-7519-42BA-ABE5-14892B1D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9807DEA3-C9FC-4BBB-95E5-6A7C21F5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466DE3A6-34AE-40ED-A496-0CD00FA2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Burgerservicenummer (BSN): 200 000 202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1F48215A-5CED-483D-B576-6104B829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Mila Julia de Jong  |  Physical Address: MolenBloemstraat 1764, 2611 AA Delft, Nederland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0DEEE767-2096-4EAF-85AD-422C5DC8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3FB8C83D-4DD7-411B-A559-71A97AB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15BA5D5D-7007-4B01-B4FE-7A3FD6E6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Burgerservicenummer (BSN): 200 000 214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BB019705-5D02-4285-BCDB-E1B4F7C1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Finn Fleur Bos  |  Physical Address: ParkBloemstraat 1801, 2511 AA Den Haag, Nederland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F9D642F4-5739-4AC4-8A58-CFB21353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8623506B-36C4-476C-8D02-64493DD9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90BCC99E-10D0-4B31-A1CE-AD611FE7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Burgerservicenummer (BSN): 200 000 226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A1692CD6-3F9D-4091-BE13-9A5901E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Anna Eva van den Berg  |  Physical Address: RivierBloemstraat 1838, 6811 AA Arnhem, Nederland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165A3CF5-A4A8-4288-98B5-98A1251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8B8D58FA-30C5-4885-9F64-271C8655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9EE668B9-BA4B-4BEC-A77E-9592D7CF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Burgerservicenummer (BSN): 200 000 238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5AAC9AFF-F0F0-4C72-BD29-C569D0F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Daan Anna van Leeuwen  |  Physical Address: WilgenBloemstraat 1875, 9711 AA Groningen, Nederland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3EC079B2-5250-40B3-8488-A5422142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B2C963EA-AB58-491D-9CCF-A40FC06E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4D73424D-C2BA-44FA-B0D5-BD835F1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Burgerservicenummer (BSN): 200 001 747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60F5AB88-4340-4AD8-BE15-36F5060C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Tess Julia Visser  |  Physical Address: AcaciaBosstraat 1912, 1012 JS Amsterdam, Nederland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A81038BE-1B2A-45E7-A92A-71740953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ACF3C66B-BDB8-400F-A702-1B083FC2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51199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6E575DA1-DE1C-4472-8215-E58D82F2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60A9F36D-FE93-449B-94A2-215AF931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465A4D29-70FE-4DD5-91BE-013E7E1A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B384A572-7D31-4545-9564-7B98724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Burgerservicenummer (BSN): 200 000 251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EFA4BDA0-2601-4723-A0AD-FD7C4892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Fleur de Wit  |  Physical Address: BeukenBosstraat 1949, 2311 AA Leiden, Nederland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1FF94CD1-EC7D-4B63-B036-D17C853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6BDCD936-8A24-4D26-B5F3-7E5BABDA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2074F4B9-5ADD-49BA-A099-680CB529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Burgerservicenummer (BSN): 200 000 263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B311CC9E-345A-479E-A988-03EAB7FE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Eva de Boer  |  Physical Address: BoterbloemBosstraat 1986, 3511 AA Utrecht, Nederland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51C0206D-18D2-43A0-8619-0DE6F458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460D183F-79FC-43E8-9E12-8A06FAA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4150C880-436E-4CB6-B775-20B988FE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Burgerservicenummer (BSN): 200 000 275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98D8C9FC-02B8-422A-92D6-7212D6AF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Anna de Jong  |  Physical Address: DennenBosstraat 2023, 2011 AA Haarlem, Nederland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1D7098CD-3AD4-4577-8938-F48CCFB1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D506656A-4F69-4CC6-9103-CBBEDB3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7A275A6D-8C1D-40F5-9D3C-4B164A15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Burgerservicenummer (BSN): 200 000 287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B56C16E6-5874-4E1F-B51D-F3C5D970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Julia Finn Vos  |  Physical Address: ElzenBosstraat 2060, 5611 AA Eindhoven, Nederland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72B89389-27D1-463A-883C-C91A56BA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934685F6-933E-4A7B-8388-E20F5DB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77ABEBA2-23EA-4C6B-AE12-5A098C54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Burgerservicenummer (BSN): 200 000 299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957FED94-9675-4884-8F99-6A196A1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Fleur van den Berg  |  Physical Address: GoudenBosstraat 2097, 4811 AA Breda, Nederland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47FE2E2F-9C32-4AC5-BAC9-4C37B593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9AEA0E8B-245D-4FF6-B045-380A4F51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76271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5AB910E1-CD2B-47AB-9682-D750DD36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9433E122-481B-4F84-BA83-C7C1CCC6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73A0ECAB-E574-47BC-BC0E-7FB2647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802C4CBF-00BD-4605-B868-AA404C76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Burgerservicenummer (BSN): 200 000 305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D605E97A-677B-4A72-B273-53AB91E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Eva van Leeuwen  |  Physical Address: KastanjeBosstraat 2134, 6211 AA Maastricht, Nederland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F9F2E4CF-B703-4C67-96C3-58D5CDEC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9607F9D8-A0CD-438C-8904-E3D97665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CC0E8655-3B73-455C-9AF5-7FAE5579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Burgerservicenummer (BSN): 200 000 317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406783FC-8A69-436F-B983-EDC33109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 Daan Visser  |  Physical Address: LindenBosstraat 2171, 3011 AA Rotterdam, Nederland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6F6EC383-1F33-403E-BEA5-351A969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EA3274BC-507E-4BD9-869F-573BD038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AF468D8E-6755-4A3F-A022-5381788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Burgerservicenummer (BSN): 200 000 329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06075396-1548-4506-A952-DD0B3AD4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Sanne Noah Dijkstra  |  Physical Address: MolenBosstraat 2208, 2611 AA Delft, Nederland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BDA23783-ADF9-4277-80D4-A740EC1F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8778B831-8A9E-47E3-8E47-C4D30289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E2B470AC-A2B4-4704-8D80-7F98230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Burgerservicenummer (BSN): 200 000 330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C524E8AE-073A-4B6B-99A2-CC3C1C5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Jesse de Boer  |  Physical Address: ParkBosstraat 2245, 2511 AA Den Haag, Nederland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38AC7959-B06D-4A7E-9679-449EB9CA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6CD707CA-B6AB-4A72-976C-5F53F147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9AD43627-42D7-4055-A303-CE7685A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Burgerservicenummer (BSN): 200 000 342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191DDF87-83C3-448D-99B8-12597F56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Fleur Sem de Jong  |  Physical Address: RivierBosstraat 2282, 6811 AA Arnhem, Nederland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BA781A7B-1CBB-472B-A251-9E8DA4A1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9B76D218-DDDF-43F6-ACFB-5EC22111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00319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5C1AE989-B126-4E3F-9194-74ABBC14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23B25C50-6E59-4A6C-88C5-4B851C98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35913FE3-AD3E-4216-80AF-76D43F30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FA0DE14A-E8AD-44DA-B167-1E034B8E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Burgerservicenummer (BSN): 200 000 354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61C48BA4-098D-40AB-9693-934D8ED1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Jesse Daan Vos  |  Physical Address: WilgenBosstraat 2319, 9711 AA Groningen, Nederland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645B2F2F-7D1E-4C50-A82A-2CB1B02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43F85014-5D71-4B8E-A014-671C5FA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BF5315E0-3A3A-4502-BA58-7A89526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Burgerservicenummer (BSN): 200 000 366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2137277D-E643-44DC-B40F-6CD455E6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Lotte Noah van Dijk  |  Physical Address: AcaciaBrugstraat 2356, 1012 JS Amsterdam, Nederland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895D5C5A-FD35-4520-805E-869167B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C408CF34-79E5-4E62-8C43-9614926A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62E36E31-5C4D-4A9F-AEBE-CA456A22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Burgerservicenummer (BSN): 200 000 378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45D0FD98-03C6-45EB-98CD-B6403EFF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Mees Jesse van Leeuwen  |  Physical Address: BeukenBrugstraat 2393, 2311 AA Leiden, Nederland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CBC80373-B1D4-450B-8DB7-D532F4D3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62458B05-3D12-4A8D-B4BC-046C76E4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620E54E9-9DB2-442F-A75D-5E91D9CF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Burgerservicenummer (BSN): 200 001 887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1C74F049-FF2B-416F-B2BB-5F5A171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Sem Visser  |  Physical Address: BoterbloemBrugstraat 2430, 3511 AA Utrecht, Nederland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4CE950AA-583D-48DF-A1B0-FC864BE9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3A01761B-6D4E-442F-9193-F23377BB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265FE7B1-B58C-44C4-A8CE-14FA100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Burgerservicenummer (BSN): 200 000 391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457B5A27-102D-4CE0-ADD6-5424C871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Bram Daan Dijkstra  |  Physical Address: DennenBrugstraat 2467, 2011 AA Haarlem, Nederland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845A1F0B-32AB-4D7E-9760-22BDDF8D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CAF3A9C0-05DF-4C9F-8B42-ACF3DDB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56791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E7B63AC7-3284-4D59-916F-A455D353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74FEF741-AF2D-4BDA-BEB7-A67898F4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9982E3C4-EEE1-4494-B9C9-8D2718E8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99CDC577-7165-4248-92EE-3351995B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Burgerservicenummer (BSN): 200 000 408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701C691D-0A1E-4BA9-AF27-5599E96E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Eva Noah Mulder  |  Physical Address: ElzenBrugstraat 2504, 5611 AA Eindhoven, Nederland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D0A78C27-5384-4D23-95AB-43D2F91B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1540B128-836F-4C10-9D65-41F23D30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995E7C46-067A-4B9E-8AA7-F99C808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Burgerservicenummer (BSN): 200 001 917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0A723B37-39C9-42AF-92F6-26A7741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Sem Jesse de Jong  |  Physical Address: GoudenBrugstraat 2541, 4811 AA Breda, Nederland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9F263FAE-FC70-4D5B-AB96-D35DEB6A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C4A96504-F7B8-4AD4-B97E-632309F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B8F78962-A773-402C-922F-F6DF0DAA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Burgerservicenummer (BSN): 200 000 421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2ACCB206-9B64-4A84-9303-1EEEADA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Sem Vos  |  Physical Address: KastanjeBrugstraat 2578, 6211 AA Maastricht, Nederland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DEA38AAC-D676-458B-A8A0-794FBEE6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DF797308-A49F-482D-A290-19B5C523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FFD1F1F2-FE97-4ABF-9AE2-8BA9F338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Burgerservicenummer (BSN): 200 000 433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D58FC515-FEBF-4E17-8F07-EB10AA92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Levi Daan van Dijk  |  Physical Address: LindenBrugstraat 2615, 3011 AA Rotterdam, Nederland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11F71252-2054-4925-BC7C-CCE8883B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D0E5ADAE-B5C1-4F8E-A2A6-3D2D974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1F61C29E-4574-487F-AAA8-ABD15C0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Burgerservicenummer (BSN): 200 000 445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E44FFF8F-26D7-40E1-A08F-56E4B4C2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Mila Noah Dekker  |  Physical Address: MolenBrugstraat 2652, 2611 AA Delft, Nederland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05204126-1CC0-422F-AF62-232D94FE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B6BDC143-0815-4F89-8415-2F363EC1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689899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629B1E61-E746-403B-BEA6-3F9A126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46B4A894-7244-4B77-A77F-BE61A9CD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D66569CB-046F-4C9F-9AEF-9B37375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8490D674-90AA-4717-9F6A-CBAADE3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Burgerservicenummer (BSN): 200 000 457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FF434CEE-928A-4C07-8F7C-9C5B76D1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Finn Jesse Visser  |  Physical Address: ParkBrugstraat 2689, 2511 AA Den Haag, Nederland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8932C574-30AC-4E67-91A7-26E4E8D3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1EF81499-72FF-443A-854F-33AE780B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2C7DF648-5504-41E0-AA79-F099F766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Burgerservicenummer (BSN): 200 000 469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41525E24-733E-4938-A583-DF181212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Anna Sem Dijkstra  |  Physical Address: RivierBrugstraat 2726, 6811 AA Arnhem, Nederland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0E0A5C83-DF54-4208-8E9D-0CF4095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F17D82BC-7130-474F-BD36-1F59AB15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B7B91D1F-9B4D-432E-A6F3-6B03D8A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Burgerservicenummer (BSN): 200 000 470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F487E7D6-0E01-4BE5-BE92-8DAAC1B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Daan Eva Mulder  |  Physical Address: WilgenBrugstraat 2763, 9711 AA Groningen, Nederland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555E2486-BC1D-4749-9190-E73C1088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3FB62BDF-5EE2-486B-AA71-04B99910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921AFFF0-521F-4881-9731-212FEC2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Burgerservicenummer (BSN): 200 000 482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C083C672-2A34-4251-849B-D5BEDD07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Tess Noah Jansen  |  Physical Address: AcaciaDijkstraat 2800, 1012 JS Amsterdam, Nederland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E881D256-5490-454B-9D94-39C6E809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D2D171CD-52BD-4648-ACAA-BFC44686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7C44DD58-6431-498E-AAFA-D30341A8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Burgerservicenummer (BSN): 200 000 494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C4EFBF74-4C7E-49C4-ADEC-8833C609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Jesse Vos  |  Physical Address: BeukenDijkstraat 2837, 2311 AA Leiden, Nederland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3EBA8C7A-1595-40D6-89F0-6D85EA1C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30AC5EB6-AEF8-41D7-9B8E-8ED085BE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56763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5639BCAE-B655-4EBD-BE93-612DD2DE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D2773D8E-41B4-47A1-9D31-2F049943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7D92B6F5-35BB-471C-A716-0FAB6A65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1027593E-B6FE-4EDF-9737-76C77829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Burgerservicenummer (BSN): 200 000 500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BED4F211-F745-4DC0-98A3-5F20A92E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Sem van Dijk  |  Physical Address: BoterbloemDijkstraat 2874, 3511 AA Utrecht, Nederland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4D256700-131A-4F0B-849C-AF181E0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9941577C-16B6-428F-AFC2-CDFDF76E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021C8B8B-609F-426E-AF6A-D586DC30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Burgerservicenummer (BSN): 200 000 512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441FC0FD-D46D-4B9F-A6C9-A96F03CB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Daan Dekker  |  Physical Address: DennenDijkstraat 2911, 2011 AA Haarlem, Nederland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ED3B4963-A461-4E30-A7E7-CCC97B46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D5CF93CB-6298-45C1-9A23-2211871D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40E5EDBD-6EDF-4474-97C0-DFFF2B3A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Burgerservicenummer (BSN): 200 000 524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6CF17428-A0BF-4282-8884-BA9368CF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Julia Noah Smit  |  Physical Address: ElzenDijkstraat 2948, 5611 AA Eindhoven, Nederland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7E0CA38A-0725-4B19-B1FA-4EE0B8D7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85A4C468-4FE8-474D-B6DB-BDA3EDB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46D759C0-994B-423B-85E1-B7850C0F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Burgerservicenummer (BSN): 200 000 536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98865A5E-91B5-4FD5-BABB-B4E174FE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Jesse Dijkstra  |  Physical Address: GoudenDijkstraat 2985, 4811 AA Breda, Nederland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F9670CB0-F73D-4883-84A2-E983BCEF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5557D256-9FAE-4321-B2B7-2DE9E75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300D0580-1F83-4F26-8658-0002413E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Burgerservicenummer (BSN): 200 000 548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5ADDADD5-02F0-45AA-91EA-A05C8ACB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Sem Mulder  |  Physical Address: KastanjeDijkstraat 3022, 6211 AA Maastricht, Nederland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240374EF-BCB4-4ED6-BB66-50E797B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C5E191D0-561E-4235-B048-A7C45424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89070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79F1C7BA-18D6-467A-971C-218A3A35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1CEEE46C-EAB1-4BD6-ADE9-A3875BB2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48EC6D34-2ABD-4335-A125-0607417A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D92444D0-9287-4668-B56E-A6BE6C7C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Burgerservicenummer (BSN): 200 002 053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9051CDD8-761E-4FE2-BD10-5AA5510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 Tess Jansen  |  Physical Address: LindenDijkstraat 3059, 3011 AA Rotterdam, Nederland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34EF1530-996F-4B33-97B6-9723AF4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25DB549A-B1FA-44C3-97AC-FAE8E70D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DE8C2B51-FC48-44BF-9B9E-C303A4C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Burgerservicenummer (BSN): 200 000 561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B0D2BC5F-B3A2-4ACE-BACB-5F66D4E2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Sanne Emma Peters  |  Physical Address: MolenDijkstraat 3096, 2611 AA Delft, Nederland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6391917C-3B1A-4D23-BA22-B4C9D0C5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862AEAD8-97CB-4CA9-9816-C9A5FDBF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86261CAD-137F-4B24-A637-C78BAA2D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Burgerservicenummer (BSN): 200 000 573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DD1226C6-89D0-45AC-AA58-17EC9BD1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Lotte van Dijk  |  Physical Address: ParkDijkstraat 3133, 2511 AA Den Haag, Nederland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F2B3A55E-CE1E-4B52-A847-7AF659BF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45B41F48-2B5B-409F-98ED-B1944CB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68180C4C-DCD6-409F-B7D1-3294E934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Burgerservicenummer (BSN): 200 000 585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98B985FA-CD6A-4724-AF7A-D71300AF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Fleur Sara Dekker  |  Physical Address: RivierDijkstraat 3170, 6811 AA Arnhem, Nederland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6E8D8BD1-8DE4-4482-9E89-B74EBD31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3FAD223B-843F-494A-B607-E9016A93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05A15B86-4394-462E-A010-D1DF4BF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Burgerservicenummer (BSN): 200 000 597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FCB88774-8831-4BDF-8C69-325BC19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Jesse Tess Smit  |  Physical Address: WilgenDijkstraat 3207, 9711 AA Groningen, Nederland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8616B7F1-9E8B-40A3-8E45-C778360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EB896492-9346-430C-BBE8-FDD1C9F4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28855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E353F7E1-A4BE-4DE8-9D03-91AF565D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0EB94E9A-E379-43BA-AB4B-ADFD5186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081B266B-4F84-4A9E-A127-6BCB9E4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4966C0AD-CD14-418E-9E54-92BE7445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Burgerservicenummer (BSN): 200 000 603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5D72FA8D-0B54-423F-A195-83255AAB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Lotte Emma Smits  |  Physical Address: AcaciaHofstraat 3244, 1012 JS Amsterdam, Nederland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AD46BD97-8CCE-4D54-A0C9-B9854E8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CD34240F-6841-486A-9AED-1C335534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1DAAE91D-2AA8-44AC-A9CB-67044F64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Burgerservicenummer (BSN): 200 000 615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A6F2609F-7B59-4382-B308-4EDCA68D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Mees Lotte Mulder  |  Physical Address: BeukenHofstraat 3281, 2311 AA Leiden, Nederland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571513F3-0876-4E41-B23E-1963978A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D3CBB38D-BFC3-4E02-8532-88813C8E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442BFB9D-C4A1-484E-A7C4-F4551BF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Burgerservicenummer (BSN): 200 000 627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66905472-4779-4BBE-8483-E092C018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Sara Jansen  |  Physical Address: BoterbloemHofstraat 3318, 3511 AA Utrecht, Nederland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E0610BCB-B445-4518-A3DA-845B531C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DC959E80-F496-4E10-B56B-FC82E0B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BEC54376-D5B0-44B3-837A-7A51E9A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Burgerservicenummer (BSN): 200 000 639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88EFBA6F-7313-4E98-B4CD-75C144B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Bram Tess Peters  |  Physical Address: DennenHofstraat 3355, 2011 AA Haarlem, Nederland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24E26877-6E15-4E25-9A41-406FA217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A1FD5BB0-93F5-4C38-8AF2-45A53CCC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FFA3D1B1-208C-4562-A2C5-EA8BEC9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Burgerservicenummer (BSN): 200 000 640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CBEE24BF-F89F-4CFD-8065-BD67949D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Eva Emma Bakker  |  Physical Address: ElzenHofstraat 3392, 5611 AA Eindhoven, Nederland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75AFFE45-39AD-40FE-9BB2-2903F294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49C23437-E5F6-42AD-AB63-19FFD3BD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461094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9151E807-F5CA-4D49-BF69-BC422FC7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AAD33F94-F38E-4C5A-BC50-C6EFA35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C1A1A181-A5BB-42AB-9D0E-762FEE35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D01F8065-702B-458E-BC68-5F7DF477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Burgerservicenummer (BSN): 200 000 652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3B65D64B-A086-4F42-9DD7-F743096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Sem Lotte Dekker  |  Physical Address: GoudenHofstraat 3429, 4811 AA Breda, Nederland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9F15D849-100C-4034-93A9-4B83F6CD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4D306D0B-E210-47DF-A43D-E861426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A1FEF81E-F0D1-4A30-B88D-4575B9C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Burgerservicenummer (BSN): 200 000 664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62C8AD00-5314-4AA9-BABD-3E5BBC10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Jesse Smit  |  Physical Address: KastanjeHofstraat 3466, 6211 AA Maastricht, Nederland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079DF338-10B6-4D0A-9C00-A149D40C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214FCD98-CEB1-407C-A2F5-E3C450FD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9D3BAF23-43AB-4DBF-B632-7B27517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Burgerservicenummer (BSN): 200 000 676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FB6F1589-C2E0-44DC-9880-B3C961B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Levi Tess Smits  |  Physical Address: LindenHofstraat 3503, 3011 AA Rotterdam, Nederland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8CAAE1C1-F525-440C-A577-6F77B7A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DC3E1F5E-CE06-4DEE-9C7C-EFC4FA14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2628970A-47B4-4AE0-965D-AD12A46D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Burgerservicenummer (BSN): 200 000 688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F702DB39-3FC9-4A33-9D9C-7AA59DD9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Mila Emma de Groot  |  Physical Address: MolenHofstraat 3540, 2611 AA Delft, Nederland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F348D9D3-A241-40F3-A0E2-D0B9CF12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2A0BEF02-B397-40E5-AA32-44639E26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031043D1-9DE8-469D-8F5E-F501455C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Burgerservicenummer (BSN): 200 002 193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A96319DC-4AD2-481C-A169-E579F5D3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Finn Lotte Jansen  |  Physical Address: ParkHofstraat 3577, 2511 AA Den Haag, Nederland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BA3B4859-1C1A-468D-A996-45037437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891370C8-DD2D-4086-A8CE-C1B97703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934667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505652B5-B0D8-412A-BF34-4D677CBB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442ABD91-8062-4701-A7B0-3023DBDC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4505BE93-DCAB-4494-8C22-B429A20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591DCDA9-85B6-4C30-84EC-585DD548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Burgerservicenummer (BSN): 200 000 706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02DFF003-0AE2-4EC2-9745-9169A9E0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Anna Sara Peters  |  Physical Address: RivierHofstraat 3614, 6811 AA Arnhem, Nederland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3A19F954-D673-42C9-BB6E-65C04F77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FDA437A1-78E3-451E-9FFC-9BA2FCDC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621CAAF7-F934-48A0-9605-603B730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Burgerservicenummer (BSN): 200 000 718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0051E2A2-F0A4-4944-8F8D-B87B25B7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Daan Tess Bakker  |  Physical Address: WilgenHofstraat 3651, 9711 AA Groningen, Nederland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7CD913E7-BC0D-45F1-8E36-A3A02AC1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C7BC4011-8E2B-49F0-B381-F2F3EDE2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071CD5E2-F647-4ADA-8058-D2D46262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Burgerservicenummer (BSN): 200 002 223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A3D49762-79A9-4C10-A5A7-BBC61049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Tess Emma Brouwer  |  Physical Address: AcaciaKadestraat 3688, 1012 JS Amsterdam, Nederland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4E70AB16-44C2-44D0-A445-3E0B3C4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E0197822-985A-4361-8160-F1E5BDC4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22B1569B-96A2-419F-BDB2-D5DBE439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Burgerservicenummer (BSN): 200 000 731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3ACFB20D-5135-4C75-A75F-47305BCB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Lotte Smit  |  Physical Address: BeukenKadestraat 3725, 2311 AA Leiden, Nederland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B0AC835F-25A4-4AF8-813B-D9D73A5B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1C728918-D4C3-49EF-8BC7-B28DBE07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5996C377-72C7-48F0-85D5-2B967B92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Burgerservicenummer (BSN): 200 000 743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12C8A13D-6F68-47F2-8A0F-C8856B00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Sara Smits  |  Physical Address: BoterbloemKadestraat 3762, 3511 AA Utrecht, Nederland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B054E0BA-6C9B-4332-A1F7-87C6AB59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CBA02A92-9FDA-4AC3-8139-5068D535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46386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3AC03416-C89C-40DB-93B4-418A5DE4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3226AD3D-D1A4-408F-B86B-CDD2AA4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DDA1CF4D-D202-469A-987A-80E6F78F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C2DA423C-6561-4B88-82AC-E7DB9A8C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Burgerservicenummer (BSN): 200 000 755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7535F6F9-7A76-46BA-9BA5-8B6516D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Tess de Groot  |  Physical Address: DennenKadestraat 3799, 2011 AA Haarlem, Nederland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FB268665-B9E6-41A5-84F4-AC42D95C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1A77BA31-EFE4-46E7-8118-2691236A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81D4B60A-7593-4077-A26A-F807A33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Burgerservicenummer (BSN): 200 000 767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328A275F-EE11-4F31-BDFA-1CBC57EA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Julia Emma de Vries  |  Physical Address: ElzenKadestraat 3836, 5611 AA Eindhoven, Nederland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2D64D895-CE08-463F-92D8-5E9D7CD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49CD6460-327D-496E-8001-FB5FCFC1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DA38730F-30C2-461F-8E6A-9D2C0C43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Burgerservicenummer (BSN): 200 000 779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72CB5C25-ECC0-4BB4-9C42-D8CBB65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Lotte Peters  |  Physical Address: GoudenKadestraat 3873, 4811 AA Breda, Nederland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283F4696-0D71-4516-B941-E389C2D0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1EA79BB7-2DB8-4345-A3BD-2C61339F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C1C05BA1-9456-49E4-A5A8-A82A90F7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Burgerservicenummer (BSN): 200 000 780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A5090C2D-10DD-4907-ACA7-F9C2CF8A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Sara Bakker  |  Physical Address: KastanjeKadestraat 3910, 6211 AA Maastricht, Nederland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E4DBF040-7C85-4D39-A436-178C4999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E3CFD13E-0FC4-4ED5-825F-043BD565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9796D5F5-C3BB-493A-82D4-4DC3C1F6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Burgerservicenummer (BSN): 200 000 792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0B946A40-5DAE-4D72-A857-BF0B63B3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 Lucas Brouwer  |  Physical Address: LindenKadestraat 3947, 3011 AA Rotterdam, Nederland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80D26675-DABA-4307-8443-1EC84AD7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4F4145EB-2706-43AF-87CC-F71ACD01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784982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AE64DEBD-EF7C-4137-8608-D7510D72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3700C182-C546-4E6C-A3F4-B656268D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31A5F324-8172-4E89-AAC3-A0839EDF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D8A38773-E125-40A5-BB46-2FA9EF65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Burgerservicenummer (BSN): 200 000 809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9EB4BD94-466F-4448-B21E-C0A818CB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Sanne Max Smit  |  Physical Address: MolenKadestraat 3984, 2611 AA Delft, Nederland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A37D73AA-D8AF-4CF9-B785-99731EB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F9634490-79FD-4E94-8EA2-9F45EAF1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9639DAEB-2058-4F3F-A7FC-E04338BB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Burgerservicenummer (BSN): 200 000 810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B9F05E7A-2A4E-4C13-AFE0-C344806C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Mees Smits  |  Physical Address: ParkKadestraat 4021, 2511 AA Den Haag, Nederland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6BED1895-ED47-49B6-8676-D99FBEAA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C2E2DBF8-5F4C-45B0-8403-6B5FD9A4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B41B8557-C360-4713-B6FD-F9C5C579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Burgerservicenummer (BSN): 200 000 822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87C1C3C2-0B71-42B9-9AA8-16951567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Fleur Levi de Groot  |  Physical Address: RivierKadestraat 4058, 6811 AA Arnhem, Nederland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C296132C-4953-462D-9818-F756E661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9EC5F434-F4FC-406D-8FC0-FAED99A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307A80DC-EA78-4973-896F-CBC784E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Burgerservicenummer (BSN): 200 000 834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64B9C110-B835-4C8F-83AA-65E4EA7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Jesse Lucas de Vries  |  Physical Address: WilgenKadestraat 4095, 9711 AA Groningen, Nederland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69802F48-5776-49A8-9083-29AA68F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F1B3635C-DEFF-40D3-9A6A-BD17D1B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6A2E8F19-E990-43E4-9BB0-821EBF07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Burgerservicenummer (BSN): 200 000 846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85D54513-9889-46E8-93BD-4155665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Lotte Max Peters  |  Physical Address: AcaciaLaanstraat 4132, 1012 JS Amsterdam, Nederland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CB3EA9BC-BDF8-4393-BEDA-2F3F408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51B5A0CE-9548-4EEB-BE1B-11B4041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531207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34ED606A-B9B4-4B17-B80B-3C4F10B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17FC0F3D-D013-495F-82D3-0C32CDC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C80BB500-DB58-41D8-BF3B-D9BD9C1E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2EF485B4-F144-497D-8E42-3FC53EF4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Burgerservicenummer (BSN): 200 000 858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04724CEB-C276-4C73-BE67-51C16576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Mees Emma Bakker  |  Physical Address: BeukenLaanstraat 4169, 2311 AA Leiden, Nederland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8E95AA7B-61FB-4903-9148-FBEBD8A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397AA30F-DB11-474E-9160-166BC8D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2EA2EA7B-14D0-4ED9-B4B0-AB73E64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Burgerservicenummer (BSN): 200 002 363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61403A1A-125F-42CC-8571-2058FF48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Levi Brouwer  |  Physical Address: BoterbloemLaanstraat 4206, 3511 AA Utrecht, Nederland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ECF283BA-702D-47F5-96D3-2CEE0853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28B9C4ED-AF79-4D02-A9D0-CC5DF97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87371908-B75F-426B-9106-38FA903B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Burgerservicenummer (BSN): 200 000 871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27D2C125-CF2E-4E1B-B573-27C39038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Bram Lucas Meijer  |  Physical Address: DennenLaanstraat 4243, 2011 AA Haarlem, Nederland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1866EF77-041E-4A03-B063-796EF01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42332416-564E-4898-ADC5-EDFE10E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C85B06ED-EB78-49FD-B441-81513D1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Burgerservicenummer (BSN): 200 000 883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6016AC3B-616C-42F9-A5E3-D7F13DA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Eva Max Smits  |  Physical Address: ElzenLaanstraat 4280, 5611 AA Eindhoven, Nederland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B5D480BC-4174-4A40-9F15-0A007EE2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8D3048D4-7770-4E98-96A4-5D4A208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2AC01D5F-D842-4BC4-82F9-B9CA311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Burgerservicenummer (BSN): 200 000 895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1E3E4F04-059A-4419-97F1-52774B9E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Sem Mees de Groot  |  Physical Address: GoudenLaanstraat 4317, 4811 AA Breda, Nederland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0475D97F-731B-4C95-9004-FC81368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167D7279-2F77-443C-8D9C-7D3C8C2A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691500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58E0ECC8-7D77-4B0A-8DC1-7A3C223B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72B20E88-E5B2-4592-AE18-DB47773A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C4F1C3F7-1B70-4B19-98D6-14F4D4EC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19CB7E9D-1E77-4ABC-AB88-2FDD2046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Burgerservicenummer (BSN): 200 000 901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593A873D-249F-46DC-A8CA-BB323FE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Levi de Vries  |  Physical Address: KastanjeLaanstraat 4354, 6211 AA Maastricht, Nederland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7D91FD61-3037-4868-BD7A-3AF9C6CD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EF8A1F6B-8845-45B9-BC5C-4BA80BE1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7ED0E5AF-625B-44A5-99C8-A25B26A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Burgerservicenummer (BSN): 200 000 913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803DC950-E8B8-430B-ADB9-DBB344C5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Levi Lucas Hendriks  |  Physical Address: LindenLaanstraat 4391, 3011 AA Rotterdam, Nederland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6E6D367B-90BC-41BF-9071-32F3273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E149FE22-A3F7-4694-AE78-0294F077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E0714CA6-0EFA-441B-92B1-2314471C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Burgerservicenummer (BSN): 200 000 925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963CBFE0-36A7-4CF1-B811-7CA5C069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Mila Max Bakker  |  Physical Address: MolenLaanstraat 4428, 2611 AA Delft, Nederland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1D8C5676-1B7F-4874-9F6B-89F6CA58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E1DAB760-E696-416A-B8DF-E1B6143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B4C31384-C992-4A89-BEE5-8CA4089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Burgerservicenummer (BSN): 200 000 937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6087686D-72F8-494A-BE11-EC19B5B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Finn Mees Brouwer  |  Physical Address: ParkLaanstraat 4465, 2511 AA Den Haag, Nederland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C33D7A48-C698-4D17-B6EC-288EB10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E0DD0D58-0B93-4B26-A684-16606491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C9312C37-9B5E-4909-96E8-9DBA188E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Burgerservicenummer (BSN): 200 000 949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444ED373-02B6-4A11-BC21-FD47B1B1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Anna Levi Meijer  |  Physical Address: RivierLaanstraat 4502, 6811 AA Arnhem, Nederland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B1979279-7AFF-47E2-8C4D-72005521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BABFE4EF-4297-475F-B8BC-A9DF8605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920580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4AFB848D-A32B-4591-B6D1-0547DC6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B1D0EACD-F414-494F-8759-DE24755C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8091B950-F96D-40EA-A239-9A5B45FB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62B325CE-F583-481F-A685-DD7D7E9E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Burgerservicenummer (BSN): 200 000 950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253DA7E5-5D8D-4A10-B869-5A4482BE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Daan Lucas de Graaf  |  Physical Address: WilgenLaanstraat 4539, 9711 AA Groningen, Nederland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8A12DAAA-ADB4-4D86-90A9-2CF2AEEE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A4EF7845-9296-4874-B8C9-AC43E63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B5B06ACE-7B1C-4DA9-9518-09697768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Burgerservicenummer (BSN): 200 000 962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B2833BC9-87FC-4887-A0E6-82C9E74A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Tess Max de Groot  |  Physical Address: AcaciaMarktstraat 4576, 1012 JS Amsterdam, Nederland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89680B68-5BF6-4071-912A-75C92DE0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4A0D2621-68F5-40DE-885B-65C125D6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4FF5BC03-6B41-4D29-907F-24337C7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Burgerservicenummer (BSN): 200 000 974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EBDEAE23-B230-4780-B54D-7A98A891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Mees de Vries  |  Physical Address: BeukenMarktstraat 4613, 2311 AA Leiden, Nederland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CB1A0687-2AD2-4864-A8DB-BE4CDC1D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E131F688-C0BA-4EDF-85C7-2C5B20DB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AC2197F9-B36D-4634-9B05-2848E24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Burgerservicenummer (BSN): 200 000 986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D8871EC1-DC35-4787-AC90-4434D9C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Levi Hendriks  |  Physical Address: BoterbloemMarktstraat 4650, 3511 AA Utrecht, Nederland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14C108C9-DB32-45EC-9246-369FEBD4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56D556B9-56AF-40FC-BEBE-74A2DE2B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5703E73C-EBA1-40E0-8A4B-D75F6250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Burgerservicenummer (BSN): 200 000 998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085C56A6-31E9-450A-88A5-31D2D417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Lucas Janssen  |  Physical Address: DennenMarktstraat 4687, 2011 AA Haarlem, Nederland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261AA865-58D5-4906-A2D8-99725E8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69787EE0-88F1-4197-ABAA-193F8D84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496155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EEF763F1-3ED6-4EE9-B71F-E5EA380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EF35CE36-8BD3-4E0E-A466-F02B77A7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57A4D806-BF3C-4859-95EE-E900A299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85CD348B-24DE-4FAC-8BC9-379C1D78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Burgerservicenummer (BSN): 200 001 000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4F080067-CF28-4C10-AA5D-DC6324DB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Julia Max Brouwer  |  Physical Address: ElzenMarktstraat 4724, 5611 AA Eindhoven, Nederland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4C6840FE-6815-4C7B-B9C3-D2A5599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8E97F7CC-A587-4FFF-A564-B9F1EC8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EA725525-285D-4675-BD04-8DE287E4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Burgerservicenummer (BSN): 200 001 012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13BA0CBB-0269-4A89-B6CA-E5D6388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Mees Meijer  |  Physical Address: GoudenMarktstraat 4761, 4811 AA Breda, Nederland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06B8DDE9-8509-4378-98E7-D99EC196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3B9D7CCA-450F-4CD0-9A06-4F866AE0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9272B5C4-ABA9-45EE-8036-D9E49F77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Burgerservicenummer (BSN): 200 001 024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0BA67A15-036A-4ACA-ABB6-95F1A31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Levi de Graaf  |  Physical Address: KastanjeMarktstraat 4798, 6211 AA Maastricht, Nederland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EBC04FC9-B2AA-4F00-9D2F-0EF7A226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DC9668A3-8E84-4CA6-B5FD-ABB6620F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3FEFC139-2773-415E-A0D2-FC8E6757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Burgerservicenummer (BSN): 200 001 036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3420F161-61F3-4F32-88B6-E7B64DA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 Sophie Bos  |  Physical Address: LindenMarktstraat 4835, 3011 AA Rotterdam, Nederland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6DE1B3F6-8E8F-4C34-ABB6-AA80358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F4C1DEA4-BE48-46E2-A029-08387120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2C953279-65AD-4E46-ADE5-D1377D46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Burgerservicenummer (BSN): 200 001 048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8FE38D64-16E2-442B-A26A-7FB6AAC5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Sanne Lucas de Vries  |  Physical Address: MolenMarktstraat 4872, 2611 AA Delft, Nederland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9177F84A-C375-4D2E-A184-0316C6EB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1BDA4839-03FD-4C42-A5AB-97EA679F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436618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ECC16BE5-D575-42C5-B903-9DE9B661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2C44B6A3-8527-4731-B747-812374C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4FDB5C73-5534-49BE-9EB0-1BF0CF5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F09F5E46-12FA-46FD-89D3-1D1F796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Burgerservicenummer (BSN): 200 002 557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63D287FA-5887-45C5-9D7E-7EACC27B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Nora Hendriks  |  Physical Address: ParkMarktstraat 4909, 2511 AA Den Haag, Nederland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F3345110-96FE-460C-85C3-56111937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91234420-7EC9-4842-83E3-6847A95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829D857B-CBF8-4425-8429-C79E27C1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Burgerservicenummer (BSN): 200 001 061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87163648-D817-45A0-B0B6-17313565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Fleur Mila Janssen  |  Physical Address: RivierMarktstraat 4946, 6811 AA Arnhem, Nederland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12E61359-9925-437D-8AAB-28F24AC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4E6547A9-B323-4EB9-B92C-D113B69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7486BABA-DF63-4347-B627-DA7ECBC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Burgerservicenummer (BSN): 200 001 073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3186FE0B-CC08-4794-B649-DB3F9787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Jesse Sophie de Wit  |  Physical Address: WilgenMarktstraat 4983, 9711 AA Groningen, Nederland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D19E1F9F-891A-4B39-8736-8DC75C67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A34DAEC7-4102-4808-8659-4BBFB02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08521D0A-A959-4C69-B835-D2E6D244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Burgerservicenummer (BSN): 200 001 085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F628C51D-9650-4FA5-8052-8EAD3A1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Lotte Sanne Meijer  |  Physical Address: AcaciaPoortstraat 5020, 1012 JS Amsterdam, Nederland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E44DBD16-A3E4-47D5-9ED5-E40AC55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CE7DBA90-2047-4CAE-B6F7-AE6257AE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489D8367-9E22-4B18-B2C2-C5DD166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Burgerservicenummer (BSN): 200 001 097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D1B6CB0F-4C59-4BB8-AF16-D7FD981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Mees Nora de Graaf  |  Physical Address: BeukenPoortstraat 5057, 2311 AA Leiden, Nederland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1640E94D-CC3B-4EDE-BA8B-662383C0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E4CD949C-5246-4C00-B086-8F44DDBB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116134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E6AD4314-ABAC-4488-A471-82AEC91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F62EA35D-0DA0-4AFA-999A-64E855B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BECE2AB1-E37F-460A-BA5B-ABF3E57C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D71472C7-2772-4325-AB9C-5596C015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Burgerservicenummer (BSN): 200 001 103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AA2EC80D-5D06-4348-8F5C-39FFE6A8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Mila Bos  |  Physical Address: BoterbloemPoortstraat 5094, 3511 AA Utrecht, Nederland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85A919B6-3152-4F7D-BF00-CCB8148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CF4F8E7D-7077-4538-9BBB-5BFBF039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CB27151A-4CF2-4042-A81C-376734C6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Burgerservicenummer (BSN): 200 001 115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35A81737-B079-4E18-8E75-9463B6B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Bram Sophie van den Berg  |  Physical Address: DennenPoortstraat 5131, 2011 AA Haarlem, Nederland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05E9185E-F5A6-4F7E-9DBD-F1311C4A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B6027990-D134-40CC-ADCD-53974429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F941B86B-7DF1-489F-8D5A-40ACD32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Burgerservicenummer (BSN): 200 001 127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BE11DA66-99EF-4BDE-B6C2-EA72388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Eva Sanne Hendriks  |  Physical Address: ElzenPoortstraat 5168, 5611 AA Eindhoven, Nederland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9C563E1A-46CF-467C-B839-05492626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260B1E9F-B538-484F-AF76-C94293BE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EB3DEAED-CA56-48EC-9B34-A037196D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Burgerservicenummer (BSN): 200 001 139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689949DB-0070-429B-832F-C28888B7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Sem Nora Janssen  |  Physical Address: GoudenPoortstraat 5205, 4811 AA Breda, Nederland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8C7E9A4C-2E74-45D6-8D18-0EE759D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B13D7ED4-CC40-4739-8A72-C15B03A8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19DCCA56-F1DC-468C-9621-667B8BDE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Burgerservicenummer (BSN): 200 001 140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FA93184E-DD85-49D5-A0FA-73F1D7CF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Mila de Wit  |  Physical Address: KastanjePoortstraat 5242, 6211 AA Maastricht, Nederland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3BFC3D6B-8381-4912-90B2-211CDC29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80449FED-31FB-4F0B-97F9-2532AD60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154564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23052E1C-4D57-4038-8AD1-9974483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5A2C5CC1-7960-4F97-BA74-25CE0450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25AF00CE-50BF-4D9A-A201-58BDE31E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29DF7864-31B0-4A17-8AC2-7614001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Burgerservicenummer (BSN): 200 001 152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5151A7AE-4887-445B-B961-5FBC8F25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Levi Sophie de Boer  |  Physical Address: LindenPoortstraat 5279, 3011 AA Rotterdam, Nederland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EF3F566E-9D99-40B4-87A4-8262567C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5CE06D86-6331-4B19-AC21-9C2D77F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AAB14BD0-B9EF-44A7-870F-F89508E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Burgerservicenummer (BSN): 200 001 164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6832E5B5-C0F7-4E91-9363-C0D8840E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Mila Sanne de Graaf  |  Physical Address: MolenPoortstraat 5316, 2611 AA Delft, Nederland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FA226DEB-A417-4DC4-913A-B756B5C0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29A70364-2B45-4F98-98BF-51949F0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B84953F1-F117-43ED-97C0-1D24E4B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Burgerservicenummer (BSN): 200 001 176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1994754C-7908-4E22-BCFF-409EFA6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Finn Nora Bos  |  Physical Address: ParkPoortstraat 5353, 2511 AA Den Haag, Nederland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8A716D09-363F-4266-AFA8-A561D72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D3F1AD2F-E76A-4C74-B1DE-B5C2AEB4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5CFF0AA9-C957-40EB-8E0D-B6EC3043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Burgerservicenummer (BSN): 200 001 188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C08316D8-24E7-4F3E-8381-18D6C3BF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Anna Mila van den Berg  |  Physical Address: RivierPoortstraat 5390, 6811 AA Arnhem, Nederland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58625A14-5C8B-4C42-9D4F-95794E7B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612FC3CE-94FB-4762-9170-A255EA7F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5E4641BF-ECFF-4843-B548-D5E73B59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Burgerservicenummer (BSN): 200 002 697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33F70B5E-058D-43BD-B0A1-C3A801B8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Daan Sophie van Leeuwen  |  Physical Address: WilgenPoortstraat 5427, 9711 AA Groningen, Nederland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5B378F38-A272-4222-8AA5-48BB52E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ECD18B6E-42C4-4155-AE3A-13E464AE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120865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A5FFD47D-EFC6-4A05-869A-77AE2407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E6C8197C-14FE-464B-B598-7A451F4C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BEDE9650-CB15-41B6-A1F5-A5602F1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F4B94167-452D-4B65-AF4F-94375B9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Burgerservicenummer (BSN): 200 001 206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44021061-3BD9-4103-BB64-88FE605F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Tess Sanne Janssen  |  Physical Address: AcaciaSingelstraat 5464, 1012 JS Amsterdam, Nederland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01A10CFC-E033-4B46-823D-F1EA6CA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6075D655-11CC-4D1C-92E7-6E10D0D8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A1E09A53-4B57-45E9-810A-131931E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Burgerservicenummer (BSN): 200 001 218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86E80F69-5CC7-422C-9848-A0968EF3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Nora de Wit  |  Physical Address: BeukenSingelstraat 5501, 2311 AA Leiden, Nederland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129AFCC7-488B-4538-BEEA-9BA3D1A5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12C81213-0886-4615-9631-71B1408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457EEB30-7997-441C-9AF8-3D2650C1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Burgerservicenummer (BSN): 200 002 727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C24A78BF-7FB1-492A-965B-5D944C3B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Mila de Boer  |  Physical Address: BoterbloemSingelstraat 5538, 3511 AA Utrecht, Nederland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FE119199-670E-4436-A8FA-987A2FD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416ECCAB-DBBF-4983-B309-007D14D9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8191262B-1459-4B9F-9C0A-E07F244A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Burgerservicenummer (BSN): 200 001 231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0660CAE2-333E-4048-897A-DBE2FD0D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Sophie de Jong  |  Physical Address: DennenSingelstraat 5575, 2011 AA Haarlem, Nederland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562A6CF8-34E0-41E2-BC2F-B6D824B6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E8D6CAF7-E1C5-4705-9859-DF14C59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8BA088A5-2B40-4CAB-A029-EE3D0882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Burgerservicenummer (BSN): 200 001 243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8C1F5D43-DDC9-403F-BBBA-E2D4EA6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Julia Sanne Bos  |  Physical Address: ElzenSingelstraat 5612, 5611 AA Eindhoven, Nederland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405D8732-E4F5-48C6-BE70-577BD61E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3CD6DFFD-320B-4865-9F6F-134ACAE4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814052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7E32290E-B60E-4665-BBBE-86611E8A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8C7B1E6F-A737-43E3-B973-060C2B4E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9F00D357-FE42-4875-B6DC-EBD7AD32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968158C6-EDFD-4698-83FE-28D0199F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Burgerservicenummer (BSN): 200 001 255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92AF99A4-B70B-421E-A1C8-8D265781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Nora van den Berg  |  Physical Address: GoudenSingelstraat 5649, 4811 AA Breda, Nederland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11E1D9C7-6689-4186-A144-CC8FDBFE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8C66E174-6A9E-47E1-954D-61D3B866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785BCBE1-3F1D-45A1-969B-C7480FA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Burgerservicenummer (BSN): 200 001 267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612DF468-BE2B-4CB5-95F5-6F7C4C85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Mila van Leeuwen  |  Physical Address: KastanjeSingelstraat 5686, 6211 AA Maastricht, Nederland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BC66C01D-9799-4EF0-9CE6-4F226C1B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1BAA9D12-DB99-499A-8EA4-48CACD4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31463990-1172-4520-A17E-9B904BE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Burgerservicenummer (BSN): 200 001 279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836D8CF6-2496-4C46-B1D8-CF709E84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 Liam Visser  |  Physical Address: LindenSingelstraat 5723, 3011 AA Rotterdam, Nederland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788B187A-9CB1-418E-926C-7C22F42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DDF1D1D8-8CD9-4059-BF2B-949F311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7093FBC8-E2B1-49D4-8E07-8D9E1C8C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Burgerservicenummer (BSN): 200 001 280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A8E88665-BACE-4E56-9259-018541AB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Sanne Thomas de Wit  |  Physical Address: MolenSingelstraat 5760, 2611 AA Delft, Nederland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D6631C9C-A27B-44BC-87AD-1FF1365D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92FCAD68-A452-47BD-9DB8-9551E68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2E3FA34E-98A7-4E57-8E39-688206AE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Burgerservicenummer (BSN): 200 001 292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56EF1C57-FB26-4FBA-B9BC-EDD87988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Bram de Boer  |  Physical Address: ParkSingelstraat 5797, 2511 AA Den Haag, Nederland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64E1989D-0DDF-4F91-88E9-B1E0FC9C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650B0145-C877-47A4-BCCB-F2093BCF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057979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557F6977-95BE-4D1A-A68E-923FB3F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1675DC22-7667-483F-89C1-ED2BCFF2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D8C69355-336D-4D12-9890-ED4806F5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2D9A07EB-1728-4734-8B4C-1804929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Burgerservicenummer (BSN): 200 001 309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3DF6F3C7-8E45-4FB4-AA1E-F323E1A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Fleur Finn de Jong  |  Physical Address: RivierSingelstraat 5834, 6811 AA Arnhem, Nederland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945A3A05-D64E-425D-95F9-9D93A44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A75A16AB-E90C-41A8-B03E-F6D088DA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3C7AFD62-2FB1-4B47-900D-8B17B95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Burgerservicenummer (BSN): 200 001 310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FDE13AA8-B535-4C69-9FB7-F1F6E053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Jesse Liam Vos  |  Physical Address: WilgenSingelstraat 5871, 9711 AA Groningen, Nederland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13A31B4B-16E8-49CD-B313-5A2CB993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64E6CDF8-E6E3-4C99-A454-D4EE5C00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0B787C76-B4BB-436A-B3DF-B360E810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Burgerservicenummer (BSN): 200 001 322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B9EB8632-5575-401F-A81D-CF3E0503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Lotte Thomas van den Berg  |  Physical Address: AcaciaVeldstraat 5908, 1012 JS Amsterdam, Nederland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48EC6A30-F498-4B21-84D5-E1477E4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FA57BE41-3DFC-4449-9CC3-A0342AD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D0D23850-7104-4A90-8356-850BA8B9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Burgerservicenummer (BSN): 200 001 334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E7E44E0F-2DB8-4C07-9B53-B87DA7B3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Mees Bram van Leeuwen  |  Physical Address: BeukenVeldstraat 5945, 2311 AA Leiden, Nederland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07446C3D-A72A-4AB6-AF4A-53150FE0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30C60878-81C3-41A6-B067-852CFE8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91AA9B65-E7E4-4C38-A319-1EDA897B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Burgerservicenummer (BSN): 200 001 346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D7F00D62-D7A6-462A-A46F-4277720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Finn Visser  |  Physical Address: BoterbloemVeldstraat 5982, 3511 AA Utrecht, Nederland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1F3D8352-4838-4CB5-92BB-7A56AF98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A24ECA62-94A4-417A-BBF7-32C3469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966168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556B7A01-6DCB-418E-9A29-E175EACC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9960F002-7FA9-4189-87CA-5B261877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953789B3-A999-4DE9-B1EA-4D1F582D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BB8F6AEC-06EF-4162-9F54-A09EBBA1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Burgerservicenummer (BSN): 200 001 358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69088D0D-A4C0-487B-85C9-75ABA9C3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Bram Liam Dijkstra  |  Physical Address: DennenVeldstraat 6019, 2011 AA Haarlem, Nederland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B573EE2F-6779-4569-8D39-184DF8D4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90CE1726-025A-40A3-9D3F-7F6D1E2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1F9EC8EF-EE16-45F3-9072-08F63938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Burgerservicenummer (BSN): 200 002 867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81FD0370-86E7-449C-BC08-4024DF7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Eva Thomas de Boer  |  Physical Address: ElzenVeldstraat 6056, 5611 AA Eindhoven, Nederland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B5713FB3-1D19-4AB1-A1A4-1E98B3FA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0A982AF2-3414-4EC9-802C-E7747FDA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6BA44682-913E-4437-8491-7E337CC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Burgerservicenummer (BSN): 200 001 371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87D864DC-A471-42A9-B82C-DADCA321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Sem Bram de Jong  |  Physical Address: GoudenVeldstraat 6093, 4811 AA Breda, Nederland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DAACE39A-1234-40AC-8FFF-588973CC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439A5FAF-D7E6-4D79-A3D6-06672036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58C3A04F-AF8C-463F-B8F1-03A69DD0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Burgerservicenummer (BSN): 200 001 383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1E559DF7-DA69-48DD-B3C8-66A0DD63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Finn Vos  |  Physical Address: KastanjeVeldstraat 6130, 6211 AA Maastricht, Nederland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EC702487-E926-409C-B542-EF9AC714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44429AE7-5F3F-4EF0-BA39-FADD7A21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BABBB2CC-E078-4DA3-8A1E-1DBF719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Burgerservicenummer (BSN): 200 001 395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05480F33-D9D3-499B-8C05-ADC8711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Levi Liam van Dijk  |  Physical Address: LindenVeldstraat 6167, 3011 AA Rotterdam, Nederland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F268BF41-9C65-4E28-837F-96778AF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07141C87-40FF-4249-87BC-1FEC6B82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73808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79EF2113-23C1-4111-8E2A-C5369EAB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E739E1D2-9062-4B99-BB84-A904D5DC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842D6A52-0831-424D-8161-013CECF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E3039FEA-9543-48F6-9229-10AF31EB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Burgerservicenummer (BSN): 200 001 401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5442E2AC-E00B-43CB-AFAF-C0020DB6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Mila Thomas van Leeuwen  |  Physical Address: MolenVeldstraat 6204, 2611 AA Delft, Nederland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7032558F-50B4-4D63-BFF6-75C4D8D9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42CAC5BB-F697-42CB-8CFC-33F860E0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74299F97-7406-4C96-A8D9-D338BA7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Burgerservicenummer (BSN): 200 001 413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B552BD1A-EABA-4E25-B6B4-F5A06466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Finn Bram Visser  |  Physical Address: ParkVeldstraat 6241, 2511 AA Den Haag, Nederland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DE303D8E-388F-4688-A7DA-C4EA471D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94FF16F2-D9B3-4A48-BE1C-A6A45BF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820D27B9-E3EF-4576-8660-3520F3E4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Burgerservicenummer (BSN): 200 001 425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DEBB16C6-DAB7-4ABF-A2D5-C6E79DA9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Anna Finn Dijkstra  |  Physical Address: RivierVeldstraat 6278, 6811 AA Arnhem, Nederland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6641C1C6-F647-49AA-A52B-65334FB7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E13CA0C4-E67B-435F-87F3-DE59CBF9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C2249244-9FAB-4F36-BA85-F54DE367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Burgerservicenummer (BSN): 200 001 437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F6D7D49F-8D68-4E52-9376-59B7F05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Daan Liam Mulder  |  Physical Address: WilgenVeldstraat 6315, 9711 AA Groningen, Nederland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42DFF919-EBD9-41A9-85EA-FF6BE5A1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D5885177-3D1C-41E3-9C57-A4435D5B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CC23B61A-43EA-4937-B19E-85D366CF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Burgerservicenummer (BSN): 200 001 449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B31BD629-D9BA-4D77-A8B0-7D799920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Tess Thomas de Jong  |  Physical Address: AcaciaBerglaan 6352, 1012 JS Amsterdam, Nederland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F628D6EF-E3AE-472C-B142-8B3BCDC4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17F4C79D-8CB0-40BC-A0DB-44AD6F78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03540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94CB6BB6-CAED-4D3A-803C-A37035C1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Burgerservicenummer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FCF2E64C-5D53-4071-8F66-74E75941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825E2F4F-D93D-4E81-8DEB-0C11AEAD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144BA325-E83F-4028-8B89-1309CB9D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Burgerservicenummer (BSN): 200 001 450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02640E53-D8CF-4AA1-8747-EDBBB05E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Bram Vos  |  Physical Address: BeukenBerglaan 6389, 2311 AA Leiden, Nederland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93D16757-8B4E-435A-9429-025694F6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C9D51532-EC8F-48E0-83BC-B9BD54B8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C3F543E5-09DC-4B84-AEFE-3278C8B0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Burgerservicenummer (BSN): 200 001 462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418BEA00-8C24-4443-BF8D-3ADDD525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Finn van Dijk  |  Physical Address: BoterbloemBerglaan 6426, 3511 AA Utrecht, Nederland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877FEE14-CE5B-4209-80EC-0299076A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26A9A0B2-82DD-4A5B-8B90-F1C7BA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7CD68B20-59E1-493F-8ABD-B131DDD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Burgerservicenummer (BSN): 200 001 474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B4AE772A-3427-482C-8C55-30883D75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Mila Dekker  |  Physical Address: DennenBerglaan 6463, 2011 AA Haarlem, Nederland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9A23BEB6-E0FF-413C-9517-7EA048FA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D445FF10-6869-47D5-8B75-E1C7DA1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283DEAC7-98FA-4B60-AC99-4E197464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Burgerservicenummer (BSN): 200 001 486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C4E98A9B-4AA2-4909-9D10-265A1AB9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Julia Thomas Visser  |  Physical Address: ElzenBerglaan 6500, 5611 AA Eindhoven, Nederland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5689A869-E764-4C0A-9BF7-4CF7B1E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207702D5-6F25-4A81-97E7-A1E59A90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FEE0196F-8DAD-4B76-ACA4-22C4AB4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Burgerservicenummer (BSN): 200 001 498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A7FF3BCF-A0BE-4D2D-8E82-229750EA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Bram Dijkstra  |  Physical Address: GoudenBerglaan 6537, 4811 AA Breda, Nederland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2BF5DAB5-478C-42B5-BBA0-7FCAC30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Burgerservicenummer BSN; persoonsnummer; Nederlandse overheid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6FBB0100-4439-4D08-8F5A-833679D4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Netherlands citizen's service (BSN)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8538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2026-07-31T08:59:34.1670000Z</dcterms:created>
  <dcterms:modified xsi:type="dcterms:W3CDTF">2026-07-31T08:59:34.1670000Z</dcterms:modified>
</coreProperties>
</file>
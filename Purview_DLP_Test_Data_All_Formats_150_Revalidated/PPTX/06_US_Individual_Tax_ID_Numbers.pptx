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1031bb75446ef" /><Relationship Type="http://schemas.openxmlformats.org/officeDocument/2006/relationships/extended-properties" Target="/docProps/app.xml" Id="R3d2d56595cdb4ab9" /><Relationship Type="http://schemas.openxmlformats.org/officeDocument/2006/relationships/officeDocument" Target="/ppt/presentation.xml" Id="R51c086b74205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7bea1c6894b85"/>
  </p:sldMasterIdLst>
  <p:notesMasterIdLst>
    <p:notesMasterId xmlns:r="http://schemas.openxmlformats.org/officeDocument/2006/relationships" r:id="R253f2c7d192343f5"/>
  </p:notesMasterIdLst>
  <p:sldIdLst>
    <p:sldId xmlns:r="http://schemas.openxmlformats.org/officeDocument/2006/relationships" id="256" r:id="R4ddebfabcc974f38"/>
    <p:sldId xmlns:r="http://schemas.openxmlformats.org/officeDocument/2006/relationships" id="257" r:id="R35298f69cc72464d"/>
    <p:sldId xmlns:r="http://schemas.openxmlformats.org/officeDocument/2006/relationships" id="258" r:id="R970d79bdf197469d"/>
    <p:sldId xmlns:r="http://schemas.openxmlformats.org/officeDocument/2006/relationships" id="259" r:id="R040fa5c205e24f09"/>
    <p:sldId xmlns:r="http://schemas.openxmlformats.org/officeDocument/2006/relationships" id="260" r:id="Rb55e53df797943c9"/>
    <p:sldId xmlns:r="http://schemas.openxmlformats.org/officeDocument/2006/relationships" id="261" r:id="R98f5c53714e54b31"/>
    <p:sldId xmlns:r="http://schemas.openxmlformats.org/officeDocument/2006/relationships" id="262" r:id="R40fb01ee27404c3f"/>
    <p:sldId xmlns:r="http://schemas.openxmlformats.org/officeDocument/2006/relationships" id="263" r:id="R64a4898b91534640"/>
    <p:sldId xmlns:r="http://schemas.openxmlformats.org/officeDocument/2006/relationships" id="264" r:id="R7053b9bf47e64152"/>
    <p:sldId xmlns:r="http://schemas.openxmlformats.org/officeDocument/2006/relationships" id="265" r:id="R89a20ac16b454dcf"/>
    <p:sldId xmlns:r="http://schemas.openxmlformats.org/officeDocument/2006/relationships" id="266" r:id="Rbb783302864d459c"/>
    <p:sldId xmlns:r="http://schemas.openxmlformats.org/officeDocument/2006/relationships" id="267" r:id="Rf37be2d4bb174a5f"/>
    <p:sldId xmlns:r="http://schemas.openxmlformats.org/officeDocument/2006/relationships" id="268" r:id="R65ed0a54a64446b2"/>
    <p:sldId xmlns:r="http://schemas.openxmlformats.org/officeDocument/2006/relationships" id="269" r:id="R87871ecb3181471a"/>
    <p:sldId xmlns:r="http://schemas.openxmlformats.org/officeDocument/2006/relationships" id="270" r:id="R6c86913035d94820"/>
    <p:sldId xmlns:r="http://schemas.openxmlformats.org/officeDocument/2006/relationships" id="271" r:id="Rba17003d411c42d3"/>
    <p:sldId xmlns:r="http://schemas.openxmlformats.org/officeDocument/2006/relationships" id="272" r:id="Rcc569447ae8f4f2b"/>
    <p:sldId xmlns:r="http://schemas.openxmlformats.org/officeDocument/2006/relationships" id="273" r:id="Rfe38bb8ac9f24fd0"/>
    <p:sldId xmlns:r="http://schemas.openxmlformats.org/officeDocument/2006/relationships" id="274" r:id="R7cd2730fff4f4ef5"/>
    <p:sldId xmlns:r="http://schemas.openxmlformats.org/officeDocument/2006/relationships" id="275" r:id="R78184c45b3e7449e"/>
    <p:sldId xmlns:r="http://schemas.openxmlformats.org/officeDocument/2006/relationships" id="276" r:id="R19616fde76b848e0"/>
    <p:sldId xmlns:r="http://schemas.openxmlformats.org/officeDocument/2006/relationships" id="277" r:id="R266011f246564b1f"/>
    <p:sldId xmlns:r="http://schemas.openxmlformats.org/officeDocument/2006/relationships" id="278" r:id="R80a4d841a9b046e7"/>
    <p:sldId xmlns:r="http://schemas.openxmlformats.org/officeDocument/2006/relationships" id="279" r:id="R66423752924d4836"/>
    <p:sldId xmlns:r="http://schemas.openxmlformats.org/officeDocument/2006/relationships" id="280" r:id="R518a8526ae474d31"/>
    <p:sldId xmlns:r="http://schemas.openxmlformats.org/officeDocument/2006/relationships" id="281" r:id="Rc7c6bd88e08c45b4"/>
    <p:sldId xmlns:r="http://schemas.openxmlformats.org/officeDocument/2006/relationships" id="282" r:id="Rf398dada27ad4abd"/>
    <p:sldId xmlns:r="http://schemas.openxmlformats.org/officeDocument/2006/relationships" id="283" r:id="R9e6ea81f0c4a456c"/>
    <p:sldId xmlns:r="http://schemas.openxmlformats.org/officeDocument/2006/relationships" id="284" r:id="R71d40cc7581744f8"/>
    <p:sldId xmlns:r="http://schemas.openxmlformats.org/officeDocument/2006/relationships" id="285" r:id="Rafb9a5d1a24d47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596105bc9045d2" /><Relationship Type="http://schemas.openxmlformats.org/officeDocument/2006/relationships/slideMaster" Target="/ppt/slideMasters/slideMaster1.xml" Id="R84b7bea1c6894b85" /><Relationship Type="http://schemas.openxmlformats.org/officeDocument/2006/relationships/notesMaster" Target="/ppt/notesMasters/notesMaster1.xml" Id="R253f2c7d192343f5" /><Relationship Type="http://schemas.openxmlformats.org/officeDocument/2006/relationships/presProps" Target="/ppt/presProps.xml" Id="R888b503e66614ca9" /><Relationship Type="http://schemas.openxmlformats.org/officeDocument/2006/relationships/tableStyles" Target="/ppt/tableStyles.xml" Id="R6faf3e102dd94cc6" /><Relationship Type="http://schemas.openxmlformats.org/officeDocument/2006/relationships/slide" Target="/ppt/slides/slide1.xml" Id="R4ddebfabcc974f38" /><Relationship Type="http://schemas.openxmlformats.org/officeDocument/2006/relationships/slide" Target="/ppt/slides/slide2.xml" Id="R35298f69cc72464d" /><Relationship Type="http://schemas.openxmlformats.org/officeDocument/2006/relationships/slide" Target="/ppt/slides/slide3.xml" Id="R970d79bdf197469d" /><Relationship Type="http://schemas.openxmlformats.org/officeDocument/2006/relationships/slide" Target="/ppt/slides/slide4.xml" Id="R040fa5c205e24f09" /><Relationship Type="http://schemas.openxmlformats.org/officeDocument/2006/relationships/slide" Target="/ppt/slides/slide5.xml" Id="Rb55e53df797943c9" /><Relationship Type="http://schemas.openxmlformats.org/officeDocument/2006/relationships/slide" Target="/ppt/slides/slide6.xml" Id="R98f5c53714e54b31" /><Relationship Type="http://schemas.openxmlformats.org/officeDocument/2006/relationships/slide" Target="/ppt/slides/slide7.xml" Id="R40fb01ee27404c3f" /><Relationship Type="http://schemas.openxmlformats.org/officeDocument/2006/relationships/slide" Target="/ppt/slides/slide8.xml" Id="R64a4898b91534640" /><Relationship Type="http://schemas.openxmlformats.org/officeDocument/2006/relationships/slide" Target="/ppt/slides/slide9.xml" Id="R7053b9bf47e64152" /><Relationship Type="http://schemas.openxmlformats.org/officeDocument/2006/relationships/slide" Target="/ppt/slides/slide10.xml" Id="R89a20ac16b454dcf" /><Relationship Type="http://schemas.openxmlformats.org/officeDocument/2006/relationships/slide" Target="/ppt/slides/slide11.xml" Id="Rbb783302864d459c" /><Relationship Type="http://schemas.openxmlformats.org/officeDocument/2006/relationships/slide" Target="/ppt/slides/slide12.xml" Id="Rf37be2d4bb174a5f" /><Relationship Type="http://schemas.openxmlformats.org/officeDocument/2006/relationships/slide" Target="/ppt/slides/slide13.xml" Id="R65ed0a54a64446b2" /><Relationship Type="http://schemas.openxmlformats.org/officeDocument/2006/relationships/slide" Target="/ppt/slides/slide14.xml" Id="R87871ecb3181471a" /><Relationship Type="http://schemas.openxmlformats.org/officeDocument/2006/relationships/slide" Target="/ppt/slides/slide15.xml" Id="R6c86913035d94820" /><Relationship Type="http://schemas.openxmlformats.org/officeDocument/2006/relationships/slide" Target="/ppt/slides/slide16.xml" Id="Rba17003d411c42d3" /><Relationship Type="http://schemas.openxmlformats.org/officeDocument/2006/relationships/slide" Target="/ppt/slides/slide17.xml" Id="Rcc569447ae8f4f2b" /><Relationship Type="http://schemas.openxmlformats.org/officeDocument/2006/relationships/slide" Target="/ppt/slides/slide18.xml" Id="Rfe38bb8ac9f24fd0" /><Relationship Type="http://schemas.openxmlformats.org/officeDocument/2006/relationships/slide" Target="/ppt/slides/slide19.xml" Id="R7cd2730fff4f4ef5" /><Relationship Type="http://schemas.openxmlformats.org/officeDocument/2006/relationships/slide" Target="/ppt/slides/slide20.xml" Id="R78184c45b3e7449e" /><Relationship Type="http://schemas.openxmlformats.org/officeDocument/2006/relationships/slide" Target="/ppt/slides/slide21.xml" Id="R19616fde76b848e0" /><Relationship Type="http://schemas.openxmlformats.org/officeDocument/2006/relationships/slide" Target="/ppt/slides/slide22.xml" Id="R266011f246564b1f" /><Relationship Type="http://schemas.openxmlformats.org/officeDocument/2006/relationships/slide" Target="/ppt/slides/slide23.xml" Id="R80a4d841a9b046e7" /><Relationship Type="http://schemas.openxmlformats.org/officeDocument/2006/relationships/slide" Target="/ppt/slides/slide24.xml" Id="R66423752924d4836" /><Relationship Type="http://schemas.openxmlformats.org/officeDocument/2006/relationships/slide" Target="/ppt/slides/slide25.xml" Id="R518a8526ae474d31" /><Relationship Type="http://schemas.openxmlformats.org/officeDocument/2006/relationships/slide" Target="/ppt/slides/slide26.xml" Id="Rc7c6bd88e08c45b4" /><Relationship Type="http://schemas.openxmlformats.org/officeDocument/2006/relationships/slide" Target="/ppt/slides/slide27.xml" Id="Rf398dada27ad4abd" /><Relationship Type="http://schemas.openxmlformats.org/officeDocument/2006/relationships/slide" Target="/ppt/slides/slide28.xml" Id="R9e6ea81f0c4a456c" /><Relationship Type="http://schemas.openxmlformats.org/officeDocument/2006/relationships/slide" Target="/ppt/slides/slide29.xml" Id="R71d40cc7581744f8" /><Relationship Type="http://schemas.openxmlformats.org/officeDocument/2006/relationships/slide" Target="/ppt/slides/slide30.xml" Id="Rafb9a5d1a24d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16d9de255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39afbc05446df" /><Relationship Type="http://schemas.openxmlformats.org/officeDocument/2006/relationships/notesMaster" Target="/ppt/notesMasters/notesMaster1.xml" Id="Rc36f3c0ad229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a522ca75b0446d" /><Relationship Type="http://schemas.openxmlformats.org/officeDocument/2006/relationships/notesMaster" Target="/ppt/notesMasters/notesMaster1.xml" Id="R8cf8453bd78d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7f74dfa546496f" /><Relationship Type="http://schemas.openxmlformats.org/officeDocument/2006/relationships/notesMaster" Target="/ppt/notesMasters/notesMaster1.xml" Id="Re6903267e1df46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0c5edfafa4b9d" /><Relationship Type="http://schemas.openxmlformats.org/officeDocument/2006/relationships/notesMaster" Target="/ppt/notesMasters/notesMaster1.xml" Id="Rbb965c1bb3c84c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21b9d480242c4" /><Relationship Type="http://schemas.openxmlformats.org/officeDocument/2006/relationships/notesMaster" Target="/ppt/notesMasters/notesMaster1.xml" Id="Recec9912bb8a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4cd9c73dc4005" /><Relationship Type="http://schemas.openxmlformats.org/officeDocument/2006/relationships/notesMaster" Target="/ppt/notesMasters/notesMaster1.xml" Id="R418015ba580f45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1ce16eba049df" /><Relationship Type="http://schemas.openxmlformats.org/officeDocument/2006/relationships/notesMaster" Target="/ppt/notesMasters/notesMaster1.xml" Id="R778dd86e363f4b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e5b78c29f34505" /><Relationship Type="http://schemas.openxmlformats.org/officeDocument/2006/relationships/notesMaster" Target="/ppt/notesMasters/notesMaster1.xml" Id="Rdc4ab9a750534f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1ccfb304194566" /><Relationship Type="http://schemas.openxmlformats.org/officeDocument/2006/relationships/notesMaster" Target="/ppt/notesMasters/notesMaster1.xml" Id="Rf3ef818bcdaa42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a2785fa2bb427f" /><Relationship Type="http://schemas.openxmlformats.org/officeDocument/2006/relationships/notesMaster" Target="/ppt/notesMasters/notesMaster1.xml" Id="Rad9237e822d8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9a11d364d34628" /><Relationship Type="http://schemas.openxmlformats.org/officeDocument/2006/relationships/notesMaster" Target="/ppt/notesMasters/notesMaster1.xml" Id="Rdd3909cc726d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d0a5a4d0fc40dc" /><Relationship Type="http://schemas.openxmlformats.org/officeDocument/2006/relationships/notesMaster" Target="/ppt/notesMasters/notesMaster1.xml" Id="Rba5b2a1f60ee4b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05b4ddc9eb4b08" /><Relationship Type="http://schemas.openxmlformats.org/officeDocument/2006/relationships/notesMaster" Target="/ppt/notesMasters/notesMaster1.xml" Id="Rdae18114dc144b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666d6920d940a5" /><Relationship Type="http://schemas.openxmlformats.org/officeDocument/2006/relationships/notesMaster" Target="/ppt/notesMasters/notesMaster1.xml" Id="R115d69bf68174c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5f525ca10a4f91" /><Relationship Type="http://schemas.openxmlformats.org/officeDocument/2006/relationships/notesMaster" Target="/ppt/notesMasters/notesMaster1.xml" Id="Rf06b3e87c07a4c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7ebc736509444c" /><Relationship Type="http://schemas.openxmlformats.org/officeDocument/2006/relationships/notesMaster" Target="/ppt/notesMasters/notesMaster1.xml" Id="R4bafa92c339345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d24c2652544952" /><Relationship Type="http://schemas.openxmlformats.org/officeDocument/2006/relationships/notesMaster" Target="/ppt/notesMasters/notesMaster1.xml" Id="R0421ad35fb0a4b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2649e4fc054713" /><Relationship Type="http://schemas.openxmlformats.org/officeDocument/2006/relationships/notesMaster" Target="/ppt/notesMasters/notesMaster1.xml" Id="Ra50f4d7801594e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f92d5e87c0461e" /><Relationship Type="http://schemas.openxmlformats.org/officeDocument/2006/relationships/notesMaster" Target="/ppt/notesMasters/notesMaster1.xml" Id="R116f70d7dfe340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a5ea7cc57d4717" /><Relationship Type="http://schemas.openxmlformats.org/officeDocument/2006/relationships/notesMaster" Target="/ppt/notesMasters/notesMaster1.xml" Id="Rc1ae72d010c646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059420632246a5" /><Relationship Type="http://schemas.openxmlformats.org/officeDocument/2006/relationships/notesMaster" Target="/ppt/notesMasters/notesMaster1.xml" Id="R4d736cc5cfde47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456f1f83a4b4575" /><Relationship Type="http://schemas.openxmlformats.org/officeDocument/2006/relationships/notesMaster" Target="/ppt/notesMasters/notesMaster1.xml" Id="R279046bd897343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1d321a4ec24326" /><Relationship Type="http://schemas.openxmlformats.org/officeDocument/2006/relationships/notesMaster" Target="/ppt/notesMasters/notesMaster1.xml" Id="R98d5c631719440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129944189d4ce5" /><Relationship Type="http://schemas.openxmlformats.org/officeDocument/2006/relationships/notesMaster" Target="/ppt/notesMasters/notesMaster1.xml" Id="R668c7e3cb865430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eaa38338504302" /><Relationship Type="http://schemas.openxmlformats.org/officeDocument/2006/relationships/notesMaster" Target="/ppt/notesMasters/notesMaster1.xml" Id="R193c768a5b274c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540ac5ce2f4c68" /><Relationship Type="http://schemas.openxmlformats.org/officeDocument/2006/relationships/notesMaster" Target="/ppt/notesMasters/notesMaster1.xml" Id="R64f7ed0685be40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82a0332cd643f1" /><Relationship Type="http://schemas.openxmlformats.org/officeDocument/2006/relationships/notesMaster" Target="/ppt/notesMasters/notesMaster1.xml" Id="Rb3c5fa8539684c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f85eac90094f92" /><Relationship Type="http://schemas.openxmlformats.org/officeDocument/2006/relationships/notesMaster" Target="/ppt/notesMasters/notesMaster1.xml" Id="R984f30716cb741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2044ff436e64b08" /><Relationship Type="http://schemas.openxmlformats.org/officeDocument/2006/relationships/notesMaster" Target="/ppt/notesMasters/notesMaster1.xml" Id="R5f8aedd8597f4d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fc502715a149e1" /><Relationship Type="http://schemas.openxmlformats.org/officeDocument/2006/relationships/notesMaster" Target="/ppt/notesMasters/notesMaster1.xml" Id="R3500921866b14f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https://learn.microsoft.com/en-us/purview/sit-defn-us-individual-taxpayer-identification-number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87f874c5d41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1ad065fa204c6a" /><Relationship Type="http://schemas.openxmlformats.org/officeDocument/2006/relationships/slideLayout" Target="/ppt/slideLayouts/slideLayout1.xml" Id="R9c4d2d3e8e084e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4d2d3e8e084e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d604757f54dd5" /><Relationship Type="http://schemas.openxmlformats.org/officeDocument/2006/relationships/notesSlide" Target="/ppt/notesSlides/notesSlide1.xml" Id="R496ccadf60bb42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658f20844e6c" /><Relationship Type="http://schemas.openxmlformats.org/officeDocument/2006/relationships/notesSlide" Target="/ppt/notesSlides/notesSlide2.xml" Id="R63393db1564c43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bedab34640b3" /><Relationship Type="http://schemas.openxmlformats.org/officeDocument/2006/relationships/notesSlide" Target="/ppt/notesSlides/notesSlide3.xml" Id="R3ef03ed67158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3d9d09dbe44d6" /><Relationship Type="http://schemas.openxmlformats.org/officeDocument/2006/relationships/notesSlide" Target="/ppt/notesSlides/notesSlide4.xml" Id="R7afd96463dde45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87dea2863496c" /><Relationship Type="http://schemas.openxmlformats.org/officeDocument/2006/relationships/notesSlide" Target="/ppt/notesSlides/notesSlide5.xml" Id="R3f7023dc44b4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c534056dd48b5" /><Relationship Type="http://schemas.openxmlformats.org/officeDocument/2006/relationships/notesSlide" Target="/ppt/notesSlides/notesSlide6.xml" Id="R45742eec6bc34c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c694d67049dc" /><Relationship Type="http://schemas.openxmlformats.org/officeDocument/2006/relationships/notesSlide" Target="/ppt/notesSlides/notesSlide7.xml" Id="Rff5c74ac952a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894616674930" /><Relationship Type="http://schemas.openxmlformats.org/officeDocument/2006/relationships/notesSlide" Target="/ppt/notesSlides/notesSlide8.xml" Id="R171e446aa9ae49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2e65058814c51" /><Relationship Type="http://schemas.openxmlformats.org/officeDocument/2006/relationships/notesSlide" Target="/ppt/notesSlides/notesSlide9.xml" Id="Ra2bc388db56c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b7d81719f4643" /><Relationship Type="http://schemas.openxmlformats.org/officeDocument/2006/relationships/notesSlide" Target="/ppt/notesSlides/notesSlide10.xml" Id="Rc50b24883799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753e47a3c475f" /><Relationship Type="http://schemas.openxmlformats.org/officeDocument/2006/relationships/notesSlide" Target="/ppt/notesSlides/notesSlide11.xml" Id="R617c2bbc4a7d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b3550efef4e29" /><Relationship Type="http://schemas.openxmlformats.org/officeDocument/2006/relationships/notesSlide" Target="/ppt/notesSlides/notesSlide12.xml" Id="Rf7f9610cb45642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8164accc24a24" /><Relationship Type="http://schemas.openxmlformats.org/officeDocument/2006/relationships/notesSlide" Target="/ppt/notesSlides/notesSlide13.xml" Id="Rc04e96a03e6047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0a6e660a544b3" /><Relationship Type="http://schemas.openxmlformats.org/officeDocument/2006/relationships/notesSlide" Target="/ppt/notesSlides/notesSlide14.xml" Id="R4bd8cabf58394e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8907338740b6" /><Relationship Type="http://schemas.openxmlformats.org/officeDocument/2006/relationships/notesSlide" Target="/ppt/notesSlides/notesSlide15.xml" Id="R03fcfe0da1424c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0126ec90f4fef" /><Relationship Type="http://schemas.openxmlformats.org/officeDocument/2006/relationships/notesSlide" Target="/ppt/notesSlides/notesSlide16.xml" Id="R68afd30f54ed46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53964c0614513" /><Relationship Type="http://schemas.openxmlformats.org/officeDocument/2006/relationships/notesSlide" Target="/ppt/notesSlides/notesSlide17.xml" Id="Ra8394dab04e34e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a89c208444262" /><Relationship Type="http://schemas.openxmlformats.org/officeDocument/2006/relationships/notesSlide" Target="/ppt/notesSlides/notesSlide18.xml" Id="Rd56afefb52be4c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6a5469d774a6e" /><Relationship Type="http://schemas.openxmlformats.org/officeDocument/2006/relationships/notesSlide" Target="/ppt/notesSlides/notesSlide19.xml" Id="Rd5b55acae2b84e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c438e16034589" /><Relationship Type="http://schemas.openxmlformats.org/officeDocument/2006/relationships/notesSlide" Target="/ppt/notesSlides/notesSlide20.xml" Id="R6d58f2da59f04d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c9c9b0d0a435e" /><Relationship Type="http://schemas.openxmlformats.org/officeDocument/2006/relationships/notesSlide" Target="/ppt/notesSlides/notesSlide21.xml" Id="R33842cde6be949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7dd7f69584274" /><Relationship Type="http://schemas.openxmlformats.org/officeDocument/2006/relationships/notesSlide" Target="/ppt/notesSlides/notesSlide22.xml" Id="R0fe1b65385dd4f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ae673dad429c" /><Relationship Type="http://schemas.openxmlformats.org/officeDocument/2006/relationships/notesSlide" Target="/ppt/notesSlides/notesSlide23.xml" Id="R8b3356983b474f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fc974742b44b4" /><Relationship Type="http://schemas.openxmlformats.org/officeDocument/2006/relationships/notesSlide" Target="/ppt/notesSlides/notesSlide24.xml" Id="R123f69dd755d49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fb7cbd2f941eb" /><Relationship Type="http://schemas.openxmlformats.org/officeDocument/2006/relationships/notesSlide" Target="/ppt/notesSlides/notesSlide25.xml" Id="R5ffbf91266c542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ca7696613482c" /><Relationship Type="http://schemas.openxmlformats.org/officeDocument/2006/relationships/notesSlide" Target="/ppt/notesSlides/notesSlide26.xml" Id="Reaf44261d53746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1078398dd4805" /><Relationship Type="http://schemas.openxmlformats.org/officeDocument/2006/relationships/notesSlide" Target="/ppt/notesSlides/notesSlide27.xml" Id="R0f80f3a5a8f04d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79077747740ae" /><Relationship Type="http://schemas.openxmlformats.org/officeDocument/2006/relationships/notesSlide" Target="/ppt/notesSlides/notesSlide28.xml" Id="R99b56a2115d240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1f8df82cb45fd" /><Relationship Type="http://schemas.openxmlformats.org/officeDocument/2006/relationships/notesSlide" Target="/ppt/notesSlides/notesSlide29.xml" Id="R26ed2f6d232f4b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b606dddf94c6a" /><Relationship Type="http://schemas.openxmlformats.org/officeDocument/2006/relationships/notesSlide" Target="/ppt/notesSlides/notesSlide30.xml" Id="Rd3edd1666fee4f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4E71A142-D27C-47DB-85A6-2A9EF0A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ACD9E5C4-3380-49AA-88FA-A70DBE39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D335824E-444F-4D14-9B25-1A5826EC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14D92B4D-58DA-427D-A2B7-4F4182B6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Individual Taxpayer Identification Number (ITIN): 900-50-1000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9C0934EF-1278-4C38-B084-CB78EF75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Olivia Harris  |  Physical Address: 9105 Meadow Glen Drive, Denver, CO 80202, USA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779BBF91-F6E7-4812-B713-48AE869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D2AEE0B9-612C-4FF2-ADFF-CD89346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B7D53236-EACD-46CB-BBA3-0260825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Individual Taxpayer Identification Number (ITIN): 901-51-1001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F2AC8A12-F0B2-4218-9620-D30AE959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Evelyn Williams  |  Physical Address: 9142 Highland Glen Drive, Nashville, TN 37219, USA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24FF7EE7-FBF4-4894-81B3-5110D1E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80827B3C-C4EE-498F-968C-ADE86F0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A550AB4F-0D70-441D-8E2A-BF92DCF5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Individual Taxpayer Identification Number (ITIN): 902-52-1002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2F4C797D-D6F5-433B-BB46-4E3D3F62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Amelia Garcia  |  Physical Address: 9179 Sunset Glen Drive, Austin, TX 78701, USA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6F212C04-1ED3-4436-B788-509531B9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EE0AFFC2-3F08-4765-A4FA-62DEE68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F92FC873-AFE0-4A63-A4AF-92EBCB4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Individual Taxpayer Identification Number (ITIN): 903-53-1003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DDCA8D28-FAA7-4CE2-8B6B-21E41443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Sophia Wilson  |  Physical Address: 9216 Pine Glen Drive, Chicago, IL 60601, USA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B2E4A505-3F13-4883-BF8A-4EACD5D3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AB5BC926-701E-4A74-94C2-9A25804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BDBDF0D8-2439-4A71-A1A3-7B227964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Individual Taxpayer Identification Number (ITIN): 904-54-1004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07FD82F8-4C93-4699-80BA-B68EB566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Olivia Lewis  |  Physical Address: 9253 Lake Glen Drive, Richmond, VA 23219, USA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8589EEA0-C82C-4A16-9759-905802EA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8AD11275-D9DE-448E-8F8C-EB0B8F64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43273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3E700E1-A86A-4A52-A244-F40C5573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060926AB-2133-4411-AE25-DB0AFB91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7E07FAFE-C10B-482C-B3DD-0E0C7626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19C6D2AF-15D9-4E8E-AA6E-87F06390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Individual Taxpayer Identification Number (ITIN): 905-55-1005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F3DC8967-5DA3-47AD-87AF-EA1BDB3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Evelyn Anderson  |  Physical Address: 9290 Forest Glen Drive, Portland, OR 97205, USA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A21DDEB5-0BEB-437F-BC54-10EA014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4B1A7E3F-D3ED-4D9B-85CA-BE7368E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62F7C53F-3005-4F99-B6E1-36697E2F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Individual Taxpayer Identification Number (ITIN): 906-56-1006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06FE31F5-413D-484D-B349-D0517BC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Amelia Hall  |  Physical Address: 9327 Silver Brook Drive, San Diego, CA 92101, USA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56E6CC31-96D5-49DC-9705-86A817E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C12FF818-D19D-426B-B2F2-F4C09E1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F821A2F8-FA47-401A-95CC-50ED8A3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Individual Taxpayer Identification Number (ITIN): 907-57-1007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94730742-4B02-4D89-8726-50401563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Sophia Harris  |  Physical Address: 9364 Golden Brook Drive, Boston, MA 02108, USA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4AEC571B-CF48-4023-9D38-EBD73D8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51954349-8FB3-44C7-ACF2-34C46F41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096AFC73-B634-4745-85A9-349023B4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Individual Taxpayer Identification Number (ITIN): 908-58-1008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3578F5DB-79D1-4343-8D6A-11085EDF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Olivia Brown  |  Physical Address: 9401 Cedar Brook Drive, Minneapolis, MN 55401, USA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0086850B-1371-4F6E-8AC7-E2AD25E6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2EB02C45-0FA3-4F6C-8546-D1D65E5C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687A4338-7C8C-417B-B8D1-773FD030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Individual Taxpayer Identification Number (ITIN): 909-59-1009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C66375A7-EF08-4715-BB38-25ED22A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Evelyn Garcia  |  Physical Address: 9438 Willow Brook Drive, Seattle, WA 98101, USA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CBDF891B-59FF-4D70-BD7B-F804657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581515FC-A117-4EA8-978C-86CEF888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68175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CBBE35F4-A436-4959-93AB-BDFB890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7402CE3F-9684-4A6D-9FF2-DE00AD29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2CEB098F-2037-431F-B624-2A364CF4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8B6163CC-D474-4E96-A399-6ADF785F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Individual Taxpayer Identification Number (ITIN): 910-60-1010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3BC7C030-917C-4A03-A83A-42A32FC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Amelia Wilson  |  Physical Address: 9475 Maple Brook Drive, Charlotte, NC 28202, USA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594F4C19-2796-40D8-A985-9F7C77A9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446B4FB6-DE30-49C7-A985-657FAED5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8A4934B2-03E0-4C28-A42C-AA474558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Individual Taxpayer Identification Number (ITIN): 911-61-1011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C19F04C3-83A0-4387-BF34-2132E352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Henry Lewis  |  Physical Address: 9512 River Brook Drive, Salt Lake City, UT 84101, USA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29A4E8E8-4B44-4527-85C3-8CAF090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17150669-B71A-4C2A-9AB6-CE4D4D87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7C5EA959-7264-4DE4-9115-F538563D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Individual Taxpayer Identification Number (ITIN): 912-62-1012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C858E3B0-CFC4-4DA1-9664-2112AA93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Olivia Thomas  |  Physical Address: 9549 Meadow Brook Drive, Atlanta, GA 30303, USA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B79B71FA-C1E7-40CD-80DC-2132CFE2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DEBF54C2-6E34-459F-A348-221CB6D3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1D33FBDD-D06D-453C-9873-F38B5D8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Individual Taxpayer Identification Number (ITIN): 913-63-1013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B694E97E-245A-402D-9547-1DCFB5F9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Evelyn Hall  |  Physical Address: 9586 Highland Brook Drive, Columbus, OH 43215, USA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72F14C44-A3FC-4322-A12E-535C732B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B29D5A4B-C041-444E-A69F-CE99765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187AE3FB-DB34-47A9-8BE5-A62E1D06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Individual Taxpayer Identification Number (ITIN): 914-64-1014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915F2770-C2CE-4265-B7AD-1379C46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Amelia Harris  |  Physical Address: 9623 Sunset Brook Drive, Phoenix, AZ 85004, USA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74866099-CCA6-4658-9473-10D3B5F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346A7773-9801-4492-B63B-2617375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116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98E6D34C-A20D-4FCA-BB7B-0261B8E0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CC0C76E1-2621-455D-AB9F-192B2BD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B6A01375-518B-40D8-8150-1BC5282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E7FD706-EA38-40F9-892C-47198E56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Individual Taxpayer Identification Number (ITIN): 915-65-1015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D8530A74-D460-487A-B96C-8411DA8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Sophia Brown  |  Physical Address: 9660 Pine Brook Drive, Philadelphia, PA 19103, USA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FC9FEC5B-9668-43CF-A4FE-386010FA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DB1C012B-E5FE-4049-8538-0D755B1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DA09B6DF-4D68-430E-99CB-8FFADE64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Individual Taxpayer Identification Number (ITIN): 916-70-1016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27E9BD59-3CDC-455B-8F28-5E7D8B72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Olivia Martinez  |  Physical Address: 9697 Lake Brook Drive, Denver, CO 80202, USA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67DE086C-0B57-46A0-A5EE-A8E53742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6E690949-E5B2-4B60-92CF-9DC9661F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EC30FCA0-8E25-4018-B9F7-EB3A3B97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Individual Taxpayer Identification Number (ITIN): 917-71-1017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5CDA84D6-19D8-457F-AA94-F1511CFD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Evelyn Wilson  |  Physical Address: 9734 Forest Brook Drive, Nashville, TN 37219, USA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78A945B1-4141-43D0-9A0D-1B28051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CDA719F7-3AA4-40D8-AC8B-59DF88C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810E2E52-3705-4790-9A6A-E94BB5F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Individual Taxpayer Identification Number (ITIN): 918-72-1018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8F63460C-6E75-4D0B-BD23-03C5D301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James Lewis  |  Physical Address: 9771 Silver Field Drive, Austin, TX 78701, USA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E11F6B9B-6C4C-4F2F-AF24-4A1F8BE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F519DB10-8D85-491E-9005-19F36A7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D1F8FD99-7AC3-4B62-9520-BB988776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Individual Taxpayer Identification Number (ITIN): 919-73-1019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671F55BD-AF91-4B7E-8751-E39790E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Ethan Thomas  |  Physical Address: 9808 Golden Field Drive, Chicago, IL 60601, USA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ED0D715D-09A2-4A8A-99F3-347438E1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195C1AA7-0432-4505-A61C-41713586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2762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0DB23DD3-565C-490A-8EFF-9A304A9C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70F70497-BDA2-40E8-99F6-9F6E3D85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81C34AF7-44A5-47B0-B30E-B9654958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F2633C07-F510-4B53-B6D6-09F5CCD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Individual Taxpayer Identification Number (ITIN): 920-74-1020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C64FBE21-8847-4F4B-B356-334C5811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Caleb Hall  |  Physical Address: 9845 Cedar Field Drive, Richmond, VA 23219, USA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B276241A-B0A2-43A9-9BE6-0C5B8F95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E34C0CD0-8D75-4A25-B0FF-F0A3418F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ECDC41BE-7B1B-4D9E-8E00-17C1599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Individual Taxpayer Identification Number (ITIN): 921-75-1021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8DBBAC3A-598C-4042-A041-848A98D3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Daniel Harris  |  Physical Address: 9882 Willow Field Drive, Portland, OR 97205, USA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6655B841-DAA4-49ED-8B01-004401F8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6FA43B92-2264-4702-BC33-B7C744EA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50CA77CD-EFFD-4832-B2AD-C8C71069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Individual Taxpayer Identification Number (ITIN): 922-76-1022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A8963E7E-4223-4CE5-80E1-9C643E6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James Brown  |  Physical Address: 39 Maple Field Drive, San Diego, CA 92101, USA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3DB275CC-8B0A-4E20-ADE2-04C5741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59753FA6-CB4C-4613-B1D2-F6C3196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E7F10044-4BD0-4873-9DA2-A514558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Individual Taxpayer Identification Number (ITIN): 923-77-1023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14BB2C61-59E7-47CE-918B-63B44CD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Ethan Martinez  |  Physical Address: 76 River Field Drive, Boston, MA 02108, USA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EC9BA398-B9AF-42C2-B815-C1E1069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87429807-5153-43E4-B560-DCE566A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FDEA6C8C-AB36-4BF7-87FE-AF43F207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Individual Taxpayer Identification Number (ITIN): 924-78-1024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C3EDAFD5-3D34-4153-8398-5AD5F5FA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Caleb Wilson  |  Physical Address: 113 Meadow Field Drive, Minneapolis, MN 55401, USA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4A913B9F-0BB8-4AC7-8FF0-0D813EDB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60BA130F-0CB5-4BCD-8661-B31E249C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85092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EB27DD69-22AF-413D-BF53-6C83857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21A7B171-3192-4DD3-B875-50376DE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5C2B3473-62C8-4A30-B3FB-EB124B55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5995BD6F-37DD-4562-B219-21E5F5A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Individual Taxpayer Identification Number (ITIN): 925-79-1025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FC1A7619-107C-42A2-84A8-C9F93D2A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Daniel Lewis  |  Physical Address: 150 Highland Field Drive, Seattle, WA 98101, USA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2AC0C312-2E4E-416A-BAC1-A4268F01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0B81C0E0-69CE-4D51-9BD6-C925F2F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CB4BE3F7-317E-4C47-9E6D-E10E824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Individual Taxpayer Identification Number (ITIN): 926-80-1026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42C979F1-3035-4F5E-A934-97EF997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James Thomas  |  Physical Address: 187 Sunset Field Drive, Charlotte, NC 28202, USA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E350CDE8-A5CA-4AB3-B085-20F9EE1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9E7D341E-79FD-4AE4-8697-C432DB8C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CC6F24EB-6C47-499C-AA46-72A9D53E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Individual Taxpayer Identification Number (ITIN): 927-81-1027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9E5E3FD1-55F8-40E5-AF08-22A8E3D8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Ethan Allen  |  Physical Address: 224 Pine Field Drive, Salt Lake City, UT 84101, USA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A202E9E2-A111-4737-AC99-2D5CE99C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393960F7-0D8B-4104-B951-656605F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60F49719-27DD-489D-BACE-A8276E0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Individual Taxpayer Identification Number (ITIN): 928-82-1028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33E7FC28-3D8C-46A6-964B-D49BBD0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Caleb Harris  |  Physical Address: 261 Lake Field Drive, Atlanta, GA 30303, USA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0E4B52E7-96CC-4C36-8D43-26F4239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3539E340-909C-4899-8EA8-0ECE693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F30CC7BE-1DBA-4A57-9784-BA4FCFC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Individual Taxpayer Identification Number (ITIN): 929-83-1029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159A71AB-30C1-46E6-AF1A-2B8A76D5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Daniel Brown  |  Physical Address: 298 Forest Field Drive, Columbus, OH 43215, USA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7702A4A6-F07A-4161-83E6-550F880A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FD1003ED-30C0-4198-8FA2-5B79E33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4074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C60D27B3-A570-4561-A88E-919DEC63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B5995AFE-E2E3-44AB-991C-09E2BC88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8BD4FA12-394D-4588-BBA6-93F6951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9360FAC0-0F24-4668-A236-2003B1DA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Individual Taxpayer Identification Number (ITIN): 930-84-1030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95A8554E-A966-4BC6-A0D8-1B852FB1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Evelyn Martinez  |  Physical Address: 335 Silver View Drive, Phoenix, AZ 85004, USA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DA1E4E9C-4635-4D3C-99E0-A82FDC7C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A1A596AE-142C-47AA-A532-9C6691E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5343ACDE-BF13-4657-874F-D8550C5D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Individual Taxpayer Identification Number (ITIN): 931-85-1031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5CE32A38-1E4F-4AEE-AD43-E08A72C4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Ethan Moore  |  Physical Address: 372 Golden View Drive, Philadelphia, PA 19103, USA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2DDE7B2F-04A2-473A-85A7-A972CD7C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76DDF9FE-56AD-4BE0-BE1E-BCC02A50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417DE1A8-0D08-4BB4-BFB8-9CEF290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Individual Taxpayer Identification Number (ITIN): 932-86-1032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ABF6DFC6-0AA5-41C8-B2DD-307C40E2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Caleb Lewis  |  Physical Address: 409 Cedar View Drive, Denver, CO 80202, USA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56F82C53-128A-4A54-827F-A600EAD6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B130B968-340B-4E7E-9F3F-49BFADB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4D77DE0C-3A18-46B6-9FB4-6FA6541B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Individual Taxpayer Identification Number (ITIN): 933-87-1033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8E54C2CA-3721-411B-B1E7-46A1860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Daniel Thomas  |  Physical Address: 446 Willow View Drive, Nashville, TN 37219, USA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33830CC9-3D5E-4B17-9ED3-90E3C40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F486F274-CEEE-4C6D-8EF8-1D21C27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B3A6EB77-059C-4BF6-A003-D0CDC4FD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Individual Taxpayer Identification Number (ITIN): 934-88-1034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0C9CC7FB-2348-4786-ADA4-A6F39FC4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James Allen  |  Physical Address: 483 Maple View Drive, Austin, TX 78701, USA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6B24355E-467C-497C-A089-8A351CAF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45D4E869-360E-4426-A871-AE168B6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00638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E7486209-40BD-42F0-AEA8-832254D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C14B7287-550B-4D7A-8039-7262EDA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4A94811A-5893-40B2-853D-164C0699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D5D29FEF-1BA0-42A8-9633-C608B1F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Individual Taxpayer Identification Number (ITIN): 935-90-1035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B2A43143-EB5F-4A6F-8193-8C0B25C5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Ethan Martin  |  Physical Address: 520 River View Drive, Chicago, IL 60601, USA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6B3438A2-358E-45F1-9E38-BE4E8AA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3DD894C5-A471-4E43-B18E-7E0DB767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C81E9FC2-C0E5-4D85-A0F4-48DD63C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Individual Taxpayer Identification Number (ITIN): 936-91-1036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764DD450-E502-49E3-8AA2-630BA83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Caleb Brown  |  Physical Address: 557 Meadow View Drive, Richmond, VA 23219, USA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37C05A26-328F-4279-B26F-1143551B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21C3DB30-86D3-43CE-B98B-0ED99904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94A72EB6-1A65-456C-9D99-B6933502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Individual Taxpayer Identification Number (ITIN): 937-92-1037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FAF46B2F-8365-4D7B-925C-5F7D685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Daniel Martinez  |  Physical Address: 594 Highland View Drive, Portland, OR 97205, USA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2E1C555F-2184-406E-85B5-7462C2C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80B79436-8611-4FEB-849D-BE5082F7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4039D855-9EAA-4ED7-B297-EEDCFD9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Individual Taxpayer Identification Number (ITIN): 938-94-1038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C2524851-1FAB-4EE4-8C73-EA62495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James Moore  |  Physical Address: 631 Sunset View Drive, San Diego, CA 92101, USA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DCD18205-A42C-4BD2-8FD5-B7D5D477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E62C4C7B-732D-439F-ACEF-CF0B886A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92B32DFC-ED0C-41FA-8A0D-76C7B66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Individual Taxpayer Identification Number (ITIN): 939-95-1039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167AE3AD-7DDC-4B41-A021-D5301A06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Ethan Lee  |  Physical Address: 668 Pine View Drive, Boston, MA 02108, USA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6B364CD8-0C07-4825-A337-FBA64D4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723FEA47-30E0-4AF7-A68E-905932A2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378404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02B9552-4EC9-442E-B67F-0F62F1D6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DA546302-467C-4074-8B65-B659BE63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53BE6F25-8271-4D9C-9058-1ADE924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0819D0FD-9C98-4428-846B-DFFA44F7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Individual Taxpayer Identification Number (ITIN): 940-96-1040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50F53576-FC8C-495D-9DD4-8F3C07C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Caleb Thomas  |  Physical Address: 705 Lake View Drive, Minneapolis, MN 55401, USA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B11AFD85-62C4-4A69-B093-26F2046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B20390E5-6FF0-42B0-8176-63424D7B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3596ABC0-DD92-441D-80B3-21ED9C2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Individual Taxpayer Identification Number (ITIN): 941-97-1041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BB9249E5-AFB2-4827-A52C-F2BAA327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Daniel Allen  |  Physical Address: 742 Forest View Drive, Seattle, WA 98101, USA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A2092367-EFFD-4D78-AA92-E6A4708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3FCF0074-6016-4BA6-AC9F-8A712AC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6F5E80D0-A386-4860-800C-2A5EC5A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Individual Taxpayer Identification Number (ITIN): 942-98-1042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022DD261-C73E-4A0D-8C7C-19E553BB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Mia Martin  |  Physical Address: 779 Silver Park Drive, Charlotte, NC 28202, USA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4E7A4656-B99E-43C2-A590-80A75E2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FF7FE740-A98A-45B6-A287-BF70311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2FAFEDEC-30CC-4A5F-AD61-6A8FBFA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Individual Taxpayer Identification Number (ITIN): 943-99-1043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AAB67A5B-8A42-44A4-87E3-905046D6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Ava Davis  |  Physical Address: 816 Golden Park Drive, Salt Lake City, UT 84101, USA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582386DA-8F10-452B-A1D2-1AE6B169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07A4DB2F-3BFB-4624-BB28-D2009A0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BD7E60D6-AE90-4614-BDF0-7EE91262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Individual Taxpayer Identification Number (ITIN): 944-50-1044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6A039C02-478A-4982-A9F8-1B496F5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Chloe Martinez  |  Physical Address: 853 Cedar Park Drive, Atlanta, GA 30303, USA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2429127F-53F9-4DC9-92ED-AE9D795B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5FC342DC-2A40-4E99-9698-CE503D2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08910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4F6A90A1-6972-4F4E-A6CA-571D94D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057B8CC8-E316-4133-9ED9-49D20AB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5175F205-162D-4959-9156-FC1CE0D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591D4440-0987-4E7C-AA8A-9E574821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Individual Taxpayer Identification Number (ITIN): 945-51-1045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042645FC-03E4-4C59-88AB-23F5F24F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Harper Moore  |  Physical Address: 890 Willow Park Drive, Columbus, OH 43215, USA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C995CDB7-3F62-4971-BEAE-40FD01D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985D3E32-522A-47B1-8FDC-6C3AB9AA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6CBF9764-B9EF-4B91-93E1-5966D4E4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Individual Taxpayer Identification Number (ITIN): 946-52-1046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BA6E39A0-EA6B-4E53-BE0E-781F25E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Mia Lee  |  Physical Address: 927 Maple Park Drive, Phoenix, AZ 85004, USA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6C17B709-5661-4AB9-93AD-2AA65C9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290F9818-75FE-4F55-9A97-B8BD26F8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4A79C055-D9B5-43B5-8B98-08FD9383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Individual Taxpayer Identification Number (ITIN): 947-53-1047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12B2D28B-E4B9-4014-8D46-A277D637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Ava Jackson  |  Physical Address: 964 River Park Drive, Philadelphia, PA 19103, USA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130F74A0-7005-4A72-B656-3BE4D96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EAADD247-B861-4A0C-9E61-412B5F4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1C167ED4-A2CA-4A29-AC06-91DAE00B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Individual Taxpayer Identification Number (ITIN): 948-54-1048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66DDDA91-D453-4626-BE46-32D1387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Chloe Allen  |  Physical Address: 1001 Meadow Park Drive, Denver, CO 80202, USA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04E6AF66-3B86-4B22-97AF-5B43FC7A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0245AE0B-8369-414F-B1DC-7E97929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CDF58006-2C92-47F9-8488-EBF1B56A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Individual Taxpayer Identification Number (ITIN): 949-55-1049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5F50BA38-AF86-4AB3-A0F4-9A9CA5E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Caleb Martin  |  Physical Address: 1038 Highland Park Drive, Nashville, TN 37219, USA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5CE55C5-243F-4EC7-82DA-08880F0C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DB656A40-2E0E-4010-B124-20F2E597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06931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94543121-91EE-4C2A-A4B0-432D0BE9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795E6CCB-C006-44A3-9A52-F4386F5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92B86F02-0C6B-469A-AB28-40C9A97F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6393A71B-FFDD-4388-B2A4-FD41054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Individual Taxpayer Identification Number (ITIN): 950-56-1050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5432D742-C516-472C-972A-7A7BEF0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Mia Davis  |  Physical Address: 1075 Sunset Park Drive, Austin, TX 78701, USA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A59E7B45-049E-447E-A0AB-EC44F1A7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6B6C7AC5-C0AD-4F6C-A53D-D9AB0233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6C650D5F-AA31-4708-800D-465DC9A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Individual Taxpayer Identification Number (ITIN): 951-57-1051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A7FB68B8-B221-4954-A03B-D6187575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Ava Robinson  |  Physical Address: 1112 Pine Park Drive, Chicago, IL 60601, USA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9F9C47F9-8709-4B14-81AC-87596339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7FB3AC9A-4732-43EB-A891-DF4DE28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73FEF803-EB09-435A-BB74-5A02793F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Individual Taxpayer Identification Number (ITIN): 952-58-1052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B50A29BA-E0BF-4F1B-96C7-C404349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Chloe Moore  |  Physical Address: 1149 Lake Park Drive, Richmond, VA 23219, USA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3F5FE05E-EF83-4443-8918-E4408E8F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38D402F6-E048-498E-AF31-4E8C3D69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5E2B3FBD-C2DE-4701-8767-71A26A7A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Individual Taxpayer Identification Number (ITIN): 953-59-1053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CFE4A7D8-EEB5-4CA1-8242-F48692AC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Harper Lee  |  Physical Address: 1186 Forest Park Drive, Portland, OR 97205, USA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AB18268B-44ED-4961-B22A-796C1110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FA0B8749-9294-4661-A6B1-566CF29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E30FEFA7-F4E4-4897-9F33-2068C68E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Individual Taxpayer Identification Number (ITIN): 954-60-1054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C3F6B95C-7B14-455F-A8EC-B4F028D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Mia Jackson  |  Physical Address: 1223 Silver Hill Drive, San Diego, CA 92101, USA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5DC1A595-D607-4197-AA89-EE01F08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26CC4F78-1611-44F7-9CF4-6F63B585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894723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76182219-CBEC-4A9C-A740-E38197D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2FF68A56-A596-4798-899D-337ED82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B09A0E36-5B90-4107-B763-4087240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D12D953E-5FD9-4724-ACEE-394398A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Individual Taxpayer Identification Number (ITIN): 955-61-1055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66C98531-1B68-4FDA-B86D-2A99E59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Ava Johnson  |  Physical Address: 1260 Golden Hill Drive, Boston, MA 02108, USA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B635417C-E177-4581-B91A-0EAE65E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C76F4EAD-9152-4EEA-B5D7-0E0510C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5C9B75F4-67F5-491C-BE97-4E35E11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Individual Taxpayer Identification Number (ITIN): 956-62-1056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229742F3-B3BA-4E7F-97CD-EEF6282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Chloe Martin  |  Physical Address: 1297 Cedar Hill Drive, Minneapolis, MN 55401, USA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0505B695-1502-4AFE-97BB-C2C3364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A1A10705-6684-485A-B87E-7FB4A80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4218B937-3AC6-4C0A-AC3A-EFA2CFC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Individual Taxpayer Identification Number (ITIN): 957-63-1057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952A5BAE-9129-467F-9770-FDA98F0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Harper Davis  |  Physical Address: 1334 Willow Hill Drive, Seattle, WA 98101, USA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FA565C3B-E46E-41BE-8B9F-5029815A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3321543A-9D1E-4D59-A0DF-AFEE51A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6FE60067-54F9-4D36-82EF-D7FBAE21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Individual Taxpayer Identification Number (ITIN): 958-64-1058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744863D4-2290-483A-B026-8BC187E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Mia Robinson  |  Physical Address: 1371 Maple Hill Drive, Charlotte, NC 28202, USA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61CF1732-B339-4157-9D41-FFBD0CAE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4AE78149-63F9-40A3-8394-1D9BE831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BDB941CC-A3C4-41F4-8522-F56033B3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Individual Taxpayer Identification Number (ITIN): 959-65-1059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7BE0BB5A-EE51-4823-87F1-246B709F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Ava Taylor  |  Physical Address: 1408 River Hill Drive, Salt Lake City, UT 84101, USA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AFB1E1FC-1D59-4046-B9B0-EF1BD01C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02539DCE-9E66-4305-A748-70A3F53D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10603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4F50BD6D-4B93-4A61-8339-EDC040A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83CDE6A9-24B2-4F05-97BB-EAEEFEF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A22BB6AE-D265-47B3-9891-8F69D03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310B290A-7446-4029-82DA-7FA78C8A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Individual Taxpayer Identification Number (ITIN): 960-70-1060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8AE677D2-545C-457A-A352-6BA5D47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Chloe Lee  |  Physical Address: 1445 Meadow Hill Drive, Atlanta, GA 30303, USA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1A6C9701-01BB-4082-9B39-AC7B4155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E8524511-151B-4F0F-9841-B0E5EBA0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9F96C6B8-48FC-4C99-9364-1232A2A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Individual Taxpayer Identification Number (ITIN): 961-71-1061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18D9677F-0241-489F-9B04-B774BFF9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Harper Jackson  |  Physical Address: 1482 Highland Hill Drive, Columbus, OH 43215, USA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24545F19-292B-4CD6-A37A-0EC262A7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CD482531-AAB3-4BC1-8CFD-B6C0D63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1AD66421-7080-469C-9F93-B028562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Individual Taxpayer Identification Number (ITIN): 962-72-1062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297F6FA9-523F-41AD-A34B-88A7F9B9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Mia Johnson  |  Physical Address: 1519 Sunset Hill Drive, Phoenix, AZ 85004, USA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34244DAE-A9EA-4210-B165-F452B9A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7563FBAB-5FEA-4037-B5C3-6712E0E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27F34794-CF09-4D33-9F30-AEBCEF3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Individual Taxpayer Identification Number (ITIN): 963-73-1063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008C4318-E375-4929-AC94-C3C23D5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Ava Thompson  |  Physical Address: 1556 Pine Hill Drive, Philadelphia, PA 19103, USA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8B0FF4B3-129D-4E14-B802-5317333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3DE9D798-0E04-48DD-BB18-D13CD6AB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D96C0147-F9FC-46D2-BD65-E53B58D5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Individual Taxpayer Identification Number (ITIN): 964-74-1064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0F74F8D2-9ABA-4A91-963E-077DD89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Chloe Davis  |  Physical Address: 1593 Lake Hill Drive, Denver, CO 80202, USA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018E853D-B9E5-4F64-8F47-4DE9FBAD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12E36F6E-AC43-4B22-BE70-79FD6C5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630873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68428D90-D0BF-48E5-A8E7-DDB415EF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1D3A49F2-E13A-45F0-9DD2-C11531C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A33A504C-D597-4F37-BD4F-9B19DD9E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BD2A393B-CA76-4EE6-AD11-9D2FB91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Individual Taxpayer Identification Number (ITIN): 965-75-1065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9885241E-5869-46E9-96C1-87920E7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Harper Robinson  |  Physical Address: 1630 Forest Hill Drive, Nashville, TN 37219, USA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F98A4F4F-5C06-447D-94C0-6F0977D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2AE19554-4F65-47A7-A943-B3A2E85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40DA5BEE-7DD1-4CF9-9824-8242BBC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Individual Taxpayer Identification Number (ITIN): 966-76-1066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D9439EBB-E4A4-4210-B186-FCB7F7B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Lucas Taylor  |  Physical Address: 1667 Silver Creek Drive, Austin, TX 78701, USA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CEE8E393-183E-4E44-8195-425436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88C285C1-BB0D-4B13-9345-8104E93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C57A513E-187D-4E9B-9D50-8AACA08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Individual Taxpayer Identification Number (ITIN): 967-77-1067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999FD37F-B4A5-4931-9DD6-4B0B9C1A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Noah Walker  |  Physical Address: 1704 Golden Creek Drive, Chicago, IL 60601, USA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C187CC5B-02C5-4208-9C63-DB7E246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5D8DD330-E11B-4DE7-A138-3EFF47E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C98526D1-1541-404B-8B3C-10225973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Individual Taxpayer Identification Number (ITIN): 968-78-1068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7ADD10BA-E78F-4C51-931B-A8A97F2D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Ava Jackson  |  Physical Address: 1741 Cedar Creek Drive, Richmond, VA 23219, USA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9885B3FD-8468-462A-9709-CE9D732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F2B48975-D651-44F6-A58D-F157BBD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D491D162-E48F-4810-AA5D-57A2601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Individual Taxpayer Identification Number (ITIN): 969-79-1069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7F65B8E9-63E5-452D-ADA1-29CE1ACD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Benjamin Johnson  |  Physical Address: 1778 Willow Creek Drive, Portland, OR 97205, USA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38C91917-B4D5-4540-8936-7597D49A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4BB7192C-44BC-48FE-95A5-A782667B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12167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AC11248F-2730-4AB0-9FD2-DEBB9F8C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CB26CDCB-1E31-42E8-A54B-E6A7CE42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6F9AB8F3-070D-4B57-AD22-2AA9A83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0949AF06-890D-46E3-9BEB-459BE0F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Individual Taxpayer Identification Number (ITIN): 970-80-1070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D8F3292A-ACE9-42E0-AD5D-CF11986C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Lucas Thompson  |  Physical Address: 1815 Maple Creek Drive, San Diego, CA 92101, USA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0E105542-80C6-4535-BA70-02B56140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3D248F6A-182E-4D58-BC49-F862148F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0A7DEF30-49AB-4C0F-93AA-C36204BA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Individual Taxpayer Identification Number (ITIN): 971-81-1071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B47BE507-D78C-4CA1-85A9-BCB67A27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Noah Miller  |  Physical Address: 1852 River Creek Drive, Boston, MA 02108, USA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B82D3ED9-C0D1-4CD3-A6C1-EA09756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28CE799B-3B20-4E2B-8D6A-27FF496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8EDF2C55-7B73-4C3B-AF07-FCD5AC4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Individual Taxpayer Identification Number (ITIN): 972-82-1072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9CA1D20D-D98A-47DE-93E2-55142873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Nathan Robinson  |  Physical Address: 1889 Meadow Creek Drive, Minneapolis, MN 55401, USA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C541241E-2A1B-4593-BE0C-3299A51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4EED5414-A8B5-426C-8E85-B8B907B7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EE114EC5-F3E6-4947-8802-4EDFB71E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Individual Taxpayer Identification Number (ITIN): 973-83-1073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BB2F2AB6-3041-43E5-892F-694AAEF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Benjamin Taylor  |  Physical Address: 1926 Highland Creek Drive, Seattle, WA 98101, USA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1AD1DCCA-1D13-413F-9FF3-C07AB1F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01AF19A3-ABFA-4583-B41C-839C87DF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368D884A-D20A-4F80-BA04-27115680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Individual Taxpayer Identification Number (ITIN): 974-84-1074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D06ACB46-0576-49D2-AE9D-5EE33187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Lucas Walker  |  Physical Address: 1963 Sunset Creek Drive, Charlotte, NC 28202, USA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040CD940-F804-4848-9456-D9CDF557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37E98EDE-73C4-4E59-BF93-6B43D644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470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D7ED4ADD-8515-49D2-8465-3943F8AA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DED97BF7-4851-4D8D-8617-7A4E0D5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032F9BB7-B2A4-4D8F-ACF4-6304FEED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9305CFC2-2E31-4D6E-AABC-27D1FE71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Individual Taxpayer Identification Number (ITIN): 975-85-1075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ACCE51FA-21A8-4AAD-A77C-3DE2B92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Noah White  |  Physical Address: 2000 Pine Creek Drive, Salt Lake City, UT 84101, USA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69D52E22-69A0-4AEB-8C46-4C568F97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A279EC9C-6C21-4AFE-A6A5-4D28F34E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A416A5E3-465B-44CF-A23B-78862DB4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Individual Taxpayer Identification Number (ITIN): 976-86-1076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16541AC4-7043-4FE1-AFF5-522FF9B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Nathan Johnson  |  Physical Address: 2037 Lake Creek Drive, Atlanta, GA 30303, USA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07C35007-0937-4CA8-BBA3-F47208E2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1D36EAD-E567-4985-8A3B-0EB20121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CC46E0C9-7E8D-46BE-A1EF-CF90876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Individual Taxpayer Identification Number (ITIN): 977-87-1077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ECCCBCEA-FC6F-4084-9D42-080E05FE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Benjamin Thompson  |  Physical Address: 2074 Forest Creek Drive, Columbus, OH 43215, USA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DF007295-EB08-4F5D-9A41-3169019D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E793576F-CD8A-4C65-9271-DE58419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0E3B857A-1095-4A09-88B5-9FC1FE17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Individual Taxpayer Identification Number (ITIN): 978-88-1078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BE8EB22A-5CB0-4B96-91C2-608240D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Lucas Miller  |  Physical Address: 2111 Silver Garden Drive, Phoenix, AZ 85004, USA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4DD5D8BF-C8AD-4D9C-BB18-06411BA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5B37982B-BA48-401C-B6A0-FA332C7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A14E9974-8DE4-4542-A7E8-D008D83D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Individual Taxpayer Identification Number (ITIN): 979-90-1079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9BBA9D5E-354A-41D6-B960-B1F1E6E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Noah Clark  |  Physical Address: 2148 Golden Garden Drive, Philadelphia, PA 19103, USA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CEB40881-7865-485E-914A-D2E7AE8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693F4944-D2EB-47D8-BA00-B75381B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83214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DA1A698A-13D1-46BF-86BE-C9C913B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20934B1C-4619-452D-8506-D00C35E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235F39A1-8AB6-4891-BED5-397CB38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A8AE0A01-2B93-4E3F-A233-BBD028E6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Individual Taxpayer Identification Number (ITIN): 980-91-1080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73156E1E-3E96-41D7-9532-58BFACE5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Nathan Taylor  |  Physical Address: 2185 Cedar Garden Drive, Denver, CO 80202, USA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34EFDB96-0D49-4307-8D86-74C699A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342157EC-E510-4446-BDFE-342DC34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DCC9F8B0-77D5-4BC4-9D2E-8164E8D2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Individual Taxpayer Identification Number (ITIN): 981-92-1081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41A98A33-8117-4580-B82A-1BDAC6F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Benjamin Walker  |  Physical Address: 2222 Willow Garden Drive, Nashville, TN 37219, USA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12C83889-0873-47AE-9705-0E6024B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48C39BEE-1B24-49FE-ABE9-A78458A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0DA43464-A8BA-4E9F-AFD5-C9B3075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Individual Taxpayer Identification Number (ITIN): 982-94-1082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B8795AB1-9D8D-42F9-AE2D-C18C90EF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Lucas White  |  Physical Address: 2259 Maple Garden Drive, Austin, TX 78701, USA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3E48297F-7E95-4812-952A-366661E5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97C5F0F0-3BDC-499C-BE02-E2EB878A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EE1C3C5A-9216-4636-AB1A-6421126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Individual Taxpayer Identification Number (ITIN): 983-95-1083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66067F19-2E7C-48B4-AC05-D02F229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Noah Williams  |  Physical Address: 2296 River Garden Drive, Chicago, IL 60601, USA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8584A704-C2D5-4EDA-9AF9-722C9B5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0E22DF49-51B2-4AD7-8DA5-0F2CE05C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EA4B8E04-E2BB-4CA6-96EB-2609F015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Individual Taxpayer Identification Number (ITIN): 984-96-1084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0F734385-ADF0-4670-8D9A-524675D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Nathan Thompson  |  Physical Address: 2333 Meadow Garden Drive, Richmond, VA 23219, USA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9AA0D405-5BEF-4DEB-9E61-F8C242E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DDAA0732-17DD-41ED-BA59-A49A47F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327984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1606EDD2-8C6E-4FDD-B882-4519ADC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62AB367E-453E-45CF-A9C7-55C9D2DF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932ABEDE-98BE-4770-BC1A-BE8395C3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1F3BB90F-87FE-492A-9C35-D5AA11E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Individual Taxpayer Identification Number (ITIN): 985-97-1085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2B4C8E27-4464-4AC5-B397-022CE32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Benjamin Miller  |  Physical Address: 2370 Highland Garden Drive, Portland, OR 97205, USA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F82E3D11-3450-442D-9FF5-27F6A52A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6822B89E-7BBF-4200-8250-0A0EDF2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29613C15-69AC-4268-A6ED-B794789E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Individual Taxpayer Identification Number (ITIN): 986-98-1086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2CA93822-7480-4EA0-BEF2-A8D4172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Lucas Clark  |  Physical Address: 2407 Sunset Garden Drive, San Diego, CA 92101, USA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0BD78ECF-EBD7-4400-98DF-66962EF5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2E5664AF-084E-4C59-865A-9504B1D9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E5DCD07A-DFB1-4032-BD85-6FE1E978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Individual Taxpayer Identification Number (ITIN): 987-99-1087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454DE2CF-43B9-4A40-9E64-5CF2CBE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Noah Anderson  |  Physical Address: 2444 Pine Garden Drive, Boston, MA 02108, USA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EBDAF51A-A9C1-465D-BF43-6C4F501A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4FB7BC30-1B1D-44E4-817C-E046BABC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A9F2DB20-4799-46E3-824C-D23B6E32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Individual Taxpayer Identification Number (ITIN): 988-50-1088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F2976D48-48E4-444A-82BF-07DFDAEA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Nathan Walker  |  Physical Address: 2481 Lake Garden Drive, Minneapolis, MN 55401, USA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FB8ED46-8DB2-4107-AD6F-7DC7D0F6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898D669B-C63C-47AE-9312-561E47F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810EEA8F-08FB-4526-954E-0201DED3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Individual Taxpayer Identification Number (ITIN): 989-51-1089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0EA0C72F-C7DC-4273-A2D9-48032F4A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Benjamin White  |  Physical Address: 2518 Forest Garden Drive, Seattle, WA 98101, USA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5D969EEB-0399-4496-A43F-869D97C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D3A1274E-82F9-45A1-9A70-FB42DD53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45312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AC9D2BEB-72F8-4151-9DC6-A291317D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D46308A2-018C-4F7D-B990-EEC35B3C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3F7BDCAE-D46E-4602-B087-566F3C3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BDF4721B-8977-4DA8-8713-64ACD5A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Individual Taxpayer Identification Number (ITIN): 990-52-1090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C8BAA37E-4741-437B-AAC7-31BBCC56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Isabella Williams  |  Physical Address: 2555 Silver Valley Drive, Charlotte, NC 28202, USA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625EB89A-3EF5-4C3E-99F5-28F756D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E097DE8A-21EA-4A4A-906B-175D55E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94636BE4-D9BE-4C45-81A7-FDCD4ABA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Individual Taxpayer Identification Number (ITIN): 991-53-1091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B5DEFCC2-AA5C-40B5-A603-6C394E83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Emma Garcia  |  Physical Address: 2592 Golden Valley Drive, Salt Lake City, UT 84101, USA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B293F150-592B-4C41-BF52-71B6009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85B149BD-A67F-400E-8C48-DDFA305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CC76C92E-5C66-40BB-9FC2-5D92171A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Individual Taxpayer Identification Number (ITIN): 992-54-1092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0A65BC22-A874-4697-AE7A-3F678967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Grace Miller  |  Physical Address: 2629 Cedar Valley Drive, Atlanta, GA 30303, USA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8285363F-F1E2-421A-B277-A36C189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1543C389-6B28-40E3-ABD4-2E723413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087246C7-7FD4-4B41-8203-60CFC7EA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Individual Taxpayer Identification Number (ITIN): 993-55-1093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9D370E84-1759-41B0-A95B-6611345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Charlotte Clark  |  Physical Address: 2666 Willow Valley Drive, Columbus, OH 43215, USA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4986D36D-DE03-42E4-B267-78ACE07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604D50A8-59DF-4611-B64A-A57E9A9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671AD43E-75C5-4DD9-990A-6F3EF08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Individual Taxpayer Identification Number (ITIN): 994-56-1094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392F7FBA-49AF-4284-B2AA-93CEBA2E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Isabella Anderson  |  Physical Address: 2703 Maple Valley Drive, Phoenix, AZ 85004, USA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E344B5D3-675E-43C4-B6CA-73B5CEA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7E8BCE1F-31FC-449A-BFF2-3DCF007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451947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F17A2D88-0C4F-4E3F-8799-F03A98F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671BEE0D-C680-4B0E-9518-20EB8BD4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693C5945-2808-4939-95A4-2FA8B2D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EAB38AF0-65E8-4C34-B767-1770153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Individual Taxpayer Identification Number (ITIN): 995-57-1095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2CECFB81-82C0-4FC5-BF27-9AB18FB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Emma Hall  |  Physical Address: 2740 River Valley Drive, Philadelphia, PA 19103, USA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9480C047-51A4-4BD2-BB2F-27EBCA23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2E32C9FB-5A24-4C35-82BE-6A9FC5FC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F7480491-DD3F-446B-BEF1-F8F713EF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Individual Taxpayer Identification Number (ITIN): 996-58-1096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1B18E6FB-4B72-46AC-920E-452FEEE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Grace White  |  Physical Address: 2777 Meadow Valley Drive, Denver, CO 80202, USA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DAF8403E-C19E-47A8-B859-17C5E049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88D91717-1DFB-48D7-9626-4A94FB5E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64B73683-51D5-4601-BA5D-0EEA6B8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Individual Taxpayer Identification Number (ITIN): 997-59-1097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5CA3B930-CDA6-441F-A7F2-CE5CE99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Charlotte Williams  |  Physical Address: 2814 Highland Valley Drive, Nashville, TN 37219, USA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230D017A-0C3A-493F-93A6-89468E2C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D708D5F0-EB3F-4823-90DA-3A123401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81CD8E2E-AD40-4EDA-B8C6-943E2D8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Individual Taxpayer Identification Number (ITIN): 998-60-1098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9DDA9632-25C6-401A-BF98-25913EE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Isabella Garcia  |  Physical Address: 2851 Sunset Valley Drive, Austin, TX 78701, USA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58A95B86-FC3A-4169-BB55-50D39C3A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82DF6CB3-476A-4478-ADAD-46D75E8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DCB6B3FC-62A7-491D-9895-5264B589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Individual Taxpayer Identification Number (ITIN): 999-61-1099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237A019B-6875-4B08-83E2-249E554B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Emma Wilson  |  Physical Address: 2888 Pine Valley Drive, Chicago, IL 60601, USA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6B693CCE-CB43-41FE-9079-37A40B75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130315A8-690E-48AD-A48E-1C56E06A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838092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34D41328-D730-4F7F-BAA4-9414C2D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A1230225-F9AE-4D8B-B2EA-17A8EA56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6D45D05B-3A2E-4BEF-939B-131C6AC7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10203F5C-CEC0-4232-9901-05FB53B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Individual Taxpayer Identification Number (ITIN): 900-62-1100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EF694F41-7313-4CD4-A96B-0AF40F6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Grace Clark  |  Physical Address: 2925 Lake Valley Drive, Richmond, VA 23219, USA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68D1D73A-FD6C-43DE-99A2-DCFF3DD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173A5AA3-B3A7-4F17-B6ED-CFAFF4EB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A9731C7F-11DE-4670-B8F7-6CEE017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Individual Taxpayer Identification Number (ITIN): 901-63-1101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B37C8F12-0D99-4709-A4C8-43510576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Charlotte Anderson  |  Physical Address: 2962 Forest Valley Drive, Portland, OR 97205, USA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E8FFA52A-86BE-496F-9301-2FF512B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7800714E-2010-4805-BB7C-D447A75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4511ACC9-B1B2-4EB2-842E-7588DC95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Individual Taxpayer Identification Number (ITIN): 902-64-1102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86B430EA-57B9-421D-8EA0-11385EC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Isabella Hall  |  Physical Address: 2999 Silver Spring Drive, San Diego, CA 92101, USA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9BEDA9DC-6A24-425C-8F8B-27BD8123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ECA41F68-86F0-441A-A023-1DEDF01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7933EF59-69CA-41D6-AF46-48A0D30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Individual Taxpayer Identification Number (ITIN): 903-65-1103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B9D18514-7F86-4F5B-B564-5160608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Emma Harris  |  Physical Address: 3036 Golden Spring Drive, Boston, MA 02108, USA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497CA29E-C24A-4C8C-A0F1-5B916F63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31E73C02-1CEC-4BFF-9660-0400F5CD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EFBB0C26-4526-4763-A559-C823E0A8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Individual Taxpayer Identification Number (ITIN): 904-70-1104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4662C6D9-0189-4734-BC71-4D2BE5C7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Grace Williams  |  Physical Address: 3073 Cedar Spring Drive, Minneapolis, MN 55401, USA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484753BD-54D0-409D-8A98-F6E98C3D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AD2AA8EB-DB5C-467F-A8E3-1BF05FE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477187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E53FA057-B133-4882-BE96-3362784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5E8BF2DC-3CE0-42D5-8092-AC7BC1A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1D2FE0EC-4E7C-4070-84C2-FF13C08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6AC1321E-55BF-4C6E-AA2D-4280EAD0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Individual Taxpayer Identification Number (ITIN): 905-71-1105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4EDBC9B8-19AE-4AE3-AEB7-5581C07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Charlotte Garcia  |  Physical Address: 3110 Willow Spring Drive, Seattle, WA 98101, USA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62A66E10-AC87-4AEB-AFD1-D6DF0910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89CEC6E5-60C5-4B8C-8A2E-5EAF279B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ED4F106B-2A60-4328-B897-E4A4BA3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Individual Taxpayer Identification Number (ITIN): 906-72-1106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C380BAB6-65A4-498B-B8F5-3B7DFC3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Isabella Wilson  |  Physical Address: 3147 Maple Spring Drive, Charlotte, NC 28202, USA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A8EEB481-EBE5-4D1E-BDAB-8F3B4288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26D5C2DD-E6A1-4124-9816-B49A3736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5915FF61-B8C2-4F69-9120-D1BC06E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Individual Taxpayer Identification Number (ITIN): 907-73-1107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C928839F-B651-49E6-BA11-EA173E2A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Emma Lewis  |  Physical Address: 3184 River Spring Drive, Salt Lake City, UT 84101, USA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3942E542-3680-48D4-B0CB-97D3E8E0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36F6632D-5B54-4DC4-ABFF-51CE354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DE62F6F2-AB7E-413A-BA27-9193E26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Individual Taxpayer Identification Number (ITIN): 908-74-1108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D4BE592F-7302-4CF9-A1D2-CE7E846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Grace Anderson  |  Physical Address: 3221 Meadow Spring Drive, Atlanta, GA 30303, USA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D9FF8E00-1001-4239-BBCA-62A9F3A0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21AA7CA7-7D31-4CFD-AD6D-C97527A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E9B1A8C7-386E-475D-8A9F-BFFEAF0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Individual Taxpayer Identification Number (ITIN): 909-75-1109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643309C6-0E17-4035-8ED2-B260EFCF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Charlotte Hall  |  Physical Address: 3258 Highland Spring Drive, Columbus, OH 43215, USA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C8F047CE-9195-47CA-831C-34D740C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75727F1D-95F9-4AF9-BD44-E5664E68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561712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D8C2300C-3233-42B3-9EDC-82CEB025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8A60A354-8771-4966-B6A1-6919CFD7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C21F9E8C-DC33-400B-B6EC-AF5CC69B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95E5C8FB-681B-4666-8220-21642328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Individual Taxpayer Identification Number (ITIN): 910-76-1110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BF6948B0-44CF-4011-92A8-7AF00974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Isabella Harris  |  Physical Address: 3295 Sunset Spring Drive, Phoenix, AZ 85004, USA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96EEF36A-0BA6-4A0D-9CF4-6DBC1338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B5D92478-F0B4-4D13-9201-53E16283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4E793FC1-FFA6-421B-A1A4-D63A85D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Individual Taxpayer Identification Number (ITIN): 911-77-1111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0E282304-40C1-41D9-8EED-0C69993A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Lucas Brown  |  Physical Address: 3332 Pine Spring Drive, Philadelphia, PA 19103, USA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95289B36-93C4-4719-953C-41A5D71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82D111CF-F369-46B7-9FEA-06333C1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491985ED-CE39-45A0-A7D2-16F25A1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Individual Taxpayer Identification Number (ITIN): 912-78-1112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5D885D95-082A-461E-8A69-45110125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Grace Garcia  |  Physical Address: 3369 Lake Spring Drive, Denver, CO 80202, USA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E598E47E-8BC3-4495-B7CB-56D56DF4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1518749F-501A-4755-A0F5-4A41746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18533054-C530-4FB8-82CB-F124B26D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Individual Taxpayer Identification Number (ITIN): 913-79-1113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5F7AD04A-4043-4D87-AE67-D21A1270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Charlotte Wilson  |  Physical Address: 3406 Forest Spring Drive, Nashville, TN 37219, USA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46FA87D0-174C-469B-9AB6-D95F612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223E0970-0208-472A-B466-2F53F4A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07B76D54-A18E-46A3-904B-67B27E73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Individual Taxpayer Identification Number (ITIN): 914-80-1114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49257391-71FF-4885-87A6-95CD7B7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Mason Lewis  |  Physical Address: 3443 Silver Oak Court, Austin, TX 78701, USA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B10F9E7B-A295-493B-B4B1-3FDDEF1E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6F47BE68-C8D8-4835-8072-51EE51B1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688879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778C322F-D521-4EE1-AAF4-5C77F8D8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756626DD-7525-42CA-8566-44B77857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1AF581EE-C553-4B97-8816-6EEB1C10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17843AAA-56AE-4FF4-ABA1-24CB4ED5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Individual Taxpayer Identification Number (ITIN): 915-81-1115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0C071032-4F7A-46C0-BCC0-622A8C1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Liam Thomas  |  Physical Address: 3480 Golden Oak Court, Chicago, IL 60601, USA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EDF531A5-5099-46AD-B160-8C9E9237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1B4AE5B0-A545-4998-A786-0CBE1411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710BB80B-ED9A-4D3D-903C-986E453A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Individual Taxpayer Identification Number (ITIN): 916-82-1116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8DB9AB73-6224-49F3-929F-15E9202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Samuel Hall  |  Physical Address: 3517 Cedar Oak Court, Richmond, VA 23219, USA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8847DEDD-4C78-4365-B047-77C7269C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28B184A1-6E61-424B-87A8-DC07A59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65080993-8B84-402F-B9D4-5C10C10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Individual Taxpayer Identification Number (ITIN): 917-83-1117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94E18103-928B-412E-80D3-92D6A4B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Henry Harris  |  Physical Address: 3554 Willow Oak Court, Portland, OR 97205, USA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D57A81D7-CD39-4CC0-8E67-AE2D9014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8B35842E-44A1-4583-BF4F-542CA505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9CC938B1-3722-487E-9D77-60104407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Individual Taxpayer Identification Number (ITIN): 918-84-1118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EAEF52B6-0369-4CE3-ACED-7B99068F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Mason Brown  |  Physical Address: 3591 Maple Oak Court, San Diego, CA 92101, USA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BB83393C-FF99-403E-A44F-263D874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FE123F79-6F85-40C0-91DA-1CA79886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16FF1676-AD2E-45E6-8DB8-8FC6DF0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Individual Taxpayer Identification Number (ITIN): 919-85-1119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65E4D896-9E98-4D73-93F9-17C741D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Liam Martinez  |  Physical Address: 3628 River Oak Court, Boston, MA 02108, USA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CD400EDE-4AFC-4B34-AF78-5ED02EE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7080408A-9103-46F3-A943-6090432F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80533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C06D697F-78C0-423E-84A8-6355B02F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39B64978-0076-4DFA-8E59-F2759F6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4E37CA8E-B4F4-4522-9387-123E05CF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35EB8435-9481-4766-99E6-0DD36462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Individual Taxpayer Identification Number (ITIN): 920-86-1120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FF238C5D-0BB6-407F-92D1-77C908E3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Samuel Wilson  |  Physical Address: 3665 Meadow Oak Court, Minneapolis, MN 55401, USA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132D130E-0449-4A49-B754-16355AC2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66BDBB40-B368-4761-BBC5-C9E2F270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1DC5014B-D62C-4FC8-BE8B-E0C79BD0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Individual Taxpayer Identification Number (ITIN): 921-87-1121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AAFF2F3F-7783-487E-AC90-C216F85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Henry Lewis  |  Physical Address: 3702 Highland Oak Court, Seattle, WA 98101, USA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6EB79E56-C6C0-4E84-8B52-8B7D8F3B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4ED5F891-A23F-44DA-A2FD-12F2B529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4EE316E8-37FA-4C0F-99D4-254A75B9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Individual Taxpayer Identification Number (ITIN): 922-88-1122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96A071BE-126B-4595-A2EA-2342CDA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Mason Thomas  |  Physical Address: 3739 Sunset Oak Court, Charlotte, NC 28202, USA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3B637157-F8EE-4F83-934D-C81F65A5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D278D5C5-567E-4F69-BD20-86E48901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4AA5645E-A9C1-489E-A455-C83F6DFA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Individual Taxpayer Identification Number (ITIN): 923-90-1123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843CFF28-EA24-4484-B7C1-77881DF3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Liam Allen  |  Physical Address: 3776 Pine Oak Court, Salt Lake City, UT 84101, USA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5C94624E-5069-418D-8ED3-C6B5030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F1F1D3B1-5CD3-4991-B4AC-D7A6970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37779BA7-9FED-4517-8BA1-EFDFF214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Individual Taxpayer Identification Number (ITIN): 924-91-1124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FE9EC233-6CB7-41CC-B467-C9954A5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Samuel Harris  |  Physical Address: 3813 Lake Oak Court, Atlanta, GA 30303, USA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C87CA865-801B-4C72-8E83-AFDF28F8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09186A1F-DD91-4080-B9C4-1CC77C6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871452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FEFA5961-E264-465F-AEF3-48AE4C2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CEA88943-DD73-42A1-8B0A-1EE0A746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3A65A1EB-ABA9-4CE6-9365-F70A0BAD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2A806FAE-84FE-4675-B842-6B7F897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Individual Taxpayer Identification Number (ITIN): 925-92-1125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47014BC4-47F5-4985-ACBD-31A960DB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Henry Brown  |  Physical Address: 3850 Forest Oak Court, Columbus, OH 43215, USA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119728C5-FBB6-4FE4-B2DE-8DAD613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FE72644B-E4B6-4237-8CF6-E18B0E8F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D3BE8108-D735-4291-B6A1-FF6CB89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Individual Taxpayer Identification Number (ITIN): 926-94-1126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4F821ED4-D77C-4C9C-A04A-5DB8567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Mason Martinez  |  Physical Address: 3887 Silver Ridge Court, Phoenix, AZ 85004, USA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BFAF82CD-E706-44E8-9C8B-5F95A85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6D475B93-7D42-4139-884C-480746F1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11EF1178-6E5A-4199-915D-0997F7E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Individual Taxpayer Identification Number (ITIN): 927-95-1127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437F9F3A-DA64-44C0-87D9-A39C974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Liam Moore  |  Physical Address: 3924 Golden Ridge Court, Philadelphia, PA 19103, USA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E9003A6C-BC34-41D4-850B-92A66F3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06373969-BD01-48DB-AD61-30AE3F22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5DE01F6F-D25C-470E-BAE0-893EA8E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Individual Taxpayer Identification Number (ITIN): 928-96-1128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3E304274-EF2D-4492-98F3-D5895A1B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Lucas Samuel Lewis  |  Physical Address: 3961 Cedar Ridge Court, Denver, CO 80202, USA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5C75F548-C63F-4572-AAC1-43431FFD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03B6CE44-C118-4D7C-B1CA-9F915B09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0ABA3390-27B8-4315-8951-05AEE8A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Individual Taxpayer Identification Number (ITIN): 929-97-1129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D51D8E9D-0554-47EA-9DAE-16360C2C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Isabella Henry Thomas  |  Physical Address: 3998 Willow Ridge Court, Nashville, TN 37219, USA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3B21EE4B-AEE6-4DB7-8C84-8C33509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8B466146-63D9-4D73-AC0E-EEA3FD0E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559079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44726C07-6248-4782-A47A-D49FD29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BEC6E4A3-DC85-4BC8-99CF-1BC9FF0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67B41842-E4F8-4285-A596-7A05CBF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75CB37E8-A497-4CC6-8B97-4C9CA470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Individual Taxpayer Identification Number (ITIN): 930-98-1130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ED020ED3-A4C1-4F33-8EC5-C8D9038C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Mason Charlotte Allen  |  Physical Address: 4035 Maple Ridge Court, Austin, TX 78701, USA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5533DFDC-43E4-433B-91F7-2AF0A93F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3F102702-99DA-44DC-8C5A-E3DBC32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DB097584-E3A7-4FAC-AC73-F80953C8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Individual Taxpayer Identification Number (ITIN): 931-99-1131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4F777757-39FD-4841-A84D-617DE494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Liam Martin  |  Physical Address: 4072 River Ridge Court, Chicago, IL 60601, USA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E667FAB2-5AC0-406B-80C7-965C551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F537236B-ACB6-484E-8057-6C561BD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FB4BD9B6-833E-477A-ABD4-E102C31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Individual Taxpayer Identification Number (ITIN): 932-50-1132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DEDFABFE-DFAD-4EBC-AA52-A7B609E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Ethan Samuel Brown  |  Physical Address: 4109 Meadow Ridge Court, Richmond, VA 23219, USA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40D8636D-E35F-4A6D-8A37-3770EB7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E6B22846-5B35-483A-B079-157262F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57F0B986-3F30-41BF-AD42-D3FB0AA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Individual Taxpayer Identification Number (ITIN): 933-51-1133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CFFE2416-70BB-4127-9A6C-3AB0C0E1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Henry Martinez  |  Physical Address: 4146 Highland Ridge Court, Portland, OR 97205, USA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F0D6B625-9596-479E-A444-26BB625C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3983C041-F794-4554-9DA1-2FF90F0D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C902F8FC-45E3-4D88-B27D-6A5EB3B4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Individual Taxpayer Identification Number (ITIN): 934-52-1134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919F07F7-B1CC-4B44-AF59-66107EF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Noah Mason Moore  |  Physical Address: 4183 Sunset Ridge Court, San Diego, CA 92101, USA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31A3C1FC-8220-4E2F-B854-28D9AF98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D7710E24-2F25-4C42-A032-681C160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025037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B2316E52-2BAB-46A7-B873-D8FB076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AC8CECD7-F0D0-4DC8-AA00-6701F25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834B0CDC-00E0-477C-B6D5-EB175626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EECD59D6-F334-4201-B559-C15C5FE6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Individual Taxpayer Identification Number (ITIN): 935-53-1135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4F90E02C-98AF-409C-8C98-3C0E76C1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Liam Lee  |  Physical Address: 4220 Pine Ridge Court, Boston, MA 02108, USA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624A9C1C-53D8-413F-B885-256C2DE1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F4D62104-3763-49E9-B093-D6B5782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780221B8-364D-41D7-972D-69825A0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Individual Taxpayer Identification Number (ITIN): 936-54-1136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C1CEECAE-38B0-479C-947A-91D67465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Liam Samuel Thomas  |  Physical Address: 4257 Lake Ridge Court, Minneapolis, MN 55401, USA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1C2CC766-C203-4A8A-AE43-4250139B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DF50BB4A-48E8-4EEF-AAA3-8AC4C66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43773382-85C0-4F5E-8AA3-1D0C692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Individual Taxpayer Identification Number (ITIN): 937-55-1137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B3A261EE-E169-4568-99D5-8A9D6EA3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Olivia Henry Allen  |  Physical Address: 4294 Forest Ridge Court, Seattle, WA 98101, USA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6D167793-5775-488F-828D-60A4E6D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F1B80015-B56F-46B4-9969-1ADD0DE6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52319749-19CB-4E60-94FF-A0E38B5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Individual Taxpayer Identification Number (ITIN): 938-56-1138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39E7B5A3-05DD-479B-8708-DF72FFA1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Caleb Sophia Martin  |  Physical Address: 4331 Silver Glen Court, Charlotte, NC 28202, USA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D9FECB3E-F041-497F-A0EC-D7ABFB9B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D6DEFEBE-C631-4CC0-872E-FE1E9B3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BEEDDD3A-FD83-458D-AE4A-FEBE3AD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Individual Taxpayer Identification Number (ITIN): 939-57-1139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FCC96CC2-C39E-4AE0-AEF5-DAC59123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Chloe Olivia Davis  |  Physical Address: 4368 Golden Glen Court, Salt Lake City, UT 84101, USA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D37932A9-6592-48F1-AC39-D942B0B2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CDF45A9C-B4D5-4F8E-9BCF-2DCDC9E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275641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06E252C1-BBBE-4AA7-8AC2-4A86B8CF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282A8A8-C6E1-4581-A0A3-B1313B52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D294DFC3-26FA-4D91-8A22-F4FCA51D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F1E05952-0399-4C6B-8A54-D44D80A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Individual Taxpayer Identification Number (ITIN): 940-58-1140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D7B4282D-F97A-439D-A74E-8933E8AB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Nathan Evelyn Martinez  |  Physical Address: 4405 Cedar Glen Court, Atlanta, GA 30303, USA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E45BDFA1-9406-4975-A05B-997290DB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1B7DB16E-A0C6-4EA3-836B-DF6E790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85679BA3-4F34-4F27-8734-B4D88CC2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Individual Taxpayer Identification Number (ITIN): 941-59-1141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66C59295-1F21-4C37-8E8A-34638A8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Amelia Moore  |  Physical Address: 4442 Willow Glen Court, Columbus, OH 43215, USA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FA3298B6-F1CD-403E-83F8-39083224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927F0C3A-7778-4D2D-B3EF-CAAED20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A5C2659D-53BB-4FFE-9BF8-84DD6AC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Individual Taxpayer Identification Number (ITIN): 942-60-1142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41BEF483-2ACB-4560-987B-8E02BE7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Samuel Sophia Lee  |  Physical Address: 4479 Maple Glen Court, Phoenix, AZ 85004, USA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3F15C419-DC85-483F-9901-EEDFC23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406D1D4-C4B0-4C5A-ADA4-15905C7C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5C2CF1DC-B34D-4B03-B61F-9CD3D03B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Individual Taxpayer Identification Number (ITIN): 943-61-1143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0556D061-B1CE-4657-BC41-43F78F12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Evelyn Olivia Jackson  |  Physical Address: 4516 River Glen Court, Philadelphia, PA 19103, USA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A5D636A1-4D79-4757-8135-1FA5DE9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024A9E88-92E8-4570-A29D-B0185336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A17629D0-D96A-414B-86E3-EB0FEB9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Individual Taxpayer Identification Number (ITIN): 944-62-1144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C7520768-CF46-4EB9-AAEA-E33F9753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Daniel Evelyn Allen  |  Physical Address: 4553 Meadow Glen Court, Denver, CO 80202, USA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53EB4E52-8C0B-4E34-9B2C-B91A88D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8B249ECD-72DC-4670-B301-47FDCDF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796615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BC02A6EE-2C02-452F-9147-83707239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US Individual Taxpayer ID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97963617-D8C9-4C92-AE8D-71BA269E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8CC7794F-490B-4A51-A8A9-63759A5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13F6DC6C-3ECF-4665-9D9E-47D968D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Individual Taxpayer Identification Number (ITIN): 945-63-1145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661033D4-C769-4956-AE6A-33B99F91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Harper Amelia Martin  |  Physical Address: 4590 Highland Glen Court, Nashville, TN 37219, USA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6745FE5E-3536-4B54-9E80-624FF0D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9F99918C-0734-45B1-9E76-AB0A05C5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C98AC69E-617A-4459-A74C-4C58F335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Individual Taxpayer Identification Number (ITIN): 946-64-1146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9D72A297-2B35-4EE3-9307-38837AC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Benjamin Sophia Davis  |  Physical Address: 4627 Sunset Glen Court, Austin, TX 78701, USA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DD3F63D1-FF38-4594-A6FE-B410C93E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5A7DAE18-EF84-45CD-8094-9AA01C7B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4C995CFB-1057-473E-8FDC-DCF4A2EF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Individual Taxpayer Identification Number (ITIN): 947-65-1147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AB6825AE-FED9-441E-8285-B14F3DA5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Charlotte Olivia Robinson  |  Physical Address: 4664 Pine Glen Court, Chicago, IL 60601, USA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AB939746-4F97-461C-9645-1F92E2E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68D8D0B0-B25E-4F6B-8DC8-6F066DD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95296673-30E1-4967-A6AA-3339DD9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Individual Taxpayer Identification Number (ITIN): 948-70-1148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8D55D144-6EAA-4EE8-AD0B-7231A763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Evelyn Moore  |  Physical Address: 4701 Lake Glen Court, Richmond, VA 23219, USA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CB4CA1FD-DDF9-4C07-9EFA-8028D58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ECF04DC5-8BCC-42B1-B760-9427BF5F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5E5B7997-4478-48D8-912D-FBE293A1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Individual Taxpayer Identification Number (ITIN): 949-71-1149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FB01B253-00BB-43CC-BC6A-34DC011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Samuel Lee  |  Physical Address: 4738 Forest Glen Court, Portland, OR 97205, USA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4CD515CF-A3B8-4076-9E64-FD2EB36B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IRS Individual Taxpayer Identification Number ITIN for federal tax processing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F67A8C2D-2BC5-4730-9E1B-10A98541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U.S. individual taxpayer identification number (ITIN)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71441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2026-07-31T08:56:23.4470000Z</dcterms:created>
  <dcterms:modified xsi:type="dcterms:W3CDTF">2026-07-31T08:56:23.4470000Z</dcterms:modified>
</coreProperties>
</file>
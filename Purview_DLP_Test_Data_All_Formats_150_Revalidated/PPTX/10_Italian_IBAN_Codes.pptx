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e45eea70284b91" /><Relationship Type="http://schemas.openxmlformats.org/officeDocument/2006/relationships/extended-properties" Target="/docProps/app.xml" Id="Rc830f344a26946ae" /><Relationship Type="http://schemas.openxmlformats.org/officeDocument/2006/relationships/officeDocument" Target="/ppt/presentation.xml" Id="R9ab71f1e831240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75d802a46b4c97"/>
  </p:sldMasterIdLst>
  <p:notesMasterIdLst>
    <p:notesMasterId xmlns:r="http://schemas.openxmlformats.org/officeDocument/2006/relationships" r:id="R7e799bf02a7a4341"/>
  </p:notesMasterIdLst>
  <p:sldIdLst>
    <p:sldId xmlns:r="http://schemas.openxmlformats.org/officeDocument/2006/relationships" id="256" r:id="Rb8b9ca188e86455a"/>
    <p:sldId xmlns:r="http://schemas.openxmlformats.org/officeDocument/2006/relationships" id="257" r:id="Rfabfe9b8a02b46e3"/>
    <p:sldId xmlns:r="http://schemas.openxmlformats.org/officeDocument/2006/relationships" id="258" r:id="Rc70d4adf4d2942fd"/>
    <p:sldId xmlns:r="http://schemas.openxmlformats.org/officeDocument/2006/relationships" id="259" r:id="R3954cba7559247fd"/>
    <p:sldId xmlns:r="http://schemas.openxmlformats.org/officeDocument/2006/relationships" id="260" r:id="R22c1af31134d4285"/>
    <p:sldId xmlns:r="http://schemas.openxmlformats.org/officeDocument/2006/relationships" id="261" r:id="Ra92ba9b316014b2b"/>
    <p:sldId xmlns:r="http://schemas.openxmlformats.org/officeDocument/2006/relationships" id="262" r:id="R2c70abebd24d427a"/>
    <p:sldId xmlns:r="http://schemas.openxmlformats.org/officeDocument/2006/relationships" id="263" r:id="R37271c6a1a334450"/>
    <p:sldId xmlns:r="http://schemas.openxmlformats.org/officeDocument/2006/relationships" id="264" r:id="R9d6fb1ae1d594dcb"/>
    <p:sldId xmlns:r="http://schemas.openxmlformats.org/officeDocument/2006/relationships" id="265" r:id="R4d00037705a945b5"/>
    <p:sldId xmlns:r="http://schemas.openxmlformats.org/officeDocument/2006/relationships" id="266" r:id="R8c6cf1d750c9434a"/>
    <p:sldId xmlns:r="http://schemas.openxmlformats.org/officeDocument/2006/relationships" id="267" r:id="R5e4e9c82a4d944f7"/>
    <p:sldId xmlns:r="http://schemas.openxmlformats.org/officeDocument/2006/relationships" id="268" r:id="R2f99af9579434a54"/>
    <p:sldId xmlns:r="http://schemas.openxmlformats.org/officeDocument/2006/relationships" id="269" r:id="R9baf11d4b2334948"/>
    <p:sldId xmlns:r="http://schemas.openxmlformats.org/officeDocument/2006/relationships" id="270" r:id="Rc6655b2c91db4647"/>
    <p:sldId xmlns:r="http://schemas.openxmlformats.org/officeDocument/2006/relationships" id="271" r:id="R368e76ebd8e94847"/>
    <p:sldId xmlns:r="http://schemas.openxmlformats.org/officeDocument/2006/relationships" id="272" r:id="Rda0b2711b20c4af0"/>
    <p:sldId xmlns:r="http://schemas.openxmlformats.org/officeDocument/2006/relationships" id="273" r:id="R027f64c0badf46bf"/>
    <p:sldId xmlns:r="http://schemas.openxmlformats.org/officeDocument/2006/relationships" id="274" r:id="Rec5b37e9f54341cf"/>
    <p:sldId xmlns:r="http://schemas.openxmlformats.org/officeDocument/2006/relationships" id="275" r:id="R16d1ed235e2d439e"/>
    <p:sldId xmlns:r="http://schemas.openxmlformats.org/officeDocument/2006/relationships" id="276" r:id="Rf8f2792037cd4be6"/>
    <p:sldId xmlns:r="http://schemas.openxmlformats.org/officeDocument/2006/relationships" id="277" r:id="Re05e12bc01d44e2d"/>
    <p:sldId xmlns:r="http://schemas.openxmlformats.org/officeDocument/2006/relationships" id="278" r:id="Re3563461bdb24b67"/>
    <p:sldId xmlns:r="http://schemas.openxmlformats.org/officeDocument/2006/relationships" id="279" r:id="Rd7b6c5136de84f96"/>
    <p:sldId xmlns:r="http://schemas.openxmlformats.org/officeDocument/2006/relationships" id="280" r:id="R484eece08eb042bb"/>
    <p:sldId xmlns:r="http://schemas.openxmlformats.org/officeDocument/2006/relationships" id="281" r:id="R9ee7ea16929b48b3"/>
    <p:sldId xmlns:r="http://schemas.openxmlformats.org/officeDocument/2006/relationships" id="282" r:id="Rfb5d6cbfb39e41ea"/>
    <p:sldId xmlns:r="http://schemas.openxmlformats.org/officeDocument/2006/relationships" id="283" r:id="R6edeb99f719d42c4"/>
    <p:sldId xmlns:r="http://schemas.openxmlformats.org/officeDocument/2006/relationships" id="284" r:id="R1927a64b05ce4eb5"/>
    <p:sldId xmlns:r="http://schemas.openxmlformats.org/officeDocument/2006/relationships" id="285" r:id="R7d6fe10f7b8c466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e7bf13ed124b2e" /><Relationship Type="http://schemas.openxmlformats.org/officeDocument/2006/relationships/slideMaster" Target="/ppt/slideMasters/slideMaster1.xml" Id="R8e75d802a46b4c97" /><Relationship Type="http://schemas.openxmlformats.org/officeDocument/2006/relationships/notesMaster" Target="/ppt/notesMasters/notesMaster1.xml" Id="R7e799bf02a7a4341" /><Relationship Type="http://schemas.openxmlformats.org/officeDocument/2006/relationships/presProps" Target="/ppt/presProps.xml" Id="Ra505b492311e45e8" /><Relationship Type="http://schemas.openxmlformats.org/officeDocument/2006/relationships/tableStyles" Target="/ppt/tableStyles.xml" Id="Rc9e4601116114d29" /><Relationship Type="http://schemas.openxmlformats.org/officeDocument/2006/relationships/slide" Target="/ppt/slides/slide1.xml" Id="Rb8b9ca188e86455a" /><Relationship Type="http://schemas.openxmlformats.org/officeDocument/2006/relationships/slide" Target="/ppt/slides/slide2.xml" Id="Rfabfe9b8a02b46e3" /><Relationship Type="http://schemas.openxmlformats.org/officeDocument/2006/relationships/slide" Target="/ppt/slides/slide3.xml" Id="Rc70d4adf4d2942fd" /><Relationship Type="http://schemas.openxmlformats.org/officeDocument/2006/relationships/slide" Target="/ppt/slides/slide4.xml" Id="R3954cba7559247fd" /><Relationship Type="http://schemas.openxmlformats.org/officeDocument/2006/relationships/slide" Target="/ppt/slides/slide5.xml" Id="R22c1af31134d4285" /><Relationship Type="http://schemas.openxmlformats.org/officeDocument/2006/relationships/slide" Target="/ppt/slides/slide6.xml" Id="Ra92ba9b316014b2b" /><Relationship Type="http://schemas.openxmlformats.org/officeDocument/2006/relationships/slide" Target="/ppt/slides/slide7.xml" Id="R2c70abebd24d427a" /><Relationship Type="http://schemas.openxmlformats.org/officeDocument/2006/relationships/slide" Target="/ppt/slides/slide8.xml" Id="R37271c6a1a334450" /><Relationship Type="http://schemas.openxmlformats.org/officeDocument/2006/relationships/slide" Target="/ppt/slides/slide9.xml" Id="R9d6fb1ae1d594dcb" /><Relationship Type="http://schemas.openxmlformats.org/officeDocument/2006/relationships/slide" Target="/ppt/slides/slide10.xml" Id="R4d00037705a945b5" /><Relationship Type="http://schemas.openxmlformats.org/officeDocument/2006/relationships/slide" Target="/ppt/slides/slide11.xml" Id="R8c6cf1d750c9434a" /><Relationship Type="http://schemas.openxmlformats.org/officeDocument/2006/relationships/slide" Target="/ppt/slides/slide12.xml" Id="R5e4e9c82a4d944f7" /><Relationship Type="http://schemas.openxmlformats.org/officeDocument/2006/relationships/slide" Target="/ppt/slides/slide13.xml" Id="R2f99af9579434a54" /><Relationship Type="http://schemas.openxmlformats.org/officeDocument/2006/relationships/slide" Target="/ppt/slides/slide14.xml" Id="R9baf11d4b2334948" /><Relationship Type="http://schemas.openxmlformats.org/officeDocument/2006/relationships/slide" Target="/ppt/slides/slide15.xml" Id="Rc6655b2c91db4647" /><Relationship Type="http://schemas.openxmlformats.org/officeDocument/2006/relationships/slide" Target="/ppt/slides/slide16.xml" Id="R368e76ebd8e94847" /><Relationship Type="http://schemas.openxmlformats.org/officeDocument/2006/relationships/slide" Target="/ppt/slides/slide17.xml" Id="Rda0b2711b20c4af0" /><Relationship Type="http://schemas.openxmlformats.org/officeDocument/2006/relationships/slide" Target="/ppt/slides/slide18.xml" Id="R027f64c0badf46bf" /><Relationship Type="http://schemas.openxmlformats.org/officeDocument/2006/relationships/slide" Target="/ppt/slides/slide19.xml" Id="Rec5b37e9f54341cf" /><Relationship Type="http://schemas.openxmlformats.org/officeDocument/2006/relationships/slide" Target="/ppt/slides/slide20.xml" Id="R16d1ed235e2d439e" /><Relationship Type="http://schemas.openxmlformats.org/officeDocument/2006/relationships/slide" Target="/ppt/slides/slide21.xml" Id="Rf8f2792037cd4be6" /><Relationship Type="http://schemas.openxmlformats.org/officeDocument/2006/relationships/slide" Target="/ppt/slides/slide22.xml" Id="Re05e12bc01d44e2d" /><Relationship Type="http://schemas.openxmlformats.org/officeDocument/2006/relationships/slide" Target="/ppt/slides/slide23.xml" Id="Re3563461bdb24b67" /><Relationship Type="http://schemas.openxmlformats.org/officeDocument/2006/relationships/slide" Target="/ppt/slides/slide24.xml" Id="Rd7b6c5136de84f96" /><Relationship Type="http://schemas.openxmlformats.org/officeDocument/2006/relationships/slide" Target="/ppt/slides/slide25.xml" Id="R484eece08eb042bb" /><Relationship Type="http://schemas.openxmlformats.org/officeDocument/2006/relationships/slide" Target="/ppt/slides/slide26.xml" Id="R9ee7ea16929b48b3" /><Relationship Type="http://schemas.openxmlformats.org/officeDocument/2006/relationships/slide" Target="/ppt/slides/slide27.xml" Id="Rfb5d6cbfb39e41ea" /><Relationship Type="http://schemas.openxmlformats.org/officeDocument/2006/relationships/slide" Target="/ppt/slides/slide28.xml" Id="R6edeb99f719d42c4" /><Relationship Type="http://schemas.openxmlformats.org/officeDocument/2006/relationships/slide" Target="/ppt/slides/slide29.xml" Id="R1927a64b05ce4eb5" /><Relationship Type="http://schemas.openxmlformats.org/officeDocument/2006/relationships/slide" Target="/ppt/slides/slide30.xml" Id="R7d6fe10f7b8c46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b6e3ce6dd240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7a786a5f414ecf" /><Relationship Type="http://schemas.openxmlformats.org/officeDocument/2006/relationships/notesMaster" Target="/ppt/notesMasters/notesMaster1.xml" Id="Rbd62d33c89a74d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65f33388f54c5f" /><Relationship Type="http://schemas.openxmlformats.org/officeDocument/2006/relationships/notesMaster" Target="/ppt/notesMasters/notesMaster1.xml" Id="R85f13800918243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9e5102de474b9a" /><Relationship Type="http://schemas.openxmlformats.org/officeDocument/2006/relationships/notesMaster" Target="/ppt/notesMasters/notesMaster1.xml" Id="R871224b0e7734c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834d122e7040bc" /><Relationship Type="http://schemas.openxmlformats.org/officeDocument/2006/relationships/notesMaster" Target="/ppt/notesMasters/notesMaster1.xml" Id="R12e6f6f82cab47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5fa2f917a4489f" /><Relationship Type="http://schemas.openxmlformats.org/officeDocument/2006/relationships/notesMaster" Target="/ppt/notesMasters/notesMaster1.xml" Id="Ra5b41e5e6ca34f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5f4dc38ff94579" /><Relationship Type="http://schemas.openxmlformats.org/officeDocument/2006/relationships/notesMaster" Target="/ppt/notesMasters/notesMaster1.xml" Id="R6723a9d5cec844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7372f9f0074b9b" /><Relationship Type="http://schemas.openxmlformats.org/officeDocument/2006/relationships/notesMaster" Target="/ppt/notesMasters/notesMaster1.xml" Id="R69b6242bf0074f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c0e4b3ec76480f" /><Relationship Type="http://schemas.openxmlformats.org/officeDocument/2006/relationships/notesMaster" Target="/ppt/notesMasters/notesMaster1.xml" Id="Rc4d9b562342841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7831efee104164" /><Relationship Type="http://schemas.openxmlformats.org/officeDocument/2006/relationships/notesMaster" Target="/ppt/notesMasters/notesMaster1.xml" Id="R41d3dc7aef3e43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b77ffe8f494390" /><Relationship Type="http://schemas.openxmlformats.org/officeDocument/2006/relationships/notesMaster" Target="/ppt/notesMasters/notesMaster1.xml" Id="Rfca7eb03be36486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f516be48e2444f" /><Relationship Type="http://schemas.openxmlformats.org/officeDocument/2006/relationships/notesMaster" Target="/ppt/notesMasters/notesMaster1.xml" Id="R2c5099f02300484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13ef151156442f" /><Relationship Type="http://schemas.openxmlformats.org/officeDocument/2006/relationships/notesMaster" Target="/ppt/notesMasters/notesMaster1.xml" Id="Rd2fc18bf9ddc473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44fe516451d4999" /><Relationship Type="http://schemas.openxmlformats.org/officeDocument/2006/relationships/notesMaster" Target="/ppt/notesMasters/notesMaster1.xml" Id="R083f7cbc6aa943d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ce8b3c8e3804b26" /><Relationship Type="http://schemas.openxmlformats.org/officeDocument/2006/relationships/notesMaster" Target="/ppt/notesMasters/notesMaster1.xml" Id="R476cd0c31c27403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8e6c6a5fc5744ec" /><Relationship Type="http://schemas.openxmlformats.org/officeDocument/2006/relationships/notesMaster" Target="/ppt/notesMasters/notesMaster1.xml" Id="R0d34f5c917214b2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67879bc7ede45b0" /><Relationship Type="http://schemas.openxmlformats.org/officeDocument/2006/relationships/notesMaster" Target="/ppt/notesMasters/notesMaster1.xml" Id="R7e034f4984ed420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ca808873830482f" /><Relationship Type="http://schemas.openxmlformats.org/officeDocument/2006/relationships/notesMaster" Target="/ppt/notesMasters/notesMaster1.xml" Id="Red236bfc7fbf4a5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82f8d4003f54c8c" /><Relationship Type="http://schemas.openxmlformats.org/officeDocument/2006/relationships/notesMaster" Target="/ppt/notesMasters/notesMaster1.xml" Id="R082615aa01e643e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52315fc7a744d4f" /><Relationship Type="http://schemas.openxmlformats.org/officeDocument/2006/relationships/notesMaster" Target="/ppt/notesMasters/notesMaster1.xml" Id="Ra876f2b95e3a476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25f559a003b4d38" /><Relationship Type="http://schemas.openxmlformats.org/officeDocument/2006/relationships/notesMaster" Target="/ppt/notesMasters/notesMaster1.xml" Id="R25e032413378458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a5e0947e2d64d2a" /><Relationship Type="http://schemas.openxmlformats.org/officeDocument/2006/relationships/notesMaster" Target="/ppt/notesMasters/notesMaster1.xml" Id="R8e4bec7695bd4cf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b1d0dc028e843df" /><Relationship Type="http://schemas.openxmlformats.org/officeDocument/2006/relationships/notesMaster" Target="/ppt/notesMasters/notesMaster1.xml" Id="R0696adfc70bb4bf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bd8bfe8d89c4037" /><Relationship Type="http://schemas.openxmlformats.org/officeDocument/2006/relationships/notesMaster" Target="/ppt/notesMasters/notesMaster1.xml" Id="R539f11532cf8446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f0baecfe3ca47cc" /><Relationship Type="http://schemas.openxmlformats.org/officeDocument/2006/relationships/notesMaster" Target="/ppt/notesMasters/notesMaster1.xml" Id="R03c7754512644dd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505332c50414578" /><Relationship Type="http://schemas.openxmlformats.org/officeDocument/2006/relationships/notesMaster" Target="/ppt/notesMasters/notesMaster1.xml" Id="R48454c46059e4fd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b3c6cb6d1694760" /><Relationship Type="http://schemas.openxmlformats.org/officeDocument/2006/relationships/notesMaster" Target="/ppt/notesMasters/notesMaster1.xml" Id="Rdd584dcb0efe4ce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7b280c0bb0e4ad2" /><Relationship Type="http://schemas.openxmlformats.org/officeDocument/2006/relationships/notesMaster" Target="/ppt/notesMasters/notesMaster1.xml" Id="R882c8bf2df7b460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6dcc4b38ada44f0" /><Relationship Type="http://schemas.openxmlformats.org/officeDocument/2006/relationships/notesMaster" Target="/ppt/notesMasters/notesMaster1.xml" Id="Rfa3429552555423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73762e2cf484459" /><Relationship Type="http://schemas.openxmlformats.org/officeDocument/2006/relationships/notesMaster" Target="/ppt/notesMasters/notesMaster1.xml" Id="Rf8914b0ad224476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05fb61cb2de486c" /><Relationship Type="http://schemas.openxmlformats.org/officeDocument/2006/relationships/notesMaster" Target="/ppt/notesMasters/notesMaster1.xml" Id="Rdde60711404a4b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cb2a579af146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2bf086788646dd" /><Relationship Type="http://schemas.openxmlformats.org/officeDocument/2006/relationships/slideLayout" Target="/ppt/slideLayouts/slideLayout1.xml" Id="R95cc76c1541b4d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cc76c1541b4d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8369bfafc489a" /><Relationship Type="http://schemas.openxmlformats.org/officeDocument/2006/relationships/notesSlide" Target="/ppt/notesSlides/notesSlide1.xml" Id="R43e5a9c3de4e45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2914faee64b53" /><Relationship Type="http://schemas.openxmlformats.org/officeDocument/2006/relationships/notesSlide" Target="/ppt/notesSlides/notesSlide2.xml" Id="R804eb784e38749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d132cbf1d479d" /><Relationship Type="http://schemas.openxmlformats.org/officeDocument/2006/relationships/notesSlide" Target="/ppt/notesSlides/notesSlide3.xml" Id="R8cea7a8244b64e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e017aa95e4aa0" /><Relationship Type="http://schemas.openxmlformats.org/officeDocument/2006/relationships/notesSlide" Target="/ppt/notesSlides/notesSlide4.xml" Id="R204e88c8417e43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db98261204102" /><Relationship Type="http://schemas.openxmlformats.org/officeDocument/2006/relationships/notesSlide" Target="/ppt/notesSlides/notesSlide5.xml" Id="Rb71d443da27842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76945d9e34dd4" /><Relationship Type="http://schemas.openxmlformats.org/officeDocument/2006/relationships/notesSlide" Target="/ppt/notesSlides/notesSlide6.xml" Id="R8b2278c49b3d44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2dff219d4416a" /><Relationship Type="http://schemas.openxmlformats.org/officeDocument/2006/relationships/notesSlide" Target="/ppt/notesSlides/notesSlide7.xml" Id="R24c7c23ff07647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14517bee241fd" /><Relationship Type="http://schemas.openxmlformats.org/officeDocument/2006/relationships/notesSlide" Target="/ppt/notesSlides/notesSlide8.xml" Id="Rc3d87359d0eb4b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93ff66fec4bcd" /><Relationship Type="http://schemas.openxmlformats.org/officeDocument/2006/relationships/notesSlide" Target="/ppt/notesSlides/notesSlide9.xml" Id="R590060ceaf1146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a405e0ba249be" /><Relationship Type="http://schemas.openxmlformats.org/officeDocument/2006/relationships/notesSlide" Target="/ppt/notesSlides/notesSlide10.xml" Id="R594ba283bc0942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fa460614448fc" /><Relationship Type="http://schemas.openxmlformats.org/officeDocument/2006/relationships/notesSlide" Target="/ppt/notesSlides/notesSlide11.xml" Id="R346a62edd1664db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895d46a624f88" /><Relationship Type="http://schemas.openxmlformats.org/officeDocument/2006/relationships/notesSlide" Target="/ppt/notesSlides/notesSlide12.xml" Id="R1fda96e4f894435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3e939de6a432f" /><Relationship Type="http://schemas.openxmlformats.org/officeDocument/2006/relationships/notesSlide" Target="/ppt/notesSlides/notesSlide13.xml" Id="Rb432941d461b442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75602adbb4311" /><Relationship Type="http://schemas.openxmlformats.org/officeDocument/2006/relationships/notesSlide" Target="/ppt/notesSlides/notesSlide14.xml" Id="Rbc06e684059d485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8c87203a0412c" /><Relationship Type="http://schemas.openxmlformats.org/officeDocument/2006/relationships/notesSlide" Target="/ppt/notesSlides/notesSlide15.xml" Id="R4f9a0fadd84241c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56a5a4eec4307" /><Relationship Type="http://schemas.openxmlformats.org/officeDocument/2006/relationships/notesSlide" Target="/ppt/notesSlides/notesSlide16.xml" Id="R891be04e15de4d2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735d0653f4564" /><Relationship Type="http://schemas.openxmlformats.org/officeDocument/2006/relationships/notesSlide" Target="/ppt/notesSlides/notesSlide17.xml" Id="R92aa256f29a04ed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b2fccaaab462d" /><Relationship Type="http://schemas.openxmlformats.org/officeDocument/2006/relationships/notesSlide" Target="/ppt/notesSlides/notesSlide18.xml" Id="R16e8714365964a5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eb84190a84751" /><Relationship Type="http://schemas.openxmlformats.org/officeDocument/2006/relationships/notesSlide" Target="/ppt/notesSlides/notesSlide19.xml" Id="R269c25215bab46b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8b04be62e4d75" /><Relationship Type="http://schemas.openxmlformats.org/officeDocument/2006/relationships/notesSlide" Target="/ppt/notesSlides/notesSlide20.xml" Id="Re7e95884a23c486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c56bbf1734e6f" /><Relationship Type="http://schemas.openxmlformats.org/officeDocument/2006/relationships/notesSlide" Target="/ppt/notesSlides/notesSlide21.xml" Id="R5717387786b14df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f84cb864a4bc6" /><Relationship Type="http://schemas.openxmlformats.org/officeDocument/2006/relationships/notesSlide" Target="/ppt/notesSlides/notesSlide22.xml" Id="R4c4ad389cbca4d8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3434353a54b03" /><Relationship Type="http://schemas.openxmlformats.org/officeDocument/2006/relationships/notesSlide" Target="/ppt/notesSlides/notesSlide23.xml" Id="R6cf84a56bb824b9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39fdf33614ee6" /><Relationship Type="http://schemas.openxmlformats.org/officeDocument/2006/relationships/notesSlide" Target="/ppt/notesSlides/notesSlide24.xml" Id="R8dd5b012aa184f8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52fa74a5d48c0" /><Relationship Type="http://schemas.openxmlformats.org/officeDocument/2006/relationships/notesSlide" Target="/ppt/notesSlides/notesSlide25.xml" Id="Ra870b887d5b8499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a9cf65a6d422c" /><Relationship Type="http://schemas.openxmlformats.org/officeDocument/2006/relationships/notesSlide" Target="/ppt/notesSlides/notesSlide26.xml" Id="R13046df55db44c1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4988995d54fe7" /><Relationship Type="http://schemas.openxmlformats.org/officeDocument/2006/relationships/notesSlide" Target="/ppt/notesSlides/notesSlide27.xml" Id="Rc8a178d41b76493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3dc799ef0c4bf0" /><Relationship Type="http://schemas.openxmlformats.org/officeDocument/2006/relationships/notesSlide" Target="/ppt/notesSlides/notesSlide28.xml" Id="R0d75cdc76798451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8f45e6ff34093" /><Relationship Type="http://schemas.openxmlformats.org/officeDocument/2006/relationships/notesSlide" Target="/ppt/notesSlides/notesSlide29.xml" Id="R4147e103f4ca4fd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2df8217874efb" /><Relationship Type="http://schemas.openxmlformats.org/officeDocument/2006/relationships/notesSlide" Target="/ppt/notesSlides/notesSlide30.xml" Id="R7c946f6a2ee747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">
            <a:extLst xmlns:a="http://schemas.openxmlformats.org/drawingml/2006/main">
              <a:ext uri="{FF2B5EF4-FFF2-40B4-BE49-F238E27FC236}">
                <a16:creationId xmlns:a16="http://schemas.microsoft.com/office/drawing/2014/main" id="{94EDCFAA-BEA6-4C51-9473-97C5968E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IBAN Codes</a:t>
            </a:r>
          </a:p>
        </p:txBody>
      </p:sp>
      <p:sp>
        <p:nvSpPr>
          <p:cNvPr id="2" name="counter-1">
            <a:extLst xmlns:a="http://schemas.openxmlformats.org/drawingml/2006/main">
              <a:ext uri="{FF2B5EF4-FFF2-40B4-BE49-F238E27FC236}">
                <a16:creationId xmlns:a16="http://schemas.microsoft.com/office/drawing/2014/main" id="{48E82D4E-0809-4E20-8C5D-8A3A1533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1-5 of 150</a:t>
            </a:r>
          </a:p>
        </p:txBody>
      </p:sp>
      <p:sp>
        <p:nvSpPr>
          <p:cNvPr id="3" name="record-panel-1-1">
            <a:extLst xmlns:a="http://schemas.openxmlformats.org/drawingml/2006/main">
              <a:ext uri="{FF2B5EF4-FFF2-40B4-BE49-F238E27FC236}">
                <a16:creationId xmlns:a16="http://schemas.microsoft.com/office/drawing/2014/main" id="{7D4E134A-DF6F-4FE2-993D-E8E64AB1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-1">
            <a:extLst xmlns:a="http://schemas.openxmlformats.org/drawingml/2006/main">
              <a:ext uri="{FF2B5EF4-FFF2-40B4-BE49-F238E27FC236}">
                <a16:creationId xmlns:a16="http://schemas.microsoft.com/office/drawing/2014/main" id="{1ADBB1C6-3145-4A4F-ADC7-C94E39F0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TEST-001  |  Italian International Bank Account Number (IBAN): IT96 X054 2811 1011 0000 0000 001</a:t>
            </a:r>
          </a:p>
        </p:txBody>
      </p:sp>
      <p:sp>
        <p:nvSpPr>
          <p:cNvPr id="5" name="record-person-1-1">
            <a:extLst xmlns:a="http://schemas.openxmlformats.org/drawingml/2006/main">
              <a:ext uri="{FF2B5EF4-FFF2-40B4-BE49-F238E27FC236}">
                <a16:creationId xmlns:a16="http://schemas.microsoft.com/office/drawing/2014/main" id="{D2683D38-E68E-4FA0-8C8E-FAC986F3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 Greta Bruno  |  Physical Address: Viale Olmo Antica 6509, 16121 Genova, Italia</a:t>
            </a:r>
          </a:p>
        </p:txBody>
      </p:sp>
      <p:sp>
        <p:nvSpPr>
          <p:cNvPr id="6" name="record-evidence-1-1">
            <a:extLst xmlns:a="http://schemas.openxmlformats.org/drawingml/2006/main">
              <a:ext uri="{FF2B5EF4-FFF2-40B4-BE49-F238E27FC236}">
                <a16:creationId xmlns:a16="http://schemas.microsoft.com/office/drawing/2014/main" id="{731F2AB6-230C-4705-B853-04742056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7" name="record-panel-1-2">
            <a:extLst xmlns:a="http://schemas.openxmlformats.org/drawingml/2006/main">
              <a:ext uri="{FF2B5EF4-FFF2-40B4-BE49-F238E27FC236}">
                <a16:creationId xmlns:a16="http://schemas.microsoft.com/office/drawing/2014/main" id="{140F0F40-101A-4BF7-9103-B2247C0F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-2">
            <a:extLst xmlns:a="http://schemas.openxmlformats.org/drawingml/2006/main">
              <a:ext uri="{FF2B5EF4-FFF2-40B4-BE49-F238E27FC236}">
                <a16:creationId xmlns:a16="http://schemas.microsoft.com/office/drawing/2014/main" id="{8271310A-69F3-4535-AAF2-9D59D7CB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TEST-002  |  Italian International Bank Account Number (IBAN): IT69 X054 2811 1011 0000 0000 002</a:t>
            </a:r>
          </a:p>
        </p:txBody>
      </p:sp>
      <p:sp>
        <p:nvSpPr>
          <p:cNvPr id="9" name="record-person-1-2">
            <a:extLst xmlns:a="http://schemas.openxmlformats.org/drawingml/2006/main">
              <a:ext uri="{FF2B5EF4-FFF2-40B4-BE49-F238E27FC236}">
                <a16:creationId xmlns:a16="http://schemas.microsoft.com/office/drawing/2014/main" id="{C7B3A016-04B4-4555-872E-CBF9E0E5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Elisa Alice Rossi  |  Physical Address: Viale Pino Antica 6546, 20121 Milano, Italia</a:t>
            </a:r>
          </a:p>
        </p:txBody>
      </p:sp>
      <p:sp>
        <p:nvSpPr>
          <p:cNvPr id="10" name="record-evidence-1-2">
            <a:extLst xmlns:a="http://schemas.openxmlformats.org/drawingml/2006/main">
              <a:ext uri="{FF2B5EF4-FFF2-40B4-BE49-F238E27FC236}">
                <a16:creationId xmlns:a16="http://schemas.microsoft.com/office/drawing/2014/main" id="{7700DA8C-BE3F-4A29-ACC6-9964A641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1" name="record-panel-1-3">
            <a:extLst xmlns:a="http://schemas.openxmlformats.org/drawingml/2006/main">
              <a:ext uri="{FF2B5EF4-FFF2-40B4-BE49-F238E27FC236}">
                <a16:creationId xmlns:a16="http://schemas.microsoft.com/office/drawing/2014/main" id="{942B7B70-33BB-4B69-874F-0B12F70A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-3">
            <a:extLst xmlns:a="http://schemas.openxmlformats.org/drawingml/2006/main">
              <a:ext uri="{FF2B5EF4-FFF2-40B4-BE49-F238E27FC236}">
                <a16:creationId xmlns:a16="http://schemas.microsoft.com/office/drawing/2014/main" id="{388A4BC6-2174-49EA-8EE4-6C996C37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TEST-003  |  Italian International Bank Account Number (IBAN): IT42 X054 2811 1011 0000 0000 003</a:t>
            </a:r>
          </a:p>
        </p:txBody>
      </p:sp>
      <p:sp>
        <p:nvSpPr>
          <p:cNvPr id="13" name="record-person-1-3">
            <a:extLst xmlns:a="http://schemas.openxmlformats.org/drawingml/2006/main">
              <a:ext uri="{FF2B5EF4-FFF2-40B4-BE49-F238E27FC236}">
                <a16:creationId xmlns:a16="http://schemas.microsoft.com/office/drawing/2014/main" id="{4576C7A3-FE36-45E7-80CA-C621D54F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Marco Giulia Mancini  |  Physical Address: Viale Quercia Antica 6583, 37121 Verona, Italia</a:t>
            </a:r>
          </a:p>
        </p:txBody>
      </p:sp>
      <p:sp>
        <p:nvSpPr>
          <p:cNvPr id="14" name="record-evidence-1-3">
            <a:extLst xmlns:a="http://schemas.openxmlformats.org/drawingml/2006/main">
              <a:ext uri="{FF2B5EF4-FFF2-40B4-BE49-F238E27FC236}">
                <a16:creationId xmlns:a16="http://schemas.microsoft.com/office/drawing/2014/main" id="{F8E42E6A-268B-4AE0-9E11-E92AEFA8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5" name="record-panel-1-4">
            <a:extLst xmlns:a="http://schemas.openxmlformats.org/drawingml/2006/main">
              <a:ext uri="{FF2B5EF4-FFF2-40B4-BE49-F238E27FC236}">
                <a16:creationId xmlns:a16="http://schemas.microsoft.com/office/drawing/2014/main" id="{5D94E5F7-0BF1-4FFA-9FFE-B06F93FB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-4">
            <a:extLst xmlns:a="http://schemas.openxmlformats.org/drawingml/2006/main">
              <a:ext uri="{FF2B5EF4-FFF2-40B4-BE49-F238E27FC236}">
                <a16:creationId xmlns:a16="http://schemas.microsoft.com/office/drawing/2014/main" id="{8BB5B687-CBA4-44C9-8AFE-50C3FC33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TEST-004  |  Italian International Bank Account Number (IBAN): IT15 X054 2811 1011 0000 0000 004</a:t>
            </a:r>
          </a:p>
        </p:txBody>
      </p:sp>
      <p:sp>
        <p:nvSpPr>
          <p:cNvPr id="17" name="record-person-1-4">
            <a:extLst xmlns:a="http://schemas.openxmlformats.org/drawingml/2006/main">
              <a:ext uri="{FF2B5EF4-FFF2-40B4-BE49-F238E27FC236}">
                <a16:creationId xmlns:a16="http://schemas.microsoft.com/office/drawing/2014/main" id="{D6A11EE3-32A9-4D69-AD3A-26424708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Chiara Elisa Esposito  |  Physical Address: Viale Rosa Antica 6620, 40121 Bologna, Italia</a:t>
            </a:r>
          </a:p>
        </p:txBody>
      </p:sp>
      <p:sp>
        <p:nvSpPr>
          <p:cNvPr id="18" name="record-evidence-1-4">
            <a:extLst xmlns:a="http://schemas.openxmlformats.org/drawingml/2006/main">
              <a:ext uri="{FF2B5EF4-FFF2-40B4-BE49-F238E27FC236}">
                <a16:creationId xmlns:a16="http://schemas.microsoft.com/office/drawing/2014/main" id="{61DF83A0-2D17-492B-9C6A-BC38DAA0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9" name="record-panel-1-5">
            <a:extLst xmlns:a="http://schemas.openxmlformats.org/drawingml/2006/main">
              <a:ext uri="{FF2B5EF4-FFF2-40B4-BE49-F238E27FC236}">
                <a16:creationId xmlns:a16="http://schemas.microsoft.com/office/drawing/2014/main" id="{34C6F3F2-9484-4557-9769-C287B936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-5">
            <a:extLst xmlns:a="http://schemas.openxmlformats.org/drawingml/2006/main">
              <a:ext uri="{FF2B5EF4-FFF2-40B4-BE49-F238E27FC236}">
                <a16:creationId xmlns:a16="http://schemas.microsoft.com/office/drawing/2014/main" id="{EF7F233D-9E10-4EBF-BB14-854FE191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TEST-005  |  Italian International Bank Account Number (IBAN): IT85 X054 2811 1011 0000 0000 005</a:t>
            </a:r>
          </a:p>
        </p:txBody>
      </p:sp>
      <p:sp>
        <p:nvSpPr>
          <p:cNvPr id="21" name="record-person-1-5">
            <a:extLst xmlns:a="http://schemas.openxmlformats.org/drawingml/2006/main">
              <a:ext uri="{FF2B5EF4-FFF2-40B4-BE49-F238E27FC236}">
                <a16:creationId xmlns:a16="http://schemas.microsoft.com/office/drawing/2014/main" id="{C3F72578-73A5-4DF0-85DB-C7CD0F2B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Riccardo Greta Rizzo  |  Physical Address: Viale Tiglio Antica 6657, 35121 Padova, Italia</a:t>
            </a:r>
          </a:p>
        </p:txBody>
      </p:sp>
      <p:sp>
        <p:nvSpPr>
          <p:cNvPr id="22" name="record-evidence-1-5">
            <a:extLst xmlns:a="http://schemas.openxmlformats.org/drawingml/2006/main">
              <a:ext uri="{FF2B5EF4-FFF2-40B4-BE49-F238E27FC236}">
                <a16:creationId xmlns:a16="http://schemas.microsoft.com/office/drawing/2014/main" id="{2C4CF8C4-4794-42EF-ACC9-5F7D7E94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23" name="footer-1">
            <a:extLst xmlns:a="http://schemas.openxmlformats.org/drawingml/2006/main">
              <a:ext uri="{FF2B5EF4-FFF2-40B4-BE49-F238E27FC236}">
                <a16:creationId xmlns:a16="http://schemas.microsoft.com/office/drawing/2014/main" id="{42B7400D-7594-4E2B-B362-9C5CBE0B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4863349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FE2DF5C5-8870-427D-90CC-D66BFA72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IBAN Codes</a:t>
            </a:r>
          </a:p>
        </p:txBody>
      </p:sp>
      <p:sp>
        <p:nvSpPr>
          <p:cNvPr id="2" name="counter-2">
            <a:extLst xmlns:a="http://schemas.openxmlformats.org/drawingml/2006/main">
              <a:ext uri="{FF2B5EF4-FFF2-40B4-BE49-F238E27FC236}">
                <a16:creationId xmlns:a16="http://schemas.microsoft.com/office/drawing/2014/main" id="{771738D7-8E68-4432-A0FA-03639761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6-10 of 150</a:t>
            </a:r>
          </a:p>
        </p:txBody>
      </p:sp>
      <p:sp>
        <p:nvSpPr>
          <p:cNvPr id="3" name="record-panel-2-1">
            <a:extLst xmlns:a="http://schemas.openxmlformats.org/drawingml/2006/main">
              <a:ext uri="{FF2B5EF4-FFF2-40B4-BE49-F238E27FC236}">
                <a16:creationId xmlns:a16="http://schemas.microsoft.com/office/drawing/2014/main" id="{3364B46A-AD34-4F16-B410-B22A121B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-1">
            <a:extLst xmlns:a="http://schemas.openxmlformats.org/drawingml/2006/main">
              <a:ext uri="{FF2B5EF4-FFF2-40B4-BE49-F238E27FC236}">
                <a16:creationId xmlns:a16="http://schemas.microsoft.com/office/drawing/2014/main" id="{2A9926AB-FE2E-4833-A548-4CF83864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TEST-006  |  Italian International Bank Account Number (IBAN): IT58 X054 2811 1011 0000 0000 006</a:t>
            </a:r>
          </a:p>
        </p:txBody>
      </p:sp>
      <p:sp>
        <p:nvSpPr>
          <p:cNvPr id="5" name="record-person-2-1">
            <a:extLst xmlns:a="http://schemas.openxmlformats.org/drawingml/2006/main">
              <a:ext uri="{FF2B5EF4-FFF2-40B4-BE49-F238E27FC236}">
                <a16:creationId xmlns:a16="http://schemas.microsoft.com/office/drawing/2014/main" id="{AB71E020-FC2B-44CD-BB7C-C8615E36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Beatrice Alice Ricci  |  Physical Address: Viale Ulivo Antica 6694, 80133 Napoli, Italia</a:t>
            </a:r>
          </a:p>
        </p:txBody>
      </p:sp>
      <p:sp>
        <p:nvSpPr>
          <p:cNvPr id="6" name="record-evidence-2-1">
            <a:extLst xmlns:a="http://schemas.openxmlformats.org/drawingml/2006/main">
              <a:ext uri="{FF2B5EF4-FFF2-40B4-BE49-F238E27FC236}">
                <a16:creationId xmlns:a16="http://schemas.microsoft.com/office/drawing/2014/main" id="{55CF1878-09CF-4F67-9CF7-53CE66B6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7" name="record-panel-2-2">
            <a:extLst xmlns:a="http://schemas.openxmlformats.org/drawingml/2006/main">
              <a:ext uri="{FF2B5EF4-FFF2-40B4-BE49-F238E27FC236}">
                <a16:creationId xmlns:a16="http://schemas.microsoft.com/office/drawing/2014/main" id="{E5E278D4-F035-4D6A-9DB7-0F3F0B1B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-2">
            <a:extLst xmlns:a="http://schemas.openxmlformats.org/drawingml/2006/main">
              <a:ext uri="{FF2B5EF4-FFF2-40B4-BE49-F238E27FC236}">
                <a16:creationId xmlns:a16="http://schemas.microsoft.com/office/drawing/2014/main" id="{38D17D2D-648D-4532-8918-55DF28FE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TEST-007  |  Italian International Bank Account Number (IBAN): IT31 X054 2811 1011 0000 0000 007</a:t>
            </a:r>
          </a:p>
        </p:txBody>
      </p:sp>
      <p:sp>
        <p:nvSpPr>
          <p:cNvPr id="9" name="record-person-2-2">
            <a:extLst xmlns:a="http://schemas.openxmlformats.org/drawingml/2006/main">
              <a:ext uri="{FF2B5EF4-FFF2-40B4-BE49-F238E27FC236}">
                <a16:creationId xmlns:a16="http://schemas.microsoft.com/office/drawing/2014/main" id="{457B833C-6089-4265-9033-767CCB8C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Tommaso Giulia Fontana  |  Physical Address: Viale Acero Bella 6731, 00184 Roma, Italia</a:t>
            </a:r>
          </a:p>
        </p:txBody>
      </p:sp>
      <p:sp>
        <p:nvSpPr>
          <p:cNvPr id="10" name="record-evidence-2-2">
            <a:extLst xmlns:a="http://schemas.openxmlformats.org/drawingml/2006/main">
              <a:ext uri="{FF2B5EF4-FFF2-40B4-BE49-F238E27FC236}">
                <a16:creationId xmlns:a16="http://schemas.microsoft.com/office/drawing/2014/main" id="{F3012711-A503-440C-974B-5D189968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1" name="record-panel-2-3">
            <a:extLst xmlns:a="http://schemas.openxmlformats.org/drawingml/2006/main">
              <a:ext uri="{FF2B5EF4-FFF2-40B4-BE49-F238E27FC236}">
                <a16:creationId xmlns:a16="http://schemas.microsoft.com/office/drawing/2014/main" id="{E3AE411A-7BFC-493B-8341-987F4A7A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-3">
            <a:extLst xmlns:a="http://schemas.openxmlformats.org/drawingml/2006/main">
              <a:ext uri="{FF2B5EF4-FFF2-40B4-BE49-F238E27FC236}">
                <a16:creationId xmlns:a16="http://schemas.microsoft.com/office/drawing/2014/main" id="{876D8909-499A-4566-8635-182DB6E5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TEST-008  |  Italian International Bank Account Number (IBAN): IT04 X054 2811 1011 0000 0000 008</a:t>
            </a:r>
          </a:p>
        </p:txBody>
      </p:sp>
      <p:sp>
        <p:nvSpPr>
          <p:cNvPr id="13" name="record-person-2-3">
            <a:extLst xmlns:a="http://schemas.openxmlformats.org/drawingml/2006/main">
              <a:ext uri="{FF2B5EF4-FFF2-40B4-BE49-F238E27FC236}">
                <a16:creationId xmlns:a16="http://schemas.microsoft.com/office/drawing/2014/main" id="{0009DF98-328C-497C-A9EE-EC8A8273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Greta Elisa Bruno  |  Physical Address: Viale Alloro Bella 6768, 90133 Palermo, Italia</a:t>
            </a:r>
          </a:p>
        </p:txBody>
      </p:sp>
      <p:sp>
        <p:nvSpPr>
          <p:cNvPr id="14" name="record-evidence-2-3">
            <a:extLst xmlns:a="http://schemas.openxmlformats.org/drawingml/2006/main">
              <a:ext uri="{FF2B5EF4-FFF2-40B4-BE49-F238E27FC236}">
                <a16:creationId xmlns:a16="http://schemas.microsoft.com/office/drawing/2014/main" id="{8F564428-E0A6-4BDD-A6F3-9427A44C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5" name="record-panel-2-4">
            <a:extLst xmlns:a="http://schemas.openxmlformats.org/drawingml/2006/main">
              <a:ext uri="{FF2B5EF4-FFF2-40B4-BE49-F238E27FC236}">
                <a16:creationId xmlns:a16="http://schemas.microsoft.com/office/drawing/2014/main" id="{ACDBAD66-D685-4CB7-B72B-631B2905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-4">
            <a:extLst xmlns:a="http://schemas.openxmlformats.org/drawingml/2006/main">
              <a:ext uri="{FF2B5EF4-FFF2-40B4-BE49-F238E27FC236}">
                <a16:creationId xmlns:a16="http://schemas.microsoft.com/office/drawing/2014/main" id="{75AA45EA-F9AB-42ED-B7D2-D773AE9A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TEST-009  |  Italian International Bank Account Number (IBAN): IT74 X054 2811 1011 0000 0000 009</a:t>
            </a:r>
          </a:p>
        </p:txBody>
      </p:sp>
      <p:sp>
        <p:nvSpPr>
          <p:cNvPr id="17" name="record-person-2-4">
            <a:extLst xmlns:a="http://schemas.openxmlformats.org/drawingml/2006/main">
              <a:ext uri="{FF2B5EF4-FFF2-40B4-BE49-F238E27FC236}">
                <a16:creationId xmlns:a16="http://schemas.microsoft.com/office/drawing/2014/main" id="{0EAA37CC-90E4-47AC-84E5-6A1F2B70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Matteo Greta Rossi  |  Physical Address: Viale Castagno Bella 6805, 10121 Torino, Italia</a:t>
            </a:r>
          </a:p>
        </p:txBody>
      </p:sp>
      <p:sp>
        <p:nvSpPr>
          <p:cNvPr id="18" name="record-evidence-2-4">
            <a:extLst xmlns:a="http://schemas.openxmlformats.org/drawingml/2006/main">
              <a:ext uri="{FF2B5EF4-FFF2-40B4-BE49-F238E27FC236}">
                <a16:creationId xmlns:a16="http://schemas.microsoft.com/office/drawing/2014/main" id="{06E032C6-9329-4F73-B721-75B692C0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9" name="record-panel-2-5">
            <a:extLst xmlns:a="http://schemas.openxmlformats.org/drawingml/2006/main">
              <a:ext uri="{FF2B5EF4-FFF2-40B4-BE49-F238E27FC236}">
                <a16:creationId xmlns:a16="http://schemas.microsoft.com/office/drawing/2014/main" id="{A2CBB244-A5E6-43EE-A1DF-A2EAAB8C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-5">
            <a:extLst xmlns:a="http://schemas.openxmlformats.org/drawingml/2006/main">
              <a:ext uri="{FF2B5EF4-FFF2-40B4-BE49-F238E27FC236}">
                <a16:creationId xmlns:a16="http://schemas.microsoft.com/office/drawing/2014/main" id="{E8621F1B-8FE3-44C9-B84F-9D596711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TEST-010  |  Italian International Bank Account Number (IBAN): IT47 X054 2811 1011 0000 0000 010</a:t>
            </a:r>
          </a:p>
        </p:txBody>
      </p:sp>
      <p:sp>
        <p:nvSpPr>
          <p:cNvPr id="21" name="record-person-2-5">
            <a:extLst xmlns:a="http://schemas.openxmlformats.org/drawingml/2006/main">
              <a:ext uri="{FF2B5EF4-FFF2-40B4-BE49-F238E27FC236}">
                <a16:creationId xmlns:a16="http://schemas.microsoft.com/office/drawing/2014/main" id="{00DB7B9D-E1BB-4590-88AC-DFB63FBC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Alice Mancini  |  Physical Address: Viale Cedro Bella 6842, 70121 Bari, Italia</a:t>
            </a:r>
          </a:p>
        </p:txBody>
      </p:sp>
      <p:sp>
        <p:nvSpPr>
          <p:cNvPr id="22" name="record-evidence-2-5">
            <a:extLst xmlns:a="http://schemas.openxmlformats.org/drawingml/2006/main">
              <a:ext uri="{FF2B5EF4-FFF2-40B4-BE49-F238E27FC236}">
                <a16:creationId xmlns:a16="http://schemas.microsoft.com/office/drawing/2014/main" id="{FA14A536-308D-4B03-B81C-A72D39B3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23" name="footer-2">
            <a:extLst xmlns:a="http://schemas.openxmlformats.org/drawingml/2006/main">
              <a:ext uri="{FF2B5EF4-FFF2-40B4-BE49-F238E27FC236}">
                <a16:creationId xmlns:a16="http://schemas.microsoft.com/office/drawing/2014/main" id="{DB531234-A0C7-4D67-B7E4-E03765B4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4521825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18C0DC40-65EA-43E8-90A5-A8FD85B6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IBAN Codes</a:t>
            </a:r>
          </a:p>
        </p:txBody>
      </p:sp>
      <p:sp>
        <p:nvSpPr>
          <p:cNvPr id="2" name="counter-3">
            <a:extLst xmlns:a="http://schemas.openxmlformats.org/drawingml/2006/main">
              <a:ext uri="{FF2B5EF4-FFF2-40B4-BE49-F238E27FC236}">
                <a16:creationId xmlns:a16="http://schemas.microsoft.com/office/drawing/2014/main" id="{7CFED4A3-F6D7-405B-8129-681BC344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11-15 of 150</a:t>
            </a:r>
          </a:p>
        </p:txBody>
      </p:sp>
      <p:sp>
        <p:nvSpPr>
          <p:cNvPr id="3" name="record-panel-3-1">
            <a:extLst xmlns:a="http://schemas.openxmlformats.org/drawingml/2006/main">
              <a:ext uri="{FF2B5EF4-FFF2-40B4-BE49-F238E27FC236}">
                <a16:creationId xmlns:a16="http://schemas.microsoft.com/office/drawing/2014/main" id="{A07DE8AE-EFAF-423E-8905-EBD9B74B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-1">
            <a:extLst xmlns:a="http://schemas.openxmlformats.org/drawingml/2006/main">
              <a:ext uri="{FF2B5EF4-FFF2-40B4-BE49-F238E27FC236}">
                <a16:creationId xmlns:a16="http://schemas.microsoft.com/office/drawing/2014/main" id="{19F11237-73B8-4D86-A1ED-9EEDD0B9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TEST-011  |  Italian International Bank Account Number (IBAN): IT20 X054 2811 1011 0000 0000 011</a:t>
            </a:r>
          </a:p>
        </p:txBody>
      </p:sp>
      <p:sp>
        <p:nvSpPr>
          <p:cNvPr id="5" name="record-person-3-1">
            <a:extLst xmlns:a="http://schemas.openxmlformats.org/drawingml/2006/main">
              <a:ext uri="{FF2B5EF4-FFF2-40B4-BE49-F238E27FC236}">
                <a16:creationId xmlns:a16="http://schemas.microsoft.com/office/drawing/2014/main" id="{9DC71B5E-2EFE-4666-99C3-1823EE3E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Andrea Giulia Bianchi  |  Physical Address: Viale Fontana Bella 6879, 50122 Firenze, Italia</a:t>
            </a:r>
          </a:p>
        </p:txBody>
      </p:sp>
      <p:sp>
        <p:nvSpPr>
          <p:cNvPr id="6" name="record-evidence-3-1">
            <a:extLst xmlns:a="http://schemas.openxmlformats.org/drawingml/2006/main">
              <a:ext uri="{FF2B5EF4-FFF2-40B4-BE49-F238E27FC236}">
                <a16:creationId xmlns:a16="http://schemas.microsoft.com/office/drawing/2014/main" id="{5A8E2D71-0D6A-4C03-819F-8A4E67EF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7" name="record-panel-3-2">
            <a:extLst xmlns:a="http://schemas.openxmlformats.org/drawingml/2006/main">
              <a:ext uri="{FF2B5EF4-FFF2-40B4-BE49-F238E27FC236}">
                <a16:creationId xmlns:a16="http://schemas.microsoft.com/office/drawing/2014/main" id="{74D6D4D9-1EC8-4B28-A124-BAA0231B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-2">
            <a:extLst xmlns:a="http://schemas.openxmlformats.org/drawingml/2006/main">
              <a:ext uri="{FF2B5EF4-FFF2-40B4-BE49-F238E27FC236}">
                <a16:creationId xmlns:a16="http://schemas.microsoft.com/office/drawing/2014/main" id="{CBFBBF34-E94B-4BE2-B91A-B5137184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TEST-012  |  Italian International Bank Account Number (IBAN): IT90 X054 2811 1011 0000 0000 012</a:t>
            </a:r>
          </a:p>
        </p:txBody>
      </p:sp>
      <p:sp>
        <p:nvSpPr>
          <p:cNvPr id="9" name="record-person-3-2">
            <a:extLst xmlns:a="http://schemas.openxmlformats.org/drawingml/2006/main">
              <a:ext uri="{FF2B5EF4-FFF2-40B4-BE49-F238E27FC236}">
                <a16:creationId xmlns:a16="http://schemas.microsoft.com/office/drawing/2014/main" id="{E7019EB7-FA06-4A65-8259-E49A4AF0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Ginevra Elisa Rizzo  |  Physical Address: Viale Gelsomino Bella 6916, 43121 Parma, Italia</a:t>
            </a:r>
          </a:p>
        </p:txBody>
      </p:sp>
      <p:sp>
        <p:nvSpPr>
          <p:cNvPr id="10" name="record-evidence-3-2">
            <a:extLst xmlns:a="http://schemas.openxmlformats.org/drawingml/2006/main">
              <a:ext uri="{FF2B5EF4-FFF2-40B4-BE49-F238E27FC236}">
                <a16:creationId xmlns:a16="http://schemas.microsoft.com/office/drawing/2014/main" id="{3BB46A5A-9B8D-4C39-9850-FBC50CEA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1" name="record-panel-3-3">
            <a:extLst xmlns:a="http://schemas.openxmlformats.org/drawingml/2006/main">
              <a:ext uri="{FF2B5EF4-FFF2-40B4-BE49-F238E27FC236}">
                <a16:creationId xmlns:a16="http://schemas.microsoft.com/office/drawing/2014/main" id="{58511C03-8B32-43CD-A0BF-98CC28B2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-3">
            <a:extLst xmlns:a="http://schemas.openxmlformats.org/drawingml/2006/main">
              <a:ext uri="{FF2B5EF4-FFF2-40B4-BE49-F238E27FC236}">
                <a16:creationId xmlns:a16="http://schemas.microsoft.com/office/drawing/2014/main" id="{5B768FEF-FF0F-4373-8720-256BF647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TEST-013  |  Italian International Bank Account Number (IBAN): IT63 X054 2811 1011 0000 0000 013</a:t>
            </a:r>
          </a:p>
        </p:txBody>
      </p:sp>
      <p:sp>
        <p:nvSpPr>
          <p:cNvPr id="13" name="record-person-3-3">
            <a:extLst xmlns:a="http://schemas.openxmlformats.org/drawingml/2006/main">
              <a:ext uri="{FF2B5EF4-FFF2-40B4-BE49-F238E27FC236}">
                <a16:creationId xmlns:a16="http://schemas.microsoft.com/office/drawing/2014/main" id="{7B0038B6-9806-4167-B5A9-67F4B9D9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Alessandro Greta Ricci  |  Physical Address: Viale Olmo Bella 6953, 16121 Genova, Italia</a:t>
            </a:r>
          </a:p>
        </p:txBody>
      </p:sp>
      <p:sp>
        <p:nvSpPr>
          <p:cNvPr id="14" name="record-evidence-3-3">
            <a:extLst xmlns:a="http://schemas.openxmlformats.org/drawingml/2006/main">
              <a:ext uri="{FF2B5EF4-FFF2-40B4-BE49-F238E27FC236}">
                <a16:creationId xmlns:a16="http://schemas.microsoft.com/office/drawing/2014/main" id="{3694D767-3220-48E4-ADFE-4C9C72B3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5" name="record-panel-3-4">
            <a:extLst xmlns:a="http://schemas.openxmlformats.org/drawingml/2006/main">
              <a:ext uri="{FF2B5EF4-FFF2-40B4-BE49-F238E27FC236}">
                <a16:creationId xmlns:a16="http://schemas.microsoft.com/office/drawing/2014/main" id="{F615C594-1592-414D-8410-01E05A61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-4">
            <a:extLst xmlns:a="http://schemas.openxmlformats.org/drawingml/2006/main">
              <a:ext uri="{FF2B5EF4-FFF2-40B4-BE49-F238E27FC236}">
                <a16:creationId xmlns:a16="http://schemas.microsoft.com/office/drawing/2014/main" id="{0A18B9F0-2E94-4F56-8F47-E83D23CE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TEST-014  |  Italian International Bank Account Number (IBAN): IT36 X054 2811 1011 0000 0000 014</a:t>
            </a:r>
          </a:p>
        </p:txBody>
      </p:sp>
      <p:sp>
        <p:nvSpPr>
          <p:cNvPr id="17" name="record-person-3-4">
            <a:extLst xmlns:a="http://schemas.openxmlformats.org/drawingml/2006/main">
              <a:ext uri="{FF2B5EF4-FFF2-40B4-BE49-F238E27FC236}">
                <a16:creationId xmlns:a16="http://schemas.microsoft.com/office/drawing/2014/main" id="{BC6923F4-BE1E-4595-8D3C-812DE88C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Alice Tommaso Fontana  |  Physical Address: Viale Pino Bella 6990, 20121 Milano, Italia</a:t>
            </a:r>
          </a:p>
        </p:txBody>
      </p:sp>
      <p:sp>
        <p:nvSpPr>
          <p:cNvPr id="18" name="record-evidence-3-4">
            <a:extLst xmlns:a="http://schemas.openxmlformats.org/drawingml/2006/main">
              <a:ext uri="{FF2B5EF4-FFF2-40B4-BE49-F238E27FC236}">
                <a16:creationId xmlns:a16="http://schemas.microsoft.com/office/drawing/2014/main" id="{B77DAFBA-2978-41D8-AA80-4CDF900A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9" name="record-panel-3-5">
            <a:extLst xmlns:a="http://schemas.openxmlformats.org/drawingml/2006/main">
              <a:ext uri="{FF2B5EF4-FFF2-40B4-BE49-F238E27FC236}">
                <a16:creationId xmlns:a16="http://schemas.microsoft.com/office/drawing/2014/main" id="{3FCC059C-9B65-40E1-B2D1-7BD688D4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-5">
            <a:extLst xmlns:a="http://schemas.openxmlformats.org/drawingml/2006/main">
              <a:ext uri="{FF2B5EF4-FFF2-40B4-BE49-F238E27FC236}">
                <a16:creationId xmlns:a16="http://schemas.microsoft.com/office/drawing/2014/main" id="{6490B3D0-F38E-4388-90DB-A1D4014A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TEST-015  |  Italian International Bank Account Number (IBAN): IT09 X054 2811 1011 0000 0000 015</a:t>
            </a:r>
          </a:p>
        </p:txBody>
      </p:sp>
      <p:sp>
        <p:nvSpPr>
          <p:cNvPr id="21" name="record-person-3-5">
            <a:extLst xmlns:a="http://schemas.openxmlformats.org/drawingml/2006/main">
              <a:ext uri="{FF2B5EF4-FFF2-40B4-BE49-F238E27FC236}">
                <a16:creationId xmlns:a16="http://schemas.microsoft.com/office/drawing/2014/main" id="{440C17EB-A3C2-4624-B2D0-EC069121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Lorenzo Giulia Gallo  |  Physical Address: Viale Quercia Bella 7027, 37121 Verona, Italia</a:t>
            </a:r>
          </a:p>
        </p:txBody>
      </p:sp>
      <p:sp>
        <p:nvSpPr>
          <p:cNvPr id="22" name="record-evidence-3-5">
            <a:extLst xmlns:a="http://schemas.openxmlformats.org/drawingml/2006/main">
              <a:ext uri="{FF2B5EF4-FFF2-40B4-BE49-F238E27FC236}">
                <a16:creationId xmlns:a16="http://schemas.microsoft.com/office/drawing/2014/main" id="{D7F017C0-D4A3-4480-A784-6C32CB24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23" name="footer-3">
            <a:extLst xmlns:a="http://schemas.openxmlformats.org/drawingml/2006/main">
              <a:ext uri="{FF2B5EF4-FFF2-40B4-BE49-F238E27FC236}">
                <a16:creationId xmlns:a16="http://schemas.microsoft.com/office/drawing/2014/main" id="{557C9CD4-1909-44AA-986F-808DE40F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8121284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ACC70031-B735-43DC-A32F-DAC3917F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IBAN Codes</a:t>
            </a:r>
          </a:p>
        </p:txBody>
      </p:sp>
      <p:sp>
        <p:nvSpPr>
          <p:cNvPr id="2" name="counter-4">
            <a:extLst xmlns:a="http://schemas.openxmlformats.org/drawingml/2006/main">
              <a:ext uri="{FF2B5EF4-FFF2-40B4-BE49-F238E27FC236}">
                <a16:creationId xmlns:a16="http://schemas.microsoft.com/office/drawing/2014/main" id="{7B4F4869-D720-4993-9FC5-879866FA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16-20 of 150</a:t>
            </a:r>
          </a:p>
        </p:txBody>
      </p:sp>
      <p:sp>
        <p:nvSpPr>
          <p:cNvPr id="3" name="record-panel-4-1">
            <a:extLst xmlns:a="http://schemas.openxmlformats.org/drawingml/2006/main">
              <a:ext uri="{FF2B5EF4-FFF2-40B4-BE49-F238E27FC236}">
                <a16:creationId xmlns:a16="http://schemas.microsoft.com/office/drawing/2014/main" id="{56E0E535-E898-44A6-AD78-519F019B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4-1">
            <a:extLst xmlns:a="http://schemas.openxmlformats.org/drawingml/2006/main">
              <a:ext uri="{FF2B5EF4-FFF2-40B4-BE49-F238E27FC236}">
                <a16:creationId xmlns:a16="http://schemas.microsoft.com/office/drawing/2014/main" id="{AC0C760E-79EB-49ED-9630-EEC7843B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TEST-016  |  Italian International Bank Account Number (IBAN): IT79 X054 2811 1011 0000 0000 016</a:t>
            </a:r>
          </a:p>
        </p:txBody>
      </p:sp>
      <p:sp>
        <p:nvSpPr>
          <p:cNvPr id="5" name="record-person-4-1">
            <a:extLst xmlns:a="http://schemas.openxmlformats.org/drawingml/2006/main">
              <a:ext uri="{FF2B5EF4-FFF2-40B4-BE49-F238E27FC236}">
                <a16:creationId xmlns:a16="http://schemas.microsoft.com/office/drawing/2014/main" id="{A75A5BA2-0833-43B5-9E8A-721BD0F7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Aurora Elisa Rossi  |  Physical Address: Viale Rosa Bella 7064, 40121 Bologna, Italia</a:t>
            </a:r>
          </a:p>
        </p:txBody>
      </p:sp>
      <p:sp>
        <p:nvSpPr>
          <p:cNvPr id="6" name="record-evidence-4-1">
            <a:extLst xmlns:a="http://schemas.openxmlformats.org/drawingml/2006/main">
              <a:ext uri="{FF2B5EF4-FFF2-40B4-BE49-F238E27FC236}">
                <a16:creationId xmlns:a16="http://schemas.microsoft.com/office/drawing/2014/main" id="{E4D90B7D-D59A-440F-839F-C90356B9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7" name="record-panel-4-2">
            <a:extLst xmlns:a="http://schemas.openxmlformats.org/drawingml/2006/main">
              <a:ext uri="{FF2B5EF4-FFF2-40B4-BE49-F238E27FC236}">
                <a16:creationId xmlns:a16="http://schemas.microsoft.com/office/drawing/2014/main" id="{4402A1D5-A00D-4F8D-AA23-197E5553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4-2">
            <a:extLst xmlns:a="http://schemas.openxmlformats.org/drawingml/2006/main">
              <a:ext uri="{FF2B5EF4-FFF2-40B4-BE49-F238E27FC236}">
                <a16:creationId xmlns:a16="http://schemas.microsoft.com/office/drawing/2014/main" id="{A73246B2-CB86-45EB-AC40-15302CAE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TEST-017  |  Italian International Bank Account Number (IBAN): IT52 X054 2811 1011 0000 0000 017</a:t>
            </a:r>
          </a:p>
        </p:txBody>
      </p:sp>
      <p:sp>
        <p:nvSpPr>
          <p:cNvPr id="9" name="record-person-4-2">
            <a:extLst xmlns:a="http://schemas.openxmlformats.org/drawingml/2006/main">
              <a:ext uri="{FF2B5EF4-FFF2-40B4-BE49-F238E27FC236}">
                <a16:creationId xmlns:a16="http://schemas.microsoft.com/office/drawing/2014/main" id="{3CCB6279-0227-452B-964E-8F6AF45C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Francesco Greta Mancini  |  Physical Address: Viale Tiglio Bella 7101, 35121 Padova, Italia</a:t>
            </a:r>
          </a:p>
        </p:txBody>
      </p:sp>
      <p:sp>
        <p:nvSpPr>
          <p:cNvPr id="10" name="record-evidence-4-2">
            <a:extLst xmlns:a="http://schemas.openxmlformats.org/drawingml/2006/main">
              <a:ext uri="{FF2B5EF4-FFF2-40B4-BE49-F238E27FC236}">
                <a16:creationId xmlns:a16="http://schemas.microsoft.com/office/drawing/2014/main" id="{2191AFC6-40D0-4D2B-BFE7-4DA1D2C0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1" name="record-panel-4-3">
            <a:extLst xmlns:a="http://schemas.openxmlformats.org/drawingml/2006/main">
              <a:ext uri="{FF2B5EF4-FFF2-40B4-BE49-F238E27FC236}">
                <a16:creationId xmlns:a16="http://schemas.microsoft.com/office/drawing/2014/main" id="{55994502-E5C9-4B62-BB69-7B029266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4-3">
            <a:extLst xmlns:a="http://schemas.openxmlformats.org/drawingml/2006/main">
              <a:ext uri="{FF2B5EF4-FFF2-40B4-BE49-F238E27FC236}">
                <a16:creationId xmlns:a16="http://schemas.microsoft.com/office/drawing/2014/main" id="{9C4F7523-0F9D-4493-9940-EA581851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TEST-018  |  Italian International Bank Account Number (IBAN): IT25 X054 2811 1011 0000 0000 018</a:t>
            </a:r>
          </a:p>
        </p:txBody>
      </p:sp>
      <p:sp>
        <p:nvSpPr>
          <p:cNvPr id="13" name="record-person-4-3">
            <a:extLst xmlns:a="http://schemas.openxmlformats.org/drawingml/2006/main">
              <a:ext uri="{FF2B5EF4-FFF2-40B4-BE49-F238E27FC236}">
                <a16:creationId xmlns:a16="http://schemas.microsoft.com/office/drawing/2014/main" id="{EE660D8E-0CD2-4672-B981-B7E53E47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Sofia Alice Bianchi  |  Physical Address: Viale Ulivo Bella 7138, 80133 Napoli, Italia</a:t>
            </a:r>
          </a:p>
        </p:txBody>
      </p:sp>
      <p:sp>
        <p:nvSpPr>
          <p:cNvPr id="14" name="record-evidence-4-3">
            <a:extLst xmlns:a="http://schemas.openxmlformats.org/drawingml/2006/main">
              <a:ext uri="{FF2B5EF4-FFF2-40B4-BE49-F238E27FC236}">
                <a16:creationId xmlns:a16="http://schemas.microsoft.com/office/drawing/2014/main" id="{96B1BB04-FC64-4E72-B110-7103EC14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5" name="record-panel-4-4">
            <a:extLst xmlns:a="http://schemas.openxmlformats.org/drawingml/2006/main">
              <a:ext uri="{FF2B5EF4-FFF2-40B4-BE49-F238E27FC236}">
                <a16:creationId xmlns:a16="http://schemas.microsoft.com/office/drawing/2014/main" id="{13FBC1B5-F69C-4AC2-9410-DECA4ADD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4-4">
            <a:extLst xmlns:a="http://schemas.openxmlformats.org/drawingml/2006/main">
              <a:ext uri="{FF2B5EF4-FFF2-40B4-BE49-F238E27FC236}">
                <a16:creationId xmlns:a16="http://schemas.microsoft.com/office/drawing/2014/main" id="{7211DC9E-7410-4A90-A84F-7FFE4592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TEST-019  |  Italian International Bank Account Number (IBAN): IT95 X054 2811 1011 0000 0000 019</a:t>
            </a:r>
          </a:p>
        </p:txBody>
      </p:sp>
      <p:sp>
        <p:nvSpPr>
          <p:cNvPr id="17" name="record-person-4-4">
            <a:extLst xmlns:a="http://schemas.openxmlformats.org/drawingml/2006/main">
              <a:ext uri="{FF2B5EF4-FFF2-40B4-BE49-F238E27FC236}">
                <a16:creationId xmlns:a16="http://schemas.microsoft.com/office/drawing/2014/main" id="{D3DD3BDC-6C1D-4FAC-B2CA-FC8E5353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Leonardo Giulia Lombardi  |  Physical Address: Viale Acero Centrale 7175, 00184 Roma, Italia</a:t>
            </a:r>
          </a:p>
        </p:txBody>
      </p:sp>
      <p:sp>
        <p:nvSpPr>
          <p:cNvPr id="18" name="record-evidence-4-4">
            <a:extLst xmlns:a="http://schemas.openxmlformats.org/drawingml/2006/main">
              <a:ext uri="{FF2B5EF4-FFF2-40B4-BE49-F238E27FC236}">
                <a16:creationId xmlns:a16="http://schemas.microsoft.com/office/drawing/2014/main" id="{5C359436-1C5C-4629-9666-F812C318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9" name="record-panel-4-5">
            <a:extLst xmlns:a="http://schemas.openxmlformats.org/drawingml/2006/main">
              <a:ext uri="{FF2B5EF4-FFF2-40B4-BE49-F238E27FC236}">
                <a16:creationId xmlns:a16="http://schemas.microsoft.com/office/drawing/2014/main" id="{B7B48363-2802-4070-A96F-68FFF5A1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4-5">
            <a:extLst xmlns:a="http://schemas.openxmlformats.org/drawingml/2006/main">
              <a:ext uri="{FF2B5EF4-FFF2-40B4-BE49-F238E27FC236}">
                <a16:creationId xmlns:a16="http://schemas.microsoft.com/office/drawing/2014/main" id="{05ACBFCE-46D9-41E5-A988-6A2062C4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TEST-020  |  Italian International Bank Account Number (IBAN): IT68 X054 2811 1011 0000 0000 020</a:t>
            </a:r>
          </a:p>
        </p:txBody>
      </p:sp>
      <p:sp>
        <p:nvSpPr>
          <p:cNvPr id="21" name="record-person-4-5">
            <a:extLst xmlns:a="http://schemas.openxmlformats.org/drawingml/2006/main">
              <a:ext uri="{FF2B5EF4-FFF2-40B4-BE49-F238E27FC236}">
                <a16:creationId xmlns:a16="http://schemas.microsoft.com/office/drawing/2014/main" id="{17074DA9-90E4-4E97-BA98-07BB752A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Giulia Elisa Ricci  |  Physical Address: Viale Alloro Centrale 7212, 90133 Palermo, Italia</a:t>
            </a:r>
          </a:p>
        </p:txBody>
      </p:sp>
      <p:sp>
        <p:nvSpPr>
          <p:cNvPr id="22" name="record-evidence-4-5">
            <a:extLst xmlns:a="http://schemas.openxmlformats.org/drawingml/2006/main">
              <a:ext uri="{FF2B5EF4-FFF2-40B4-BE49-F238E27FC236}">
                <a16:creationId xmlns:a16="http://schemas.microsoft.com/office/drawing/2014/main" id="{0E72FD2A-DAC6-4C09-84D1-0A705818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23" name="footer-4">
            <a:extLst xmlns:a="http://schemas.openxmlformats.org/drawingml/2006/main">
              <a:ext uri="{FF2B5EF4-FFF2-40B4-BE49-F238E27FC236}">
                <a16:creationId xmlns:a16="http://schemas.microsoft.com/office/drawing/2014/main" id="{55A62644-6BF4-4935-A28C-6B9240A8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0225241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9EFD057F-5341-491C-888C-EDBE133F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IBAN Codes</a:t>
            </a:r>
          </a:p>
        </p:txBody>
      </p:sp>
      <p:sp>
        <p:nvSpPr>
          <p:cNvPr id="2" name="counter-5">
            <a:extLst xmlns:a="http://schemas.openxmlformats.org/drawingml/2006/main">
              <a:ext uri="{FF2B5EF4-FFF2-40B4-BE49-F238E27FC236}">
                <a16:creationId xmlns:a16="http://schemas.microsoft.com/office/drawing/2014/main" id="{3758D03C-A4BC-414D-B8C1-15D1C2DA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21-25 of 150</a:t>
            </a:r>
          </a:p>
        </p:txBody>
      </p:sp>
      <p:sp>
        <p:nvSpPr>
          <p:cNvPr id="3" name="record-panel-5-1">
            <a:extLst xmlns:a="http://schemas.openxmlformats.org/drawingml/2006/main">
              <a:ext uri="{FF2B5EF4-FFF2-40B4-BE49-F238E27FC236}">
                <a16:creationId xmlns:a16="http://schemas.microsoft.com/office/drawing/2014/main" id="{9051FF12-5BA8-43DB-9F04-85ABED1F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5-1">
            <a:extLst xmlns:a="http://schemas.openxmlformats.org/drawingml/2006/main">
              <a:ext uri="{FF2B5EF4-FFF2-40B4-BE49-F238E27FC236}">
                <a16:creationId xmlns:a16="http://schemas.microsoft.com/office/drawing/2014/main" id="{F5B9F3D0-EF7C-4BB9-BA8D-D7EC60DF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TEST-021  |  Italian International Bank Account Number (IBAN): IT41 X054 2811 1011 0000 0000 021</a:t>
            </a:r>
          </a:p>
        </p:txBody>
      </p:sp>
      <p:sp>
        <p:nvSpPr>
          <p:cNvPr id="5" name="record-person-5-1">
            <a:extLst xmlns:a="http://schemas.openxmlformats.org/drawingml/2006/main">
              <a:ext uri="{FF2B5EF4-FFF2-40B4-BE49-F238E27FC236}">
                <a16:creationId xmlns:a16="http://schemas.microsoft.com/office/drawing/2014/main" id="{B18EC5D3-4224-4097-8CA9-A1099E6D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Stefano Matteo Fontana  |  Physical Address: Viale Castagno Centrale 7249, 10121 Torino, Italia</a:t>
            </a:r>
          </a:p>
        </p:txBody>
      </p:sp>
      <p:sp>
        <p:nvSpPr>
          <p:cNvPr id="6" name="record-evidence-5-1">
            <a:extLst xmlns:a="http://schemas.openxmlformats.org/drawingml/2006/main">
              <a:ext uri="{FF2B5EF4-FFF2-40B4-BE49-F238E27FC236}">
                <a16:creationId xmlns:a16="http://schemas.microsoft.com/office/drawing/2014/main" id="{DF66E1EE-CE50-4EE3-8B3D-C272E3D2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7" name="record-panel-5-2">
            <a:extLst xmlns:a="http://schemas.openxmlformats.org/drawingml/2006/main">
              <a:ext uri="{FF2B5EF4-FFF2-40B4-BE49-F238E27FC236}">
                <a16:creationId xmlns:a16="http://schemas.microsoft.com/office/drawing/2014/main" id="{8D1CAD54-7F04-4A13-9AA9-42997291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5-2">
            <a:extLst xmlns:a="http://schemas.openxmlformats.org/drawingml/2006/main">
              <a:ext uri="{FF2B5EF4-FFF2-40B4-BE49-F238E27FC236}">
                <a16:creationId xmlns:a16="http://schemas.microsoft.com/office/drawing/2014/main" id="{B07BDFD2-8610-4E78-9BA0-4D08226C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TEST-022  |  Italian International Bank Account Number (IBAN): IT14 X054 2811 1011 0000 0000 022</a:t>
            </a:r>
          </a:p>
        </p:txBody>
      </p:sp>
      <p:sp>
        <p:nvSpPr>
          <p:cNvPr id="9" name="record-person-5-2">
            <a:extLst xmlns:a="http://schemas.openxmlformats.org/drawingml/2006/main">
              <a:ext uri="{FF2B5EF4-FFF2-40B4-BE49-F238E27FC236}">
                <a16:creationId xmlns:a16="http://schemas.microsoft.com/office/drawing/2014/main" id="{40A44E09-7F93-4E6C-9A8E-D2BCABD0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Ilaria Lorenzo Gallo  |  Physical Address: Viale Cedro Centrale 7286, 70121 Bari, Italia</a:t>
            </a:r>
          </a:p>
        </p:txBody>
      </p:sp>
      <p:sp>
        <p:nvSpPr>
          <p:cNvPr id="10" name="record-evidence-5-2">
            <a:extLst xmlns:a="http://schemas.openxmlformats.org/drawingml/2006/main">
              <a:ext uri="{FF2B5EF4-FFF2-40B4-BE49-F238E27FC236}">
                <a16:creationId xmlns:a16="http://schemas.microsoft.com/office/drawing/2014/main" id="{6115FE41-D0FB-41D4-83F7-E95D58E3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1" name="record-panel-5-3">
            <a:extLst xmlns:a="http://schemas.openxmlformats.org/drawingml/2006/main">
              <a:ext uri="{FF2B5EF4-FFF2-40B4-BE49-F238E27FC236}">
                <a16:creationId xmlns:a16="http://schemas.microsoft.com/office/drawing/2014/main" id="{85A63756-CEBF-461D-BAC5-E52FFFC8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5-3">
            <a:extLst xmlns:a="http://schemas.openxmlformats.org/drawingml/2006/main">
              <a:ext uri="{FF2B5EF4-FFF2-40B4-BE49-F238E27FC236}">
                <a16:creationId xmlns:a16="http://schemas.microsoft.com/office/drawing/2014/main" id="{3E7C0244-4DE5-47AC-9868-C5119060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TEST-023  |  Italian International Bank Account Number (IBAN): IT84 X054 2811 1011 0000 0000 023</a:t>
            </a:r>
          </a:p>
        </p:txBody>
      </p:sp>
      <p:sp>
        <p:nvSpPr>
          <p:cNvPr id="13" name="record-person-5-3">
            <a:extLst xmlns:a="http://schemas.openxmlformats.org/drawingml/2006/main">
              <a:ext uri="{FF2B5EF4-FFF2-40B4-BE49-F238E27FC236}">
                <a16:creationId xmlns:a16="http://schemas.microsoft.com/office/drawing/2014/main" id="{24194FCA-FAF7-41A6-ABA4-5384DE2F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Davide Stefano Rossi  |  Physical Address: Viale Fontana Centrale 7323, 50122 Firenze, Italia</a:t>
            </a:r>
          </a:p>
        </p:txBody>
      </p:sp>
      <p:sp>
        <p:nvSpPr>
          <p:cNvPr id="14" name="record-evidence-5-3">
            <a:extLst xmlns:a="http://schemas.openxmlformats.org/drawingml/2006/main">
              <a:ext uri="{FF2B5EF4-FFF2-40B4-BE49-F238E27FC236}">
                <a16:creationId xmlns:a16="http://schemas.microsoft.com/office/drawing/2014/main" id="{1CF9C71A-8E8B-443A-9C89-EEABB053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5" name="record-panel-5-4">
            <a:extLst xmlns:a="http://schemas.openxmlformats.org/drawingml/2006/main">
              <a:ext uri="{FF2B5EF4-FFF2-40B4-BE49-F238E27FC236}">
                <a16:creationId xmlns:a16="http://schemas.microsoft.com/office/drawing/2014/main" id="{656AD010-8666-42C5-8A9C-45B3EC2B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5-4">
            <a:extLst xmlns:a="http://schemas.openxmlformats.org/drawingml/2006/main">
              <a:ext uri="{FF2B5EF4-FFF2-40B4-BE49-F238E27FC236}">
                <a16:creationId xmlns:a16="http://schemas.microsoft.com/office/drawing/2014/main" id="{97F75CF5-E813-4269-9B83-629D6996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TEST-024  |  Italian International Bank Account Number (IBAN): IT57 X054 2811 1011 0000 0000 024</a:t>
            </a:r>
          </a:p>
        </p:txBody>
      </p:sp>
      <p:sp>
        <p:nvSpPr>
          <p:cNvPr id="17" name="record-person-5-4">
            <a:extLst xmlns:a="http://schemas.openxmlformats.org/drawingml/2006/main">
              <a:ext uri="{FF2B5EF4-FFF2-40B4-BE49-F238E27FC236}">
                <a16:creationId xmlns:a16="http://schemas.microsoft.com/office/drawing/2014/main" id="{FF6A1EB7-4C99-42AE-AE0E-99583727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Marta Marco Mancini  |  Physical Address: Viale Gelsomino Centrale 7360, 43121 Parma, Italia</a:t>
            </a:r>
          </a:p>
        </p:txBody>
      </p:sp>
      <p:sp>
        <p:nvSpPr>
          <p:cNvPr id="18" name="record-evidence-5-4">
            <a:extLst xmlns:a="http://schemas.openxmlformats.org/drawingml/2006/main">
              <a:ext uri="{FF2B5EF4-FFF2-40B4-BE49-F238E27FC236}">
                <a16:creationId xmlns:a16="http://schemas.microsoft.com/office/drawing/2014/main" id="{85D69183-0BC0-4EC5-B660-1647652B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9" name="record-panel-5-5">
            <a:extLst xmlns:a="http://schemas.openxmlformats.org/drawingml/2006/main">
              <a:ext uri="{FF2B5EF4-FFF2-40B4-BE49-F238E27FC236}">
                <a16:creationId xmlns:a16="http://schemas.microsoft.com/office/drawing/2014/main" id="{60D471FA-AC96-4D67-8F78-98F329FF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5-5">
            <a:extLst xmlns:a="http://schemas.openxmlformats.org/drawingml/2006/main">
              <a:ext uri="{FF2B5EF4-FFF2-40B4-BE49-F238E27FC236}">
                <a16:creationId xmlns:a16="http://schemas.microsoft.com/office/drawing/2014/main" id="{0D37597D-F098-4BD7-9970-672D84D7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TEST-025  |  Italian International Bank Account Number (IBAN): IT30 X054 2811 1011 0000 0000 025</a:t>
            </a:r>
          </a:p>
        </p:txBody>
      </p:sp>
      <p:sp>
        <p:nvSpPr>
          <p:cNvPr id="21" name="record-person-5-5">
            <a:extLst xmlns:a="http://schemas.openxmlformats.org/drawingml/2006/main">
              <a:ext uri="{FF2B5EF4-FFF2-40B4-BE49-F238E27FC236}">
                <a16:creationId xmlns:a16="http://schemas.microsoft.com/office/drawing/2014/main" id="{6EE67E09-03BB-45A6-B150-3A41A365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 Matteo Bianchi  |  Physical Address: Viale Olmo Centrale 7397, 16121 Genova, Italia</a:t>
            </a:r>
          </a:p>
        </p:txBody>
      </p:sp>
      <p:sp>
        <p:nvSpPr>
          <p:cNvPr id="22" name="record-evidence-5-5">
            <a:extLst xmlns:a="http://schemas.openxmlformats.org/drawingml/2006/main">
              <a:ext uri="{FF2B5EF4-FFF2-40B4-BE49-F238E27FC236}">
                <a16:creationId xmlns:a16="http://schemas.microsoft.com/office/drawing/2014/main" id="{37861AA8-A6CA-47D2-B117-8E9E48AE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23" name="footer-5">
            <a:extLst xmlns:a="http://schemas.openxmlformats.org/drawingml/2006/main">
              <a:ext uri="{FF2B5EF4-FFF2-40B4-BE49-F238E27FC236}">
                <a16:creationId xmlns:a16="http://schemas.microsoft.com/office/drawing/2014/main" id="{6E4F1B03-0DEA-44F4-9391-48A0BEB8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4972295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373630C1-2894-4C31-9B82-2C19D7FF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IBAN Codes</a:t>
            </a:r>
          </a:p>
        </p:txBody>
      </p:sp>
      <p:sp>
        <p:nvSpPr>
          <p:cNvPr id="2" name="counter-6">
            <a:extLst xmlns:a="http://schemas.openxmlformats.org/drawingml/2006/main">
              <a:ext uri="{FF2B5EF4-FFF2-40B4-BE49-F238E27FC236}">
                <a16:creationId xmlns:a16="http://schemas.microsoft.com/office/drawing/2014/main" id="{6B626090-9BFB-4342-84A9-AE2D5825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26-30 of 150</a:t>
            </a:r>
          </a:p>
        </p:txBody>
      </p:sp>
      <p:sp>
        <p:nvSpPr>
          <p:cNvPr id="3" name="record-panel-6-1">
            <a:extLst xmlns:a="http://schemas.openxmlformats.org/drawingml/2006/main">
              <a:ext uri="{FF2B5EF4-FFF2-40B4-BE49-F238E27FC236}">
                <a16:creationId xmlns:a16="http://schemas.microsoft.com/office/drawing/2014/main" id="{E6BF42F9-D7D6-488F-8372-F63333CF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6-1">
            <a:extLst xmlns:a="http://schemas.openxmlformats.org/drawingml/2006/main">
              <a:ext uri="{FF2B5EF4-FFF2-40B4-BE49-F238E27FC236}">
                <a16:creationId xmlns:a16="http://schemas.microsoft.com/office/drawing/2014/main" id="{8CB43CD7-CDE1-42AB-A3BB-25DE4AB1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TEST-026  |  Italian International Bank Account Number (IBAN): IT03 X054 2811 1011 0000 0000 026</a:t>
            </a:r>
          </a:p>
        </p:txBody>
      </p:sp>
      <p:sp>
        <p:nvSpPr>
          <p:cNvPr id="5" name="record-person-6-1">
            <a:extLst xmlns:a="http://schemas.openxmlformats.org/drawingml/2006/main">
              <a:ext uri="{FF2B5EF4-FFF2-40B4-BE49-F238E27FC236}">
                <a16:creationId xmlns:a16="http://schemas.microsoft.com/office/drawing/2014/main" id="{0FFC8273-C877-4B0E-B7F5-61644CD6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Elisa Lorenzo Lombardi  |  Physical Address: Viale Pino Centrale 7434, 20121 Milano, Italia</a:t>
            </a:r>
          </a:p>
        </p:txBody>
      </p:sp>
      <p:sp>
        <p:nvSpPr>
          <p:cNvPr id="6" name="record-evidence-6-1">
            <a:extLst xmlns:a="http://schemas.openxmlformats.org/drawingml/2006/main">
              <a:ext uri="{FF2B5EF4-FFF2-40B4-BE49-F238E27FC236}">
                <a16:creationId xmlns:a16="http://schemas.microsoft.com/office/drawing/2014/main" id="{1AC8625E-8D5E-4D3B-A2F0-137F7ABD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7" name="record-panel-6-2">
            <a:extLst xmlns:a="http://schemas.openxmlformats.org/drawingml/2006/main">
              <a:ext uri="{FF2B5EF4-FFF2-40B4-BE49-F238E27FC236}">
                <a16:creationId xmlns:a16="http://schemas.microsoft.com/office/drawing/2014/main" id="{791845D8-547C-4B30-9D0E-827BC5FB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6-2">
            <a:extLst xmlns:a="http://schemas.openxmlformats.org/drawingml/2006/main">
              <a:ext uri="{FF2B5EF4-FFF2-40B4-BE49-F238E27FC236}">
                <a16:creationId xmlns:a16="http://schemas.microsoft.com/office/drawing/2014/main" id="{6873CBED-5427-44EF-AD00-E4D2E7F2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TEST-027  |  Italian International Bank Account Number (IBAN): IT73 X054 2811 1011 0000 0000 027</a:t>
            </a:r>
          </a:p>
        </p:txBody>
      </p:sp>
      <p:sp>
        <p:nvSpPr>
          <p:cNvPr id="9" name="record-person-6-2">
            <a:extLst xmlns:a="http://schemas.openxmlformats.org/drawingml/2006/main">
              <a:ext uri="{FF2B5EF4-FFF2-40B4-BE49-F238E27FC236}">
                <a16:creationId xmlns:a16="http://schemas.microsoft.com/office/drawing/2014/main" id="{257A6DCF-CC3F-4C7D-B9DC-F9DF524A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Marco Stefano Ricci  |  Physical Address: Viale Quercia Centrale 7471, 37121 Verona, Italia</a:t>
            </a:r>
          </a:p>
        </p:txBody>
      </p:sp>
      <p:sp>
        <p:nvSpPr>
          <p:cNvPr id="10" name="record-evidence-6-2">
            <a:extLst xmlns:a="http://schemas.openxmlformats.org/drawingml/2006/main">
              <a:ext uri="{FF2B5EF4-FFF2-40B4-BE49-F238E27FC236}">
                <a16:creationId xmlns:a16="http://schemas.microsoft.com/office/drawing/2014/main" id="{1D65AC2F-52EE-4A79-B9B8-FD3590A2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1" name="record-panel-6-3">
            <a:extLst xmlns:a="http://schemas.openxmlformats.org/drawingml/2006/main">
              <a:ext uri="{FF2B5EF4-FFF2-40B4-BE49-F238E27FC236}">
                <a16:creationId xmlns:a16="http://schemas.microsoft.com/office/drawing/2014/main" id="{9500B817-AE57-4886-932B-F54FB3B5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6-3">
            <a:extLst xmlns:a="http://schemas.openxmlformats.org/drawingml/2006/main">
              <a:ext uri="{FF2B5EF4-FFF2-40B4-BE49-F238E27FC236}">
                <a16:creationId xmlns:a16="http://schemas.microsoft.com/office/drawing/2014/main" id="{E776EF52-BBF1-414F-AF59-93049622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TEST-028  |  Italian International Bank Account Number (IBAN): IT46 X054 2811 1011 0000 0000 028</a:t>
            </a:r>
          </a:p>
        </p:txBody>
      </p:sp>
      <p:sp>
        <p:nvSpPr>
          <p:cNvPr id="13" name="record-person-6-3">
            <a:extLst xmlns:a="http://schemas.openxmlformats.org/drawingml/2006/main">
              <a:ext uri="{FF2B5EF4-FFF2-40B4-BE49-F238E27FC236}">
                <a16:creationId xmlns:a16="http://schemas.microsoft.com/office/drawing/2014/main" id="{B7F8F501-980C-448F-B43D-E9F86353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Chiara Marco Fontana  |  Physical Address: Viale Rosa Centrale 7508, 40121 Bologna, Italia</a:t>
            </a:r>
          </a:p>
        </p:txBody>
      </p:sp>
      <p:sp>
        <p:nvSpPr>
          <p:cNvPr id="14" name="record-evidence-6-3">
            <a:extLst xmlns:a="http://schemas.openxmlformats.org/drawingml/2006/main">
              <a:ext uri="{FF2B5EF4-FFF2-40B4-BE49-F238E27FC236}">
                <a16:creationId xmlns:a16="http://schemas.microsoft.com/office/drawing/2014/main" id="{0DEB2F1E-3B8D-499C-BEAC-B6C9AD73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5" name="record-panel-6-4">
            <a:extLst xmlns:a="http://schemas.openxmlformats.org/drawingml/2006/main">
              <a:ext uri="{FF2B5EF4-FFF2-40B4-BE49-F238E27FC236}">
                <a16:creationId xmlns:a16="http://schemas.microsoft.com/office/drawing/2014/main" id="{E4D5DADC-65B7-41BD-B89E-0F6BE41C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6-4">
            <a:extLst xmlns:a="http://schemas.openxmlformats.org/drawingml/2006/main">
              <a:ext uri="{FF2B5EF4-FFF2-40B4-BE49-F238E27FC236}">
                <a16:creationId xmlns:a16="http://schemas.microsoft.com/office/drawing/2014/main" id="{1B259FC2-3E21-4C6F-9130-AE3980B4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TEST-029  |  Italian International Bank Account Number (IBAN): IT19 X054 2811 1011 0000 0000 029</a:t>
            </a:r>
          </a:p>
        </p:txBody>
      </p:sp>
      <p:sp>
        <p:nvSpPr>
          <p:cNvPr id="17" name="record-person-6-4">
            <a:extLst xmlns:a="http://schemas.openxmlformats.org/drawingml/2006/main">
              <a:ext uri="{FF2B5EF4-FFF2-40B4-BE49-F238E27FC236}">
                <a16:creationId xmlns:a16="http://schemas.microsoft.com/office/drawing/2014/main" id="{C5464901-A2D0-41DD-8763-D823619A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Riccardo Matteo Gallo  |  Physical Address: Viale Tiglio Centrale 7545, 35121 Padova, Italia</a:t>
            </a:r>
          </a:p>
        </p:txBody>
      </p:sp>
      <p:sp>
        <p:nvSpPr>
          <p:cNvPr id="18" name="record-evidence-6-4">
            <a:extLst xmlns:a="http://schemas.openxmlformats.org/drawingml/2006/main">
              <a:ext uri="{FF2B5EF4-FFF2-40B4-BE49-F238E27FC236}">
                <a16:creationId xmlns:a16="http://schemas.microsoft.com/office/drawing/2014/main" id="{AA2AA01D-76B5-430F-8881-E365ED8C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9" name="record-panel-6-5">
            <a:extLst xmlns:a="http://schemas.openxmlformats.org/drawingml/2006/main">
              <a:ext uri="{FF2B5EF4-FFF2-40B4-BE49-F238E27FC236}">
                <a16:creationId xmlns:a16="http://schemas.microsoft.com/office/drawing/2014/main" id="{D69AF28E-1F34-437D-A504-B9DD35E5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6-5">
            <a:extLst xmlns:a="http://schemas.openxmlformats.org/drawingml/2006/main">
              <a:ext uri="{FF2B5EF4-FFF2-40B4-BE49-F238E27FC236}">
                <a16:creationId xmlns:a16="http://schemas.microsoft.com/office/drawing/2014/main" id="{7E3B8453-AD95-4DBB-9173-2BB8A9FE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TEST-030  |  Italian International Bank Account Number (IBAN): IT89 X054 2811 1011 0000 0000 030</a:t>
            </a:r>
          </a:p>
        </p:txBody>
      </p:sp>
      <p:sp>
        <p:nvSpPr>
          <p:cNvPr id="21" name="record-person-6-5">
            <a:extLst xmlns:a="http://schemas.openxmlformats.org/drawingml/2006/main">
              <a:ext uri="{FF2B5EF4-FFF2-40B4-BE49-F238E27FC236}">
                <a16:creationId xmlns:a16="http://schemas.microsoft.com/office/drawing/2014/main" id="{090DC2B4-6C73-48CE-A996-E7BD4023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Beatrice Lorenzo Russo  |  Physical Address: Viale Ulivo Centrale 7582, 80133 Napoli, Italia</a:t>
            </a:r>
          </a:p>
        </p:txBody>
      </p:sp>
      <p:sp>
        <p:nvSpPr>
          <p:cNvPr id="22" name="record-evidence-6-5">
            <a:extLst xmlns:a="http://schemas.openxmlformats.org/drawingml/2006/main">
              <a:ext uri="{FF2B5EF4-FFF2-40B4-BE49-F238E27FC236}">
                <a16:creationId xmlns:a16="http://schemas.microsoft.com/office/drawing/2014/main" id="{EEE6B36D-4DEE-4B9C-8640-06EEDB3A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23" name="footer-6">
            <a:extLst xmlns:a="http://schemas.openxmlformats.org/drawingml/2006/main">
              <a:ext uri="{FF2B5EF4-FFF2-40B4-BE49-F238E27FC236}">
                <a16:creationId xmlns:a16="http://schemas.microsoft.com/office/drawing/2014/main" id="{A208B0AA-4294-4C75-A44E-312ECFD7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8233269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B8969559-C437-43EF-87D0-8FE3C1C2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IBAN Codes</a:t>
            </a:r>
          </a:p>
        </p:txBody>
      </p:sp>
      <p:sp>
        <p:nvSpPr>
          <p:cNvPr id="2" name="counter-7">
            <a:extLst xmlns:a="http://schemas.openxmlformats.org/drawingml/2006/main">
              <a:ext uri="{FF2B5EF4-FFF2-40B4-BE49-F238E27FC236}">
                <a16:creationId xmlns:a16="http://schemas.microsoft.com/office/drawing/2014/main" id="{4FD775D6-70ED-4E0A-991A-761D0319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31-35 of 150</a:t>
            </a:r>
          </a:p>
        </p:txBody>
      </p:sp>
      <p:sp>
        <p:nvSpPr>
          <p:cNvPr id="3" name="record-panel-7-1">
            <a:extLst xmlns:a="http://schemas.openxmlformats.org/drawingml/2006/main">
              <a:ext uri="{FF2B5EF4-FFF2-40B4-BE49-F238E27FC236}">
                <a16:creationId xmlns:a16="http://schemas.microsoft.com/office/drawing/2014/main" id="{B4C1CC41-3BCA-41C5-A4E6-A98CB1B5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7-1">
            <a:extLst xmlns:a="http://schemas.openxmlformats.org/drawingml/2006/main">
              <a:ext uri="{FF2B5EF4-FFF2-40B4-BE49-F238E27FC236}">
                <a16:creationId xmlns:a16="http://schemas.microsoft.com/office/drawing/2014/main" id="{F669661E-5681-4948-AE46-3F380D8D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TEST-031  |  Italian International Bank Account Number (IBAN): IT62 X054 2811 1011 0000 0000 031</a:t>
            </a:r>
          </a:p>
        </p:txBody>
      </p:sp>
      <p:sp>
        <p:nvSpPr>
          <p:cNvPr id="5" name="record-person-7-1">
            <a:extLst xmlns:a="http://schemas.openxmlformats.org/drawingml/2006/main">
              <a:ext uri="{FF2B5EF4-FFF2-40B4-BE49-F238E27FC236}">
                <a16:creationId xmlns:a16="http://schemas.microsoft.com/office/drawing/2014/main" id="{59F01C11-CC47-4486-AF7C-9A9251B3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Tommaso Stefano Mancini  |  Physical Address: Viale Acero Chiara 7619, 00184 Roma, Italia</a:t>
            </a:r>
          </a:p>
        </p:txBody>
      </p:sp>
      <p:sp>
        <p:nvSpPr>
          <p:cNvPr id="6" name="record-evidence-7-1">
            <a:extLst xmlns:a="http://schemas.openxmlformats.org/drawingml/2006/main">
              <a:ext uri="{FF2B5EF4-FFF2-40B4-BE49-F238E27FC236}">
                <a16:creationId xmlns:a16="http://schemas.microsoft.com/office/drawing/2014/main" id="{22343C81-21B4-46D6-9A81-31572747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7" name="record-panel-7-2">
            <a:extLst xmlns:a="http://schemas.openxmlformats.org/drawingml/2006/main">
              <a:ext uri="{FF2B5EF4-FFF2-40B4-BE49-F238E27FC236}">
                <a16:creationId xmlns:a16="http://schemas.microsoft.com/office/drawing/2014/main" id="{B69EAEEB-B4F9-42F8-BA32-0761C008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7-2">
            <a:extLst xmlns:a="http://schemas.openxmlformats.org/drawingml/2006/main">
              <a:ext uri="{FF2B5EF4-FFF2-40B4-BE49-F238E27FC236}">
                <a16:creationId xmlns:a16="http://schemas.microsoft.com/office/drawing/2014/main" id="{991FADCB-D725-4561-8B2B-A7624E7F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TEST-032  |  Italian International Bank Account Number (IBAN): IT35 X054 2811 1011 0000 0000 032</a:t>
            </a:r>
          </a:p>
        </p:txBody>
      </p:sp>
      <p:sp>
        <p:nvSpPr>
          <p:cNvPr id="9" name="record-person-7-2">
            <a:extLst xmlns:a="http://schemas.openxmlformats.org/drawingml/2006/main">
              <a:ext uri="{FF2B5EF4-FFF2-40B4-BE49-F238E27FC236}">
                <a16:creationId xmlns:a16="http://schemas.microsoft.com/office/drawing/2014/main" id="{6AECE1CB-FC67-4A2D-A472-1EB84094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Greta Marco Bianchi  |  Physical Address: Viale Alloro Chiara 7656, 90133 Palermo, Italia</a:t>
            </a:r>
          </a:p>
        </p:txBody>
      </p:sp>
      <p:sp>
        <p:nvSpPr>
          <p:cNvPr id="10" name="record-evidence-7-2">
            <a:extLst xmlns:a="http://schemas.openxmlformats.org/drawingml/2006/main">
              <a:ext uri="{FF2B5EF4-FFF2-40B4-BE49-F238E27FC236}">
                <a16:creationId xmlns:a16="http://schemas.microsoft.com/office/drawing/2014/main" id="{1BC1F33B-FD86-4B4B-82C7-41751212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1" name="record-panel-7-3">
            <a:extLst xmlns:a="http://schemas.openxmlformats.org/drawingml/2006/main">
              <a:ext uri="{FF2B5EF4-FFF2-40B4-BE49-F238E27FC236}">
                <a16:creationId xmlns:a16="http://schemas.microsoft.com/office/drawing/2014/main" id="{9C1ABB5D-C81A-48EA-8937-B5B8D1E2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7-3">
            <a:extLst xmlns:a="http://schemas.openxmlformats.org/drawingml/2006/main">
              <a:ext uri="{FF2B5EF4-FFF2-40B4-BE49-F238E27FC236}">
                <a16:creationId xmlns:a16="http://schemas.microsoft.com/office/drawing/2014/main" id="{FE4D35D1-3974-47F8-8FD7-2957E12E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TEST-033  |  Italian International Bank Account Number (IBAN): IT08 X054 2811 1011 0000 0000 033</a:t>
            </a:r>
          </a:p>
        </p:txBody>
      </p:sp>
      <p:sp>
        <p:nvSpPr>
          <p:cNvPr id="13" name="record-person-7-3">
            <a:extLst xmlns:a="http://schemas.openxmlformats.org/drawingml/2006/main">
              <a:ext uri="{FF2B5EF4-FFF2-40B4-BE49-F238E27FC236}">
                <a16:creationId xmlns:a16="http://schemas.microsoft.com/office/drawing/2014/main" id="{70515A09-51C5-4B81-A22E-A1FCC9AF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Matteo Elisa Lombardi  |  Physical Address: Viale Castagno Chiara 7693, 10121 Torino, Italia</a:t>
            </a:r>
          </a:p>
        </p:txBody>
      </p:sp>
      <p:sp>
        <p:nvSpPr>
          <p:cNvPr id="14" name="record-evidence-7-3">
            <a:extLst xmlns:a="http://schemas.openxmlformats.org/drawingml/2006/main">
              <a:ext uri="{FF2B5EF4-FFF2-40B4-BE49-F238E27FC236}">
                <a16:creationId xmlns:a16="http://schemas.microsoft.com/office/drawing/2014/main" id="{F1E4608F-B6B6-4740-8BAA-99A7916E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5" name="record-panel-7-4">
            <a:extLst xmlns:a="http://schemas.openxmlformats.org/drawingml/2006/main">
              <a:ext uri="{FF2B5EF4-FFF2-40B4-BE49-F238E27FC236}">
                <a16:creationId xmlns:a16="http://schemas.microsoft.com/office/drawing/2014/main" id="{A66ACDCA-4271-46B2-BD06-9D012901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7-4">
            <a:extLst xmlns:a="http://schemas.openxmlformats.org/drawingml/2006/main">
              <a:ext uri="{FF2B5EF4-FFF2-40B4-BE49-F238E27FC236}">
                <a16:creationId xmlns:a16="http://schemas.microsoft.com/office/drawing/2014/main" id="{C68BA063-798C-4EDD-BA35-3A8936F3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TEST-034  |  Italian International Bank Account Number (IBAN): IT78 X054 2811 1011 0000 0000 034</a:t>
            </a:r>
          </a:p>
        </p:txBody>
      </p:sp>
      <p:sp>
        <p:nvSpPr>
          <p:cNvPr id="17" name="record-person-7-4">
            <a:extLst xmlns:a="http://schemas.openxmlformats.org/drawingml/2006/main">
              <a:ext uri="{FF2B5EF4-FFF2-40B4-BE49-F238E27FC236}">
                <a16:creationId xmlns:a16="http://schemas.microsoft.com/office/drawing/2014/main" id="{156FE522-CEA3-47CB-AAF8-C1EFA577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Lorenzo Marino  |  Physical Address: Viale Cedro Chiara 7730, 70121 Bari, Italia</a:t>
            </a:r>
          </a:p>
        </p:txBody>
      </p:sp>
      <p:sp>
        <p:nvSpPr>
          <p:cNvPr id="18" name="record-evidence-7-4">
            <a:extLst xmlns:a="http://schemas.openxmlformats.org/drawingml/2006/main">
              <a:ext uri="{FF2B5EF4-FFF2-40B4-BE49-F238E27FC236}">
                <a16:creationId xmlns:a16="http://schemas.microsoft.com/office/drawing/2014/main" id="{D141B700-8164-480A-B27D-3CCB8B35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9" name="record-panel-7-5">
            <a:extLst xmlns:a="http://schemas.openxmlformats.org/drawingml/2006/main">
              <a:ext uri="{FF2B5EF4-FFF2-40B4-BE49-F238E27FC236}">
                <a16:creationId xmlns:a16="http://schemas.microsoft.com/office/drawing/2014/main" id="{420FF86D-28FC-4AAE-AE47-C3422C6A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7-5">
            <a:extLst xmlns:a="http://schemas.openxmlformats.org/drawingml/2006/main">
              <a:ext uri="{FF2B5EF4-FFF2-40B4-BE49-F238E27FC236}">
                <a16:creationId xmlns:a16="http://schemas.microsoft.com/office/drawing/2014/main" id="{8FFDCD0C-B75A-4934-8C43-099186F0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TEST-035  |  Italian International Bank Account Number (IBAN): IT51 X054 2811 1011 0000 0000 035</a:t>
            </a:r>
          </a:p>
        </p:txBody>
      </p:sp>
      <p:sp>
        <p:nvSpPr>
          <p:cNvPr id="21" name="record-person-7-5">
            <a:extLst xmlns:a="http://schemas.openxmlformats.org/drawingml/2006/main">
              <a:ext uri="{FF2B5EF4-FFF2-40B4-BE49-F238E27FC236}">
                <a16:creationId xmlns:a16="http://schemas.microsoft.com/office/drawing/2014/main" id="{4D372719-80C4-498B-8A88-C81BCEF7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Andrea Stefano Fontana  |  Physical Address: Viale Fontana Chiara 7767, 50122 Firenze, Italia</a:t>
            </a:r>
          </a:p>
        </p:txBody>
      </p:sp>
      <p:sp>
        <p:nvSpPr>
          <p:cNvPr id="22" name="record-evidence-7-5">
            <a:extLst xmlns:a="http://schemas.openxmlformats.org/drawingml/2006/main">
              <a:ext uri="{FF2B5EF4-FFF2-40B4-BE49-F238E27FC236}">
                <a16:creationId xmlns:a16="http://schemas.microsoft.com/office/drawing/2014/main" id="{1CC25CBA-288C-4B96-8586-F6458F15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23" name="footer-7">
            <a:extLst xmlns:a="http://schemas.openxmlformats.org/drawingml/2006/main">
              <a:ext uri="{FF2B5EF4-FFF2-40B4-BE49-F238E27FC236}">
                <a16:creationId xmlns:a16="http://schemas.microsoft.com/office/drawing/2014/main" id="{9A5E8A41-3697-4021-97AD-CBC7FA5D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7977130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E33E79C7-9C1D-42A0-A69C-FE406E46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IBAN Codes</a:t>
            </a:r>
          </a:p>
        </p:txBody>
      </p:sp>
      <p:sp>
        <p:nvSpPr>
          <p:cNvPr id="2" name="counter-8">
            <a:extLst xmlns:a="http://schemas.openxmlformats.org/drawingml/2006/main">
              <a:ext uri="{FF2B5EF4-FFF2-40B4-BE49-F238E27FC236}">
                <a16:creationId xmlns:a16="http://schemas.microsoft.com/office/drawing/2014/main" id="{6169A022-B60E-45CB-A88B-C6F60A41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36-40 of 150</a:t>
            </a:r>
          </a:p>
        </p:txBody>
      </p:sp>
      <p:sp>
        <p:nvSpPr>
          <p:cNvPr id="3" name="record-panel-8-1">
            <a:extLst xmlns:a="http://schemas.openxmlformats.org/drawingml/2006/main">
              <a:ext uri="{FF2B5EF4-FFF2-40B4-BE49-F238E27FC236}">
                <a16:creationId xmlns:a16="http://schemas.microsoft.com/office/drawing/2014/main" id="{671A9B4D-FEC5-4717-9010-25C4EB47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8-1">
            <a:extLst xmlns:a="http://schemas.openxmlformats.org/drawingml/2006/main">
              <a:ext uri="{FF2B5EF4-FFF2-40B4-BE49-F238E27FC236}">
                <a16:creationId xmlns:a16="http://schemas.microsoft.com/office/drawing/2014/main" id="{49976C08-DE4D-4D22-9B1C-C1258949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TEST-036  |  Italian International Bank Account Number (IBAN): IT24 X054 2811 1011 0000 0000 036</a:t>
            </a:r>
          </a:p>
        </p:txBody>
      </p:sp>
      <p:sp>
        <p:nvSpPr>
          <p:cNvPr id="5" name="record-person-8-1">
            <a:extLst xmlns:a="http://schemas.openxmlformats.org/drawingml/2006/main">
              <a:ext uri="{FF2B5EF4-FFF2-40B4-BE49-F238E27FC236}">
                <a16:creationId xmlns:a16="http://schemas.microsoft.com/office/drawing/2014/main" id="{12557F63-8483-4533-84B2-02632AE0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Ginevra Marco Gallo  |  Physical Address: Viale Gelsomino Chiara 7804, 43121 Parma, Italia</a:t>
            </a:r>
          </a:p>
        </p:txBody>
      </p:sp>
      <p:sp>
        <p:nvSpPr>
          <p:cNvPr id="6" name="record-evidence-8-1">
            <a:extLst xmlns:a="http://schemas.openxmlformats.org/drawingml/2006/main">
              <a:ext uri="{FF2B5EF4-FFF2-40B4-BE49-F238E27FC236}">
                <a16:creationId xmlns:a16="http://schemas.microsoft.com/office/drawing/2014/main" id="{F21F8114-BE9A-4BC0-82EB-654FAA1B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7" name="record-panel-8-2">
            <a:extLst xmlns:a="http://schemas.openxmlformats.org/drawingml/2006/main">
              <a:ext uri="{FF2B5EF4-FFF2-40B4-BE49-F238E27FC236}">
                <a16:creationId xmlns:a16="http://schemas.microsoft.com/office/drawing/2014/main" id="{617DC415-A9C2-4227-A8A6-124438FB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8-2">
            <a:extLst xmlns:a="http://schemas.openxmlformats.org/drawingml/2006/main">
              <a:ext uri="{FF2B5EF4-FFF2-40B4-BE49-F238E27FC236}">
                <a16:creationId xmlns:a16="http://schemas.microsoft.com/office/drawing/2014/main" id="{DE3B55DF-ADFF-4ABA-BEDE-90FBADC6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TEST-037  |  Italian International Bank Account Number (IBAN): IT94 X054 2811 1011 0000 0000 037</a:t>
            </a:r>
          </a:p>
        </p:txBody>
      </p:sp>
      <p:sp>
        <p:nvSpPr>
          <p:cNvPr id="9" name="record-person-8-2">
            <a:extLst xmlns:a="http://schemas.openxmlformats.org/drawingml/2006/main">
              <a:ext uri="{FF2B5EF4-FFF2-40B4-BE49-F238E27FC236}">
                <a16:creationId xmlns:a16="http://schemas.microsoft.com/office/drawing/2014/main" id="{DF9BF033-0AEC-4B92-BC3A-B8F748C7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Alessandro Matteo Russo  |  Physical Address: Viale Olmo Chiara 7841, 16121 Genova, Italia</a:t>
            </a:r>
          </a:p>
        </p:txBody>
      </p:sp>
      <p:sp>
        <p:nvSpPr>
          <p:cNvPr id="10" name="record-evidence-8-2">
            <a:extLst xmlns:a="http://schemas.openxmlformats.org/drawingml/2006/main">
              <a:ext uri="{FF2B5EF4-FFF2-40B4-BE49-F238E27FC236}">
                <a16:creationId xmlns:a16="http://schemas.microsoft.com/office/drawing/2014/main" id="{88647492-31EB-482E-A241-DBD4B9D9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1" name="record-panel-8-3">
            <a:extLst xmlns:a="http://schemas.openxmlformats.org/drawingml/2006/main">
              <a:ext uri="{FF2B5EF4-FFF2-40B4-BE49-F238E27FC236}">
                <a16:creationId xmlns:a16="http://schemas.microsoft.com/office/drawing/2014/main" id="{2C585CC6-8050-42EE-BE87-AA834804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8-3">
            <a:extLst xmlns:a="http://schemas.openxmlformats.org/drawingml/2006/main">
              <a:ext uri="{FF2B5EF4-FFF2-40B4-BE49-F238E27FC236}">
                <a16:creationId xmlns:a16="http://schemas.microsoft.com/office/drawing/2014/main" id="{119DA554-E591-422F-8895-19BCB8C9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TEST-038  |  Italian International Bank Account Number (IBAN): IT67 X054 2811 1011 0000 0000 038</a:t>
            </a:r>
          </a:p>
        </p:txBody>
      </p:sp>
      <p:sp>
        <p:nvSpPr>
          <p:cNvPr id="13" name="record-person-8-3">
            <a:extLst xmlns:a="http://schemas.openxmlformats.org/drawingml/2006/main">
              <a:ext uri="{FF2B5EF4-FFF2-40B4-BE49-F238E27FC236}">
                <a16:creationId xmlns:a16="http://schemas.microsoft.com/office/drawing/2014/main" id="{164BC36A-7A13-43B4-AF62-BD7D39EF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Alice Lorenzo Costa  |  Physical Address: Viale Pino Chiara 7878, 20121 Milano, Italia</a:t>
            </a:r>
          </a:p>
        </p:txBody>
      </p:sp>
      <p:sp>
        <p:nvSpPr>
          <p:cNvPr id="14" name="record-evidence-8-3">
            <a:extLst xmlns:a="http://schemas.openxmlformats.org/drawingml/2006/main">
              <a:ext uri="{FF2B5EF4-FFF2-40B4-BE49-F238E27FC236}">
                <a16:creationId xmlns:a16="http://schemas.microsoft.com/office/drawing/2014/main" id="{253AE32E-BE52-40A5-85D5-6A1914C0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5" name="record-panel-8-4">
            <a:extLst xmlns:a="http://schemas.openxmlformats.org/drawingml/2006/main">
              <a:ext uri="{FF2B5EF4-FFF2-40B4-BE49-F238E27FC236}">
                <a16:creationId xmlns:a16="http://schemas.microsoft.com/office/drawing/2014/main" id="{538CD78A-2406-47F8-BB0D-4069B306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8-4">
            <a:extLst xmlns:a="http://schemas.openxmlformats.org/drawingml/2006/main">
              <a:ext uri="{FF2B5EF4-FFF2-40B4-BE49-F238E27FC236}">
                <a16:creationId xmlns:a16="http://schemas.microsoft.com/office/drawing/2014/main" id="{4D175369-93C6-456A-8571-8F108EF1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TEST-039  |  Italian International Bank Account Number (IBAN): IT40 X054 2811 1011 0000 0000 039</a:t>
            </a:r>
          </a:p>
        </p:txBody>
      </p:sp>
      <p:sp>
        <p:nvSpPr>
          <p:cNvPr id="17" name="record-person-8-4">
            <a:extLst xmlns:a="http://schemas.openxmlformats.org/drawingml/2006/main">
              <a:ext uri="{FF2B5EF4-FFF2-40B4-BE49-F238E27FC236}">
                <a16:creationId xmlns:a16="http://schemas.microsoft.com/office/drawing/2014/main" id="{58A6D07F-BF42-4638-AEDE-11AC6601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Lorenzo Stefano Bianchi  |  Physical Address: Viale Quercia Chiara 7915, 37121 Verona, Italia</a:t>
            </a:r>
          </a:p>
        </p:txBody>
      </p:sp>
      <p:sp>
        <p:nvSpPr>
          <p:cNvPr id="18" name="record-evidence-8-4">
            <a:extLst xmlns:a="http://schemas.openxmlformats.org/drawingml/2006/main">
              <a:ext uri="{FF2B5EF4-FFF2-40B4-BE49-F238E27FC236}">
                <a16:creationId xmlns:a16="http://schemas.microsoft.com/office/drawing/2014/main" id="{BAEDC491-C55E-4E64-8992-9B8E1B07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9" name="record-panel-8-5">
            <a:extLst xmlns:a="http://schemas.openxmlformats.org/drawingml/2006/main">
              <a:ext uri="{FF2B5EF4-FFF2-40B4-BE49-F238E27FC236}">
                <a16:creationId xmlns:a16="http://schemas.microsoft.com/office/drawing/2014/main" id="{9CACD3B9-9CCE-460B-9A07-00EB11BA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8-5">
            <a:extLst xmlns:a="http://schemas.openxmlformats.org/drawingml/2006/main">
              <a:ext uri="{FF2B5EF4-FFF2-40B4-BE49-F238E27FC236}">
                <a16:creationId xmlns:a16="http://schemas.microsoft.com/office/drawing/2014/main" id="{B03FA73B-A394-4CED-AAE1-D82CC0BA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TEST-040  |  Italian International Bank Account Number (IBAN): IT13 X054 2811 1011 0000 0000 040</a:t>
            </a:r>
          </a:p>
        </p:txBody>
      </p:sp>
      <p:sp>
        <p:nvSpPr>
          <p:cNvPr id="21" name="record-person-8-5">
            <a:extLst xmlns:a="http://schemas.openxmlformats.org/drawingml/2006/main">
              <a:ext uri="{FF2B5EF4-FFF2-40B4-BE49-F238E27FC236}">
                <a16:creationId xmlns:a16="http://schemas.microsoft.com/office/drawing/2014/main" id="{E4054C2C-692A-4C41-BFB1-4A116FB8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Aurora Marco Lombardi  |  Physical Address: Viale Rosa Chiara 7952, 40121 Bologna, Italia</a:t>
            </a:r>
          </a:p>
        </p:txBody>
      </p:sp>
      <p:sp>
        <p:nvSpPr>
          <p:cNvPr id="22" name="record-evidence-8-5">
            <a:extLst xmlns:a="http://schemas.openxmlformats.org/drawingml/2006/main">
              <a:ext uri="{FF2B5EF4-FFF2-40B4-BE49-F238E27FC236}">
                <a16:creationId xmlns:a16="http://schemas.microsoft.com/office/drawing/2014/main" id="{641514FC-BF78-420F-AA37-4DEF9723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23" name="footer-8">
            <a:extLst xmlns:a="http://schemas.openxmlformats.org/drawingml/2006/main">
              <a:ext uri="{FF2B5EF4-FFF2-40B4-BE49-F238E27FC236}">
                <a16:creationId xmlns:a16="http://schemas.microsoft.com/office/drawing/2014/main" id="{8800F405-B848-418B-9819-717261BA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789065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8F2CE6E8-9870-4C96-B5C5-CA04993E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IBAN Codes</a:t>
            </a:r>
          </a:p>
        </p:txBody>
      </p:sp>
      <p:sp>
        <p:nvSpPr>
          <p:cNvPr id="2" name="counter-9">
            <a:extLst xmlns:a="http://schemas.openxmlformats.org/drawingml/2006/main">
              <a:ext uri="{FF2B5EF4-FFF2-40B4-BE49-F238E27FC236}">
                <a16:creationId xmlns:a16="http://schemas.microsoft.com/office/drawing/2014/main" id="{0DE2FA94-79DF-4704-B93A-12944EBB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41-45 of 150</a:t>
            </a:r>
          </a:p>
        </p:txBody>
      </p:sp>
      <p:sp>
        <p:nvSpPr>
          <p:cNvPr id="3" name="record-panel-9-1">
            <a:extLst xmlns:a="http://schemas.openxmlformats.org/drawingml/2006/main">
              <a:ext uri="{FF2B5EF4-FFF2-40B4-BE49-F238E27FC236}">
                <a16:creationId xmlns:a16="http://schemas.microsoft.com/office/drawing/2014/main" id="{42F92934-285F-4060-84F6-C769B5DC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9-1">
            <a:extLst xmlns:a="http://schemas.openxmlformats.org/drawingml/2006/main">
              <a:ext uri="{FF2B5EF4-FFF2-40B4-BE49-F238E27FC236}">
                <a16:creationId xmlns:a16="http://schemas.microsoft.com/office/drawing/2014/main" id="{3A86F1BD-525D-4E25-B719-96F53C6D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TEST-041  |  Italian International Bank Account Number (IBAN): IT83 X054 2811 1011 0000 0000 041</a:t>
            </a:r>
          </a:p>
        </p:txBody>
      </p:sp>
      <p:sp>
        <p:nvSpPr>
          <p:cNvPr id="5" name="record-person-9-1">
            <a:extLst xmlns:a="http://schemas.openxmlformats.org/drawingml/2006/main">
              <a:ext uri="{FF2B5EF4-FFF2-40B4-BE49-F238E27FC236}">
                <a16:creationId xmlns:a16="http://schemas.microsoft.com/office/drawing/2014/main" id="{9BC19439-F21A-4EDA-B5C3-04CE6F7B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Francesco Matteo Marino  |  Physical Address: Viale Tiglio Chiara 7989, 35121 Padova, Italia</a:t>
            </a:r>
          </a:p>
        </p:txBody>
      </p:sp>
      <p:sp>
        <p:nvSpPr>
          <p:cNvPr id="6" name="record-evidence-9-1">
            <a:extLst xmlns:a="http://schemas.openxmlformats.org/drawingml/2006/main">
              <a:ext uri="{FF2B5EF4-FFF2-40B4-BE49-F238E27FC236}">
                <a16:creationId xmlns:a16="http://schemas.microsoft.com/office/drawing/2014/main" id="{0A971EA0-70F2-46A8-9F2B-E3AAEF1F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7" name="record-panel-9-2">
            <a:extLst xmlns:a="http://schemas.openxmlformats.org/drawingml/2006/main">
              <a:ext uri="{FF2B5EF4-FFF2-40B4-BE49-F238E27FC236}">
                <a16:creationId xmlns:a16="http://schemas.microsoft.com/office/drawing/2014/main" id="{60F7B56F-2888-4511-86AF-5CF6D1A2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9-2">
            <a:extLst xmlns:a="http://schemas.openxmlformats.org/drawingml/2006/main">
              <a:ext uri="{FF2B5EF4-FFF2-40B4-BE49-F238E27FC236}">
                <a16:creationId xmlns:a16="http://schemas.microsoft.com/office/drawing/2014/main" id="{F552C379-419C-4662-93CA-B3C1EA83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TEST-042  |  Italian International Bank Account Number (IBAN): IT56 X054 2811 1011 0000 0000 042</a:t>
            </a:r>
          </a:p>
        </p:txBody>
      </p:sp>
      <p:sp>
        <p:nvSpPr>
          <p:cNvPr id="9" name="record-person-9-2">
            <a:extLst xmlns:a="http://schemas.openxmlformats.org/drawingml/2006/main">
              <a:ext uri="{FF2B5EF4-FFF2-40B4-BE49-F238E27FC236}">
                <a16:creationId xmlns:a16="http://schemas.microsoft.com/office/drawing/2014/main" id="{7F5D4883-5E8F-423B-A129-D2B33A12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Sofia Lorenzo Santoro  |  Physical Address: Viale Ulivo Chiara 8026, 80133 Napoli, Italia</a:t>
            </a:r>
          </a:p>
        </p:txBody>
      </p:sp>
      <p:sp>
        <p:nvSpPr>
          <p:cNvPr id="10" name="record-evidence-9-2">
            <a:extLst xmlns:a="http://schemas.openxmlformats.org/drawingml/2006/main">
              <a:ext uri="{FF2B5EF4-FFF2-40B4-BE49-F238E27FC236}">
                <a16:creationId xmlns:a16="http://schemas.microsoft.com/office/drawing/2014/main" id="{0B7E71DD-BAA2-4F8B-B0DD-B320A916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1" name="record-panel-9-3">
            <a:extLst xmlns:a="http://schemas.openxmlformats.org/drawingml/2006/main">
              <a:ext uri="{FF2B5EF4-FFF2-40B4-BE49-F238E27FC236}">
                <a16:creationId xmlns:a16="http://schemas.microsoft.com/office/drawing/2014/main" id="{700342EC-965C-4F3D-99B2-F626A6B7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9-3">
            <a:extLst xmlns:a="http://schemas.openxmlformats.org/drawingml/2006/main">
              <a:ext uri="{FF2B5EF4-FFF2-40B4-BE49-F238E27FC236}">
                <a16:creationId xmlns:a16="http://schemas.microsoft.com/office/drawing/2014/main" id="{6A3E9BE7-6F12-4156-9359-BA18899F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TEST-043  |  Italian International Bank Account Number (IBAN): IT29 X054 2811 1011 0000 0000 043</a:t>
            </a:r>
          </a:p>
        </p:txBody>
      </p:sp>
      <p:sp>
        <p:nvSpPr>
          <p:cNvPr id="13" name="record-person-9-3">
            <a:extLst xmlns:a="http://schemas.openxmlformats.org/drawingml/2006/main">
              <a:ext uri="{FF2B5EF4-FFF2-40B4-BE49-F238E27FC236}">
                <a16:creationId xmlns:a16="http://schemas.microsoft.com/office/drawing/2014/main" id="{E688E416-C456-48C2-AE8E-4F3A8C89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Leonardo Stefano Gallo  |  Physical Address: Viale Acero Grande 8063, 00184 Roma, Italia</a:t>
            </a:r>
          </a:p>
        </p:txBody>
      </p:sp>
      <p:sp>
        <p:nvSpPr>
          <p:cNvPr id="14" name="record-evidence-9-3">
            <a:extLst xmlns:a="http://schemas.openxmlformats.org/drawingml/2006/main">
              <a:ext uri="{FF2B5EF4-FFF2-40B4-BE49-F238E27FC236}">
                <a16:creationId xmlns:a16="http://schemas.microsoft.com/office/drawing/2014/main" id="{362AF87A-34A5-4329-BE8B-2D25C59F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5" name="record-panel-9-4">
            <a:extLst xmlns:a="http://schemas.openxmlformats.org/drawingml/2006/main">
              <a:ext uri="{FF2B5EF4-FFF2-40B4-BE49-F238E27FC236}">
                <a16:creationId xmlns:a16="http://schemas.microsoft.com/office/drawing/2014/main" id="{103E5338-4E9D-4F24-91AD-ED46D76B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9-4">
            <a:extLst xmlns:a="http://schemas.openxmlformats.org/drawingml/2006/main">
              <a:ext uri="{FF2B5EF4-FFF2-40B4-BE49-F238E27FC236}">
                <a16:creationId xmlns:a16="http://schemas.microsoft.com/office/drawing/2014/main" id="{66B1CB92-6157-402D-8FEA-E18EF2ED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TEST-044  |  Italian International Bank Account Number (IBAN): IT02 X054 2811 1011 0000 0000 044</a:t>
            </a:r>
          </a:p>
        </p:txBody>
      </p:sp>
      <p:sp>
        <p:nvSpPr>
          <p:cNvPr id="17" name="record-person-9-4">
            <a:extLst xmlns:a="http://schemas.openxmlformats.org/drawingml/2006/main">
              <a:ext uri="{FF2B5EF4-FFF2-40B4-BE49-F238E27FC236}">
                <a16:creationId xmlns:a16="http://schemas.microsoft.com/office/drawing/2014/main" id="{F7C04D73-A113-43FB-B7B5-C08BC46A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Giulia Marco Russo  |  Physical Address: Viale Alloro Grande 8100, 90133 Palermo, Italia</a:t>
            </a:r>
          </a:p>
        </p:txBody>
      </p:sp>
      <p:sp>
        <p:nvSpPr>
          <p:cNvPr id="18" name="record-evidence-9-4">
            <a:extLst xmlns:a="http://schemas.openxmlformats.org/drawingml/2006/main">
              <a:ext uri="{FF2B5EF4-FFF2-40B4-BE49-F238E27FC236}">
                <a16:creationId xmlns:a16="http://schemas.microsoft.com/office/drawing/2014/main" id="{9A404216-4B64-4A1C-856B-5CE08170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9" name="record-panel-9-5">
            <a:extLst xmlns:a="http://schemas.openxmlformats.org/drawingml/2006/main">
              <a:ext uri="{FF2B5EF4-FFF2-40B4-BE49-F238E27FC236}">
                <a16:creationId xmlns:a16="http://schemas.microsoft.com/office/drawing/2014/main" id="{37515FBE-BA2A-4C5A-8884-E13B9EAD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9-5">
            <a:extLst xmlns:a="http://schemas.openxmlformats.org/drawingml/2006/main">
              <a:ext uri="{FF2B5EF4-FFF2-40B4-BE49-F238E27FC236}">
                <a16:creationId xmlns:a16="http://schemas.microsoft.com/office/drawing/2014/main" id="{DE2AEAD0-33B9-4D77-A97F-9F3C8D15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TEST-045  |  Italian International Bank Account Number (IBAN): IT72 X054 2811 1011 0000 0000 045</a:t>
            </a:r>
          </a:p>
        </p:txBody>
      </p:sp>
      <p:sp>
        <p:nvSpPr>
          <p:cNvPr id="21" name="record-person-9-5">
            <a:extLst xmlns:a="http://schemas.openxmlformats.org/drawingml/2006/main">
              <a:ext uri="{FF2B5EF4-FFF2-40B4-BE49-F238E27FC236}">
                <a16:creationId xmlns:a16="http://schemas.microsoft.com/office/drawing/2014/main" id="{F9596E34-66B5-4AFA-ADA6-BA77AAF9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Stefano Emma Costa  |  Physical Address: Viale Castagno Grande 8137, 10121 Torino, Italia</a:t>
            </a:r>
          </a:p>
        </p:txBody>
      </p:sp>
      <p:sp>
        <p:nvSpPr>
          <p:cNvPr id="22" name="record-evidence-9-5">
            <a:extLst xmlns:a="http://schemas.openxmlformats.org/drawingml/2006/main">
              <a:ext uri="{FF2B5EF4-FFF2-40B4-BE49-F238E27FC236}">
                <a16:creationId xmlns:a16="http://schemas.microsoft.com/office/drawing/2014/main" id="{038FA011-509B-4369-942B-957526B3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23" name="footer-9">
            <a:extLst xmlns:a="http://schemas.openxmlformats.org/drawingml/2006/main">
              <a:ext uri="{FF2B5EF4-FFF2-40B4-BE49-F238E27FC236}">
                <a16:creationId xmlns:a16="http://schemas.microsoft.com/office/drawing/2014/main" id="{D06583F2-6D85-4E9C-A2C6-72765B24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4368615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">
            <a:extLst xmlns:a="http://schemas.openxmlformats.org/drawingml/2006/main">
              <a:ext uri="{FF2B5EF4-FFF2-40B4-BE49-F238E27FC236}">
                <a16:creationId xmlns:a16="http://schemas.microsoft.com/office/drawing/2014/main" id="{243640C0-8B49-4340-BE6C-5B8775EA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IBAN Codes</a:t>
            </a:r>
          </a:p>
        </p:txBody>
      </p:sp>
      <p:sp>
        <p:nvSpPr>
          <p:cNvPr id="2" name="counter-10">
            <a:extLst xmlns:a="http://schemas.openxmlformats.org/drawingml/2006/main">
              <a:ext uri="{FF2B5EF4-FFF2-40B4-BE49-F238E27FC236}">
                <a16:creationId xmlns:a16="http://schemas.microsoft.com/office/drawing/2014/main" id="{A894B3E2-13F8-4CDF-B873-AA661163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46-50 of 150</a:t>
            </a:r>
          </a:p>
        </p:txBody>
      </p:sp>
      <p:sp>
        <p:nvSpPr>
          <p:cNvPr id="3" name="record-panel-10-1">
            <a:extLst xmlns:a="http://schemas.openxmlformats.org/drawingml/2006/main">
              <a:ext uri="{FF2B5EF4-FFF2-40B4-BE49-F238E27FC236}">
                <a16:creationId xmlns:a16="http://schemas.microsoft.com/office/drawing/2014/main" id="{B5E3DEFE-A5CF-482F-96C1-E41DA224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0-1">
            <a:extLst xmlns:a="http://schemas.openxmlformats.org/drawingml/2006/main">
              <a:ext uri="{FF2B5EF4-FFF2-40B4-BE49-F238E27FC236}">
                <a16:creationId xmlns:a16="http://schemas.microsoft.com/office/drawing/2014/main" id="{2FEA087E-B8E9-4979-9C17-0945B86A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TEST-046  |  Italian International Bank Account Number (IBAN): IT45 X054 2811 1011 0000 0000 046</a:t>
            </a:r>
          </a:p>
        </p:txBody>
      </p:sp>
      <p:sp>
        <p:nvSpPr>
          <p:cNvPr id="5" name="record-person-10-1">
            <a:extLst xmlns:a="http://schemas.openxmlformats.org/drawingml/2006/main">
              <a:ext uri="{FF2B5EF4-FFF2-40B4-BE49-F238E27FC236}">
                <a16:creationId xmlns:a16="http://schemas.microsoft.com/office/drawing/2014/main" id="{B3046216-3472-4784-A33B-BC7D9FD0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Ilaria Aurora Romano  |  Physical Address: Viale Cedro Grande 8174, 70121 Bari, Italia</a:t>
            </a:r>
          </a:p>
        </p:txBody>
      </p:sp>
      <p:sp>
        <p:nvSpPr>
          <p:cNvPr id="6" name="record-evidence-10-1">
            <a:extLst xmlns:a="http://schemas.openxmlformats.org/drawingml/2006/main">
              <a:ext uri="{FF2B5EF4-FFF2-40B4-BE49-F238E27FC236}">
                <a16:creationId xmlns:a16="http://schemas.microsoft.com/office/drawing/2014/main" id="{4AD2E1C3-8F41-4315-B89F-C1A2703C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7" name="record-panel-10-2">
            <a:extLst xmlns:a="http://schemas.openxmlformats.org/drawingml/2006/main">
              <a:ext uri="{FF2B5EF4-FFF2-40B4-BE49-F238E27FC236}">
                <a16:creationId xmlns:a16="http://schemas.microsoft.com/office/drawing/2014/main" id="{A85AAD0E-815E-4511-8C6B-9D2AAF85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0-2">
            <a:extLst xmlns:a="http://schemas.openxmlformats.org/drawingml/2006/main">
              <a:ext uri="{FF2B5EF4-FFF2-40B4-BE49-F238E27FC236}">
                <a16:creationId xmlns:a16="http://schemas.microsoft.com/office/drawing/2014/main" id="{8B26C92A-7772-4040-9D13-43CD75A6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TEST-047  |  Italian International Bank Account Number (IBAN): IT18 X054 2811 1011 0000 0000 047</a:t>
            </a:r>
          </a:p>
        </p:txBody>
      </p:sp>
      <p:sp>
        <p:nvSpPr>
          <p:cNvPr id="9" name="record-person-10-2">
            <a:extLst xmlns:a="http://schemas.openxmlformats.org/drawingml/2006/main">
              <a:ext uri="{FF2B5EF4-FFF2-40B4-BE49-F238E27FC236}">
                <a16:creationId xmlns:a16="http://schemas.microsoft.com/office/drawing/2014/main" id="{BA59183C-782E-4842-B8F4-E700C823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Davide Ilaria Lombardi  |  Physical Address: Viale Fontana Grande 8211, 50122 Firenze, Italia</a:t>
            </a:r>
          </a:p>
        </p:txBody>
      </p:sp>
      <p:sp>
        <p:nvSpPr>
          <p:cNvPr id="10" name="record-evidence-10-2">
            <a:extLst xmlns:a="http://schemas.openxmlformats.org/drawingml/2006/main">
              <a:ext uri="{FF2B5EF4-FFF2-40B4-BE49-F238E27FC236}">
                <a16:creationId xmlns:a16="http://schemas.microsoft.com/office/drawing/2014/main" id="{D27AF31B-8E1E-4413-A1AB-413B757E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1" name="record-panel-10-3">
            <a:extLst xmlns:a="http://schemas.openxmlformats.org/drawingml/2006/main">
              <a:ext uri="{FF2B5EF4-FFF2-40B4-BE49-F238E27FC236}">
                <a16:creationId xmlns:a16="http://schemas.microsoft.com/office/drawing/2014/main" id="{9B4ACF9B-4E9A-4FC7-B694-AF048DE0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0-3">
            <a:extLst xmlns:a="http://schemas.openxmlformats.org/drawingml/2006/main">
              <a:ext uri="{FF2B5EF4-FFF2-40B4-BE49-F238E27FC236}">
                <a16:creationId xmlns:a16="http://schemas.microsoft.com/office/drawing/2014/main" id="{314397F4-83C9-4347-BD98-BB131A00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TEST-048  |  Italian International Bank Account Number (IBAN): IT88 X054 2811 1011 0000 0000 048</a:t>
            </a:r>
          </a:p>
        </p:txBody>
      </p:sp>
      <p:sp>
        <p:nvSpPr>
          <p:cNvPr id="13" name="record-person-10-3">
            <a:extLst xmlns:a="http://schemas.openxmlformats.org/drawingml/2006/main">
              <a:ext uri="{FF2B5EF4-FFF2-40B4-BE49-F238E27FC236}">
                <a16:creationId xmlns:a16="http://schemas.microsoft.com/office/drawing/2014/main" id="{7784AB87-9F21-4A6F-863B-686AFF92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Marta Chiara Marino  |  Physical Address: Viale Gelsomino Grande 8248, 43121 Parma, Italia</a:t>
            </a:r>
          </a:p>
        </p:txBody>
      </p:sp>
      <p:sp>
        <p:nvSpPr>
          <p:cNvPr id="14" name="record-evidence-10-3">
            <a:extLst xmlns:a="http://schemas.openxmlformats.org/drawingml/2006/main">
              <a:ext uri="{FF2B5EF4-FFF2-40B4-BE49-F238E27FC236}">
                <a16:creationId xmlns:a16="http://schemas.microsoft.com/office/drawing/2014/main" id="{9CC2A888-E73D-47C2-AB24-44214912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5" name="record-panel-10-4">
            <a:extLst xmlns:a="http://schemas.openxmlformats.org/drawingml/2006/main">
              <a:ext uri="{FF2B5EF4-FFF2-40B4-BE49-F238E27FC236}">
                <a16:creationId xmlns:a16="http://schemas.microsoft.com/office/drawing/2014/main" id="{2D5E8B2B-7226-4205-8AAA-7BBF4E75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0-4">
            <a:extLst xmlns:a="http://schemas.openxmlformats.org/drawingml/2006/main">
              <a:ext uri="{FF2B5EF4-FFF2-40B4-BE49-F238E27FC236}">
                <a16:creationId xmlns:a16="http://schemas.microsoft.com/office/drawing/2014/main" id="{45C7846D-6314-482D-AF4F-11167219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TEST-049  |  Italian International Bank Account Number (IBAN): IT61 X054 2811 1011 0000 0000 049</a:t>
            </a:r>
          </a:p>
        </p:txBody>
      </p:sp>
      <p:sp>
        <p:nvSpPr>
          <p:cNvPr id="17" name="record-person-10-4">
            <a:extLst xmlns:a="http://schemas.openxmlformats.org/drawingml/2006/main">
              <a:ext uri="{FF2B5EF4-FFF2-40B4-BE49-F238E27FC236}">
                <a16:creationId xmlns:a16="http://schemas.microsoft.com/office/drawing/2014/main" id="{355B12F0-D383-461C-85F8-3F8E5902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 Emma Santoro  |  Physical Address: Viale Olmo Grande 8285, 16121 Genova, Italia</a:t>
            </a:r>
          </a:p>
        </p:txBody>
      </p:sp>
      <p:sp>
        <p:nvSpPr>
          <p:cNvPr id="18" name="record-evidence-10-4">
            <a:extLst xmlns:a="http://schemas.openxmlformats.org/drawingml/2006/main">
              <a:ext uri="{FF2B5EF4-FFF2-40B4-BE49-F238E27FC236}">
                <a16:creationId xmlns:a16="http://schemas.microsoft.com/office/drawing/2014/main" id="{AD687AF7-D25A-4CBF-A2A8-29BA2327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9" name="record-panel-10-5">
            <a:extLst xmlns:a="http://schemas.openxmlformats.org/drawingml/2006/main">
              <a:ext uri="{FF2B5EF4-FFF2-40B4-BE49-F238E27FC236}">
                <a16:creationId xmlns:a16="http://schemas.microsoft.com/office/drawing/2014/main" id="{1718CB23-D6D3-4EB0-97DB-C95F5243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0-5">
            <a:extLst xmlns:a="http://schemas.openxmlformats.org/drawingml/2006/main">
              <a:ext uri="{FF2B5EF4-FFF2-40B4-BE49-F238E27FC236}">
                <a16:creationId xmlns:a16="http://schemas.microsoft.com/office/drawing/2014/main" id="{94C3D0E1-A262-4263-AA98-8B35162B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TEST-050  |  Italian International Bank Account Number (IBAN): IT34 X054 2811 1011 0000 0000 050</a:t>
            </a:r>
          </a:p>
        </p:txBody>
      </p:sp>
      <p:sp>
        <p:nvSpPr>
          <p:cNvPr id="21" name="record-person-10-5">
            <a:extLst xmlns:a="http://schemas.openxmlformats.org/drawingml/2006/main">
              <a:ext uri="{FF2B5EF4-FFF2-40B4-BE49-F238E27FC236}">
                <a16:creationId xmlns:a16="http://schemas.microsoft.com/office/drawing/2014/main" id="{3A620F4B-07AE-4779-A511-A0054D2F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Elisa Aurora Conti  |  Physical Address: Viale Pino Grande 8322, 20121 Milano, Italia</a:t>
            </a:r>
          </a:p>
        </p:txBody>
      </p:sp>
      <p:sp>
        <p:nvSpPr>
          <p:cNvPr id="22" name="record-evidence-10-5">
            <a:extLst xmlns:a="http://schemas.openxmlformats.org/drawingml/2006/main">
              <a:ext uri="{FF2B5EF4-FFF2-40B4-BE49-F238E27FC236}">
                <a16:creationId xmlns:a16="http://schemas.microsoft.com/office/drawing/2014/main" id="{CB094CF5-9640-40A0-A57C-6F7FB601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23" name="footer-10">
            <a:extLst xmlns:a="http://schemas.openxmlformats.org/drawingml/2006/main">
              <a:ext uri="{FF2B5EF4-FFF2-40B4-BE49-F238E27FC236}">
                <a16:creationId xmlns:a16="http://schemas.microsoft.com/office/drawing/2014/main" id="{D75C450C-7F63-4EE1-BBE4-09CB7A40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1472744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1">
            <a:extLst xmlns:a="http://schemas.openxmlformats.org/drawingml/2006/main">
              <a:ext uri="{FF2B5EF4-FFF2-40B4-BE49-F238E27FC236}">
                <a16:creationId xmlns:a16="http://schemas.microsoft.com/office/drawing/2014/main" id="{C463C696-D0A2-4E4B-B12E-F8DE43EA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IBAN Codes</a:t>
            </a:r>
          </a:p>
        </p:txBody>
      </p:sp>
      <p:sp>
        <p:nvSpPr>
          <p:cNvPr id="2" name="counter-11">
            <a:extLst xmlns:a="http://schemas.openxmlformats.org/drawingml/2006/main">
              <a:ext uri="{FF2B5EF4-FFF2-40B4-BE49-F238E27FC236}">
                <a16:creationId xmlns:a16="http://schemas.microsoft.com/office/drawing/2014/main" id="{A28C45BA-B43B-4AFE-A0BE-E5D27D8B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51-55 of 150</a:t>
            </a:r>
          </a:p>
        </p:txBody>
      </p:sp>
      <p:sp>
        <p:nvSpPr>
          <p:cNvPr id="3" name="record-panel-11-1">
            <a:extLst xmlns:a="http://schemas.openxmlformats.org/drawingml/2006/main">
              <a:ext uri="{FF2B5EF4-FFF2-40B4-BE49-F238E27FC236}">
                <a16:creationId xmlns:a16="http://schemas.microsoft.com/office/drawing/2014/main" id="{2E20EF6F-85AF-4450-9630-744D7CE0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1-1">
            <a:extLst xmlns:a="http://schemas.openxmlformats.org/drawingml/2006/main">
              <a:ext uri="{FF2B5EF4-FFF2-40B4-BE49-F238E27FC236}">
                <a16:creationId xmlns:a16="http://schemas.microsoft.com/office/drawing/2014/main" id="{5A0B2092-120A-4B10-9DB3-35D6A139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TEST-051  |  Italian International Bank Account Number (IBAN): IT07 X054 2811 1011 0000 0000 051</a:t>
            </a:r>
          </a:p>
        </p:txBody>
      </p:sp>
      <p:sp>
        <p:nvSpPr>
          <p:cNvPr id="5" name="record-person-11-1">
            <a:extLst xmlns:a="http://schemas.openxmlformats.org/drawingml/2006/main">
              <a:ext uri="{FF2B5EF4-FFF2-40B4-BE49-F238E27FC236}">
                <a16:creationId xmlns:a16="http://schemas.microsoft.com/office/drawing/2014/main" id="{CEFB486B-A314-4958-A576-5949168E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Marco Ilaria Russo  |  Physical Address: Viale Quercia Grande 8359, 37121 Verona, Italia</a:t>
            </a:r>
          </a:p>
        </p:txBody>
      </p:sp>
      <p:sp>
        <p:nvSpPr>
          <p:cNvPr id="6" name="record-evidence-11-1">
            <a:extLst xmlns:a="http://schemas.openxmlformats.org/drawingml/2006/main">
              <a:ext uri="{FF2B5EF4-FFF2-40B4-BE49-F238E27FC236}">
                <a16:creationId xmlns:a16="http://schemas.microsoft.com/office/drawing/2014/main" id="{CD5A825A-5508-4B26-83C7-59A67510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7" name="record-panel-11-2">
            <a:extLst xmlns:a="http://schemas.openxmlformats.org/drawingml/2006/main">
              <a:ext uri="{FF2B5EF4-FFF2-40B4-BE49-F238E27FC236}">
                <a16:creationId xmlns:a16="http://schemas.microsoft.com/office/drawing/2014/main" id="{C4EFC292-3DD4-4C6E-8CAF-E5A80D8B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1-2">
            <a:extLst xmlns:a="http://schemas.openxmlformats.org/drawingml/2006/main">
              <a:ext uri="{FF2B5EF4-FFF2-40B4-BE49-F238E27FC236}">
                <a16:creationId xmlns:a16="http://schemas.microsoft.com/office/drawing/2014/main" id="{FBCAC782-9240-44EE-9DCE-9B14C70A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TEST-052  |  Italian International Bank Account Number (IBAN): IT77 X054 2811 1011 0000 0000 052</a:t>
            </a:r>
          </a:p>
        </p:txBody>
      </p:sp>
      <p:sp>
        <p:nvSpPr>
          <p:cNvPr id="9" name="record-person-11-2">
            <a:extLst xmlns:a="http://schemas.openxmlformats.org/drawingml/2006/main">
              <a:ext uri="{FF2B5EF4-FFF2-40B4-BE49-F238E27FC236}">
                <a16:creationId xmlns:a16="http://schemas.microsoft.com/office/drawing/2014/main" id="{26468719-A65A-4376-94D4-1FD90E07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Chiara Stefano Costa  |  Physical Address: Viale Rosa Grande 8396, 40121 Bologna, Italia</a:t>
            </a:r>
          </a:p>
        </p:txBody>
      </p:sp>
      <p:sp>
        <p:nvSpPr>
          <p:cNvPr id="10" name="record-evidence-11-2">
            <a:extLst xmlns:a="http://schemas.openxmlformats.org/drawingml/2006/main">
              <a:ext uri="{FF2B5EF4-FFF2-40B4-BE49-F238E27FC236}">
                <a16:creationId xmlns:a16="http://schemas.microsoft.com/office/drawing/2014/main" id="{3CEF39A4-DB19-4017-9EC3-9C89E495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1" name="record-panel-11-3">
            <a:extLst xmlns:a="http://schemas.openxmlformats.org/drawingml/2006/main">
              <a:ext uri="{FF2B5EF4-FFF2-40B4-BE49-F238E27FC236}">
                <a16:creationId xmlns:a16="http://schemas.microsoft.com/office/drawing/2014/main" id="{F258CBA1-24C8-4615-86A7-BB13D1C9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1-3">
            <a:extLst xmlns:a="http://schemas.openxmlformats.org/drawingml/2006/main">
              <a:ext uri="{FF2B5EF4-FFF2-40B4-BE49-F238E27FC236}">
                <a16:creationId xmlns:a16="http://schemas.microsoft.com/office/drawing/2014/main" id="{B109AE82-E6D1-4A03-BE58-9D222C61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TEST-053  |  Italian International Bank Account Number (IBAN): IT50 X054 2811 1011 0000 0000 053</a:t>
            </a:r>
          </a:p>
        </p:txBody>
      </p:sp>
      <p:sp>
        <p:nvSpPr>
          <p:cNvPr id="13" name="record-person-11-3">
            <a:extLst xmlns:a="http://schemas.openxmlformats.org/drawingml/2006/main">
              <a:ext uri="{FF2B5EF4-FFF2-40B4-BE49-F238E27FC236}">
                <a16:creationId xmlns:a16="http://schemas.microsoft.com/office/drawing/2014/main" id="{684694CC-4797-4912-B853-611BC748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Riccardo Emma Romano  |  Physical Address: Viale Tiglio Grande 8433, 35121 Padova, Italia</a:t>
            </a:r>
          </a:p>
        </p:txBody>
      </p:sp>
      <p:sp>
        <p:nvSpPr>
          <p:cNvPr id="14" name="record-evidence-11-3">
            <a:extLst xmlns:a="http://schemas.openxmlformats.org/drawingml/2006/main">
              <a:ext uri="{FF2B5EF4-FFF2-40B4-BE49-F238E27FC236}">
                <a16:creationId xmlns:a16="http://schemas.microsoft.com/office/drawing/2014/main" id="{463F7949-838D-4B28-AB8C-EBAEF374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5" name="record-panel-11-4">
            <a:extLst xmlns:a="http://schemas.openxmlformats.org/drawingml/2006/main">
              <a:ext uri="{FF2B5EF4-FFF2-40B4-BE49-F238E27FC236}">
                <a16:creationId xmlns:a16="http://schemas.microsoft.com/office/drawing/2014/main" id="{FDFD228D-432D-451F-A4E0-BFF72CB2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1-4">
            <a:extLst xmlns:a="http://schemas.openxmlformats.org/drawingml/2006/main">
              <a:ext uri="{FF2B5EF4-FFF2-40B4-BE49-F238E27FC236}">
                <a16:creationId xmlns:a16="http://schemas.microsoft.com/office/drawing/2014/main" id="{0318F343-8191-4DFA-97C4-9C7D765E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TEST-054  |  Italian International Bank Account Number (IBAN): IT23 X054 2811 1011 0000 0000 054</a:t>
            </a:r>
          </a:p>
        </p:txBody>
      </p:sp>
      <p:sp>
        <p:nvSpPr>
          <p:cNvPr id="17" name="record-person-11-4">
            <a:extLst xmlns:a="http://schemas.openxmlformats.org/drawingml/2006/main">
              <a:ext uri="{FF2B5EF4-FFF2-40B4-BE49-F238E27FC236}">
                <a16:creationId xmlns:a16="http://schemas.microsoft.com/office/drawing/2014/main" id="{B7C99FFB-0118-4C6C-9AF3-FE78C144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Beatrice Aurora Moretti  |  Physical Address: Viale Ulivo Grande 8470, 80133 Napoli, Italia</a:t>
            </a:r>
          </a:p>
        </p:txBody>
      </p:sp>
      <p:sp>
        <p:nvSpPr>
          <p:cNvPr id="18" name="record-evidence-11-4">
            <a:extLst xmlns:a="http://schemas.openxmlformats.org/drawingml/2006/main">
              <a:ext uri="{FF2B5EF4-FFF2-40B4-BE49-F238E27FC236}">
                <a16:creationId xmlns:a16="http://schemas.microsoft.com/office/drawing/2014/main" id="{24E759F6-145B-4272-B5D4-B1D8B78C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9" name="record-panel-11-5">
            <a:extLst xmlns:a="http://schemas.openxmlformats.org/drawingml/2006/main">
              <a:ext uri="{FF2B5EF4-FFF2-40B4-BE49-F238E27FC236}">
                <a16:creationId xmlns:a16="http://schemas.microsoft.com/office/drawing/2014/main" id="{5431EABE-FE49-40E7-985A-409852A8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1-5">
            <a:extLst xmlns:a="http://schemas.openxmlformats.org/drawingml/2006/main">
              <a:ext uri="{FF2B5EF4-FFF2-40B4-BE49-F238E27FC236}">
                <a16:creationId xmlns:a16="http://schemas.microsoft.com/office/drawing/2014/main" id="{5CC619F7-4B78-4ADB-824D-43668CAD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TEST-055  |  Italian International Bank Account Number (IBAN): IT93 X054 2811 1011 0000 0000 055</a:t>
            </a:r>
          </a:p>
        </p:txBody>
      </p:sp>
      <p:sp>
        <p:nvSpPr>
          <p:cNvPr id="21" name="record-person-11-5">
            <a:extLst xmlns:a="http://schemas.openxmlformats.org/drawingml/2006/main">
              <a:ext uri="{FF2B5EF4-FFF2-40B4-BE49-F238E27FC236}">
                <a16:creationId xmlns:a16="http://schemas.microsoft.com/office/drawing/2014/main" id="{13ACAA6C-A9F8-46EC-BC45-266FFF48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Tommaso Ilaria Marino  |  Physical Address: Viale Acero Nuova 8507, 00184 Roma, Italia</a:t>
            </a:r>
          </a:p>
        </p:txBody>
      </p:sp>
      <p:sp>
        <p:nvSpPr>
          <p:cNvPr id="22" name="record-evidence-11-5">
            <a:extLst xmlns:a="http://schemas.openxmlformats.org/drawingml/2006/main">
              <a:ext uri="{FF2B5EF4-FFF2-40B4-BE49-F238E27FC236}">
                <a16:creationId xmlns:a16="http://schemas.microsoft.com/office/drawing/2014/main" id="{AAEAD6B5-DB63-4A8F-8018-C1D809E2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23" name="footer-11">
            <a:extLst xmlns:a="http://schemas.openxmlformats.org/drawingml/2006/main">
              <a:ext uri="{FF2B5EF4-FFF2-40B4-BE49-F238E27FC236}">
                <a16:creationId xmlns:a16="http://schemas.microsoft.com/office/drawing/2014/main" id="{DA592C75-A6DD-4ED4-86DC-DF9B8364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1707740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">
            <a:extLst xmlns:a="http://schemas.openxmlformats.org/drawingml/2006/main">
              <a:ext uri="{FF2B5EF4-FFF2-40B4-BE49-F238E27FC236}">
                <a16:creationId xmlns:a16="http://schemas.microsoft.com/office/drawing/2014/main" id="{B9813B5F-DC87-46A2-A2DA-E059A248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IBAN Codes</a:t>
            </a:r>
          </a:p>
        </p:txBody>
      </p:sp>
      <p:sp>
        <p:nvSpPr>
          <p:cNvPr id="2" name="counter-12">
            <a:extLst xmlns:a="http://schemas.openxmlformats.org/drawingml/2006/main">
              <a:ext uri="{FF2B5EF4-FFF2-40B4-BE49-F238E27FC236}">
                <a16:creationId xmlns:a16="http://schemas.microsoft.com/office/drawing/2014/main" id="{5ACBCA1D-81CD-4AF5-A210-D1F7790B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56-60 of 150</a:t>
            </a:r>
          </a:p>
        </p:txBody>
      </p:sp>
      <p:sp>
        <p:nvSpPr>
          <p:cNvPr id="3" name="record-panel-12-1">
            <a:extLst xmlns:a="http://schemas.openxmlformats.org/drawingml/2006/main">
              <a:ext uri="{FF2B5EF4-FFF2-40B4-BE49-F238E27FC236}">
                <a16:creationId xmlns:a16="http://schemas.microsoft.com/office/drawing/2014/main" id="{0D2906EC-77ED-4EEA-B46A-B3C6B504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2-1">
            <a:extLst xmlns:a="http://schemas.openxmlformats.org/drawingml/2006/main">
              <a:ext uri="{FF2B5EF4-FFF2-40B4-BE49-F238E27FC236}">
                <a16:creationId xmlns:a16="http://schemas.microsoft.com/office/drawing/2014/main" id="{3CF4743B-9D98-45BE-B75C-8A5A78E6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TEST-056  |  Italian International Bank Account Number (IBAN): IT66 X054 2811 1011 0000 0000 056</a:t>
            </a:r>
          </a:p>
        </p:txBody>
      </p:sp>
      <p:sp>
        <p:nvSpPr>
          <p:cNvPr id="5" name="record-person-12-1">
            <a:extLst xmlns:a="http://schemas.openxmlformats.org/drawingml/2006/main">
              <a:ext uri="{FF2B5EF4-FFF2-40B4-BE49-F238E27FC236}">
                <a16:creationId xmlns:a16="http://schemas.microsoft.com/office/drawing/2014/main" id="{6C519802-E0CC-449F-8857-C1C94ED3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Greta Chiara Santoro  |  Physical Address: Viale Alloro Nuova 8544, 90133 Palermo, Italia</a:t>
            </a:r>
          </a:p>
        </p:txBody>
      </p:sp>
      <p:sp>
        <p:nvSpPr>
          <p:cNvPr id="6" name="record-evidence-12-1">
            <a:extLst xmlns:a="http://schemas.openxmlformats.org/drawingml/2006/main">
              <a:ext uri="{FF2B5EF4-FFF2-40B4-BE49-F238E27FC236}">
                <a16:creationId xmlns:a16="http://schemas.microsoft.com/office/drawing/2014/main" id="{53D05FC2-C1F7-4079-B93C-ECB78A33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7" name="record-panel-12-2">
            <a:extLst xmlns:a="http://schemas.openxmlformats.org/drawingml/2006/main">
              <a:ext uri="{FF2B5EF4-FFF2-40B4-BE49-F238E27FC236}">
                <a16:creationId xmlns:a16="http://schemas.microsoft.com/office/drawing/2014/main" id="{0AF3FDF0-4F30-4C8D-BA82-98F908F8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2-2">
            <a:extLst xmlns:a="http://schemas.openxmlformats.org/drawingml/2006/main">
              <a:ext uri="{FF2B5EF4-FFF2-40B4-BE49-F238E27FC236}">
                <a16:creationId xmlns:a16="http://schemas.microsoft.com/office/drawing/2014/main" id="{DFA7F73F-499B-41B8-A941-526948C4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TEST-057  |  Italian International Bank Account Number (IBAN): IT39 X054 2811 1011 0000 0000 057</a:t>
            </a:r>
          </a:p>
        </p:txBody>
      </p:sp>
      <p:sp>
        <p:nvSpPr>
          <p:cNvPr id="9" name="record-person-12-2">
            <a:extLst xmlns:a="http://schemas.openxmlformats.org/drawingml/2006/main">
              <a:ext uri="{FF2B5EF4-FFF2-40B4-BE49-F238E27FC236}">
                <a16:creationId xmlns:a16="http://schemas.microsoft.com/office/drawing/2014/main" id="{E344371C-3D59-4C21-AAB7-514B067A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Matteo Emma Conti  |  Physical Address: Viale Castagno Nuova 8581, 10121 Torino, Italia</a:t>
            </a:r>
          </a:p>
        </p:txBody>
      </p:sp>
      <p:sp>
        <p:nvSpPr>
          <p:cNvPr id="10" name="record-evidence-12-2">
            <a:extLst xmlns:a="http://schemas.openxmlformats.org/drawingml/2006/main">
              <a:ext uri="{FF2B5EF4-FFF2-40B4-BE49-F238E27FC236}">
                <a16:creationId xmlns:a16="http://schemas.microsoft.com/office/drawing/2014/main" id="{0D0995EA-D4E7-4302-ADE7-27718D09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1" name="record-panel-12-3">
            <a:extLst xmlns:a="http://schemas.openxmlformats.org/drawingml/2006/main">
              <a:ext uri="{FF2B5EF4-FFF2-40B4-BE49-F238E27FC236}">
                <a16:creationId xmlns:a16="http://schemas.microsoft.com/office/drawing/2014/main" id="{D2ABCAF3-12D6-45D8-82A9-804B3774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2-3">
            <a:extLst xmlns:a="http://schemas.openxmlformats.org/drawingml/2006/main">
              <a:ext uri="{FF2B5EF4-FFF2-40B4-BE49-F238E27FC236}">
                <a16:creationId xmlns:a16="http://schemas.microsoft.com/office/drawing/2014/main" id="{0CF22735-BE5B-43CE-832A-80023502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TEST-058  |  Italian International Bank Account Number (IBAN): IT12 X054 2811 1011 0000 0000 058</a:t>
            </a:r>
          </a:p>
        </p:txBody>
      </p:sp>
      <p:sp>
        <p:nvSpPr>
          <p:cNvPr id="13" name="record-person-12-3">
            <a:extLst xmlns:a="http://schemas.openxmlformats.org/drawingml/2006/main">
              <a:ext uri="{FF2B5EF4-FFF2-40B4-BE49-F238E27FC236}">
                <a16:creationId xmlns:a16="http://schemas.microsoft.com/office/drawing/2014/main" id="{3071C58F-8F24-4A3F-A4B7-1E0AD98C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Aurora Ferrari  |  Physical Address: Viale Cedro Nuova 8618, 70121 Bari, Italia</a:t>
            </a:r>
          </a:p>
        </p:txBody>
      </p:sp>
      <p:sp>
        <p:nvSpPr>
          <p:cNvPr id="14" name="record-evidence-12-3">
            <a:extLst xmlns:a="http://schemas.openxmlformats.org/drawingml/2006/main">
              <a:ext uri="{FF2B5EF4-FFF2-40B4-BE49-F238E27FC236}">
                <a16:creationId xmlns:a16="http://schemas.microsoft.com/office/drawing/2014/main" id="{DE4036D5-82E1-4F79-8656-D345DF62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5" name="record-panel-12-4">
            <a:extLst xmlns:a="http://schemas.openxmlformats.org/drawingml/2006/main">
              <a:ext uri="{FF2B5EF4-FFF2-40B4-BE49-F238E27FC236}">
                <a16:creationId xmlns:a16="http://schemas.microsoft.com/office/drawing/2014/main" id="{F0B13F69-8F38-4B2B-87F4-55C7C1CD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2-4">
            <a:extLst xmlns:a="http://schemas.openxmlformats.org/drawingml/2006/main">
              <a:ext uri="{FF2B5EF4-FFF2-40B4-BE49-F238E27FC236}">
                <a16:creationId xmlns:a16="http://schemas.microsoft.com/office/drawing/2014/main" id="{6941CB60-710E-4450-8996-75FCB07B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TEST-059  |  Italian International Bank Account Number (IBAN): IT82 X054 2811 1011 0000 0000 059</a:t>
            </a:r>
          </a:p>
        </p:txBody>
      </p:sp>
      <p:sp>
        <p:nvSpPr>
          <p:cNvPr id="17" name="record-person-12-4">
            <a:extLst xmlns:a="http://schemas.openxmlformats.org/drawingml/2006/main">
              <a:ext uri="{FF2B5EF4-FFF2-40B4-BE49-F238E27FC236}">
                <a16:creationId xmlns:a16="http://schemas.microsoft.com/office/drawing/2014/main" id="{0BE568BC-D13E-45B6-B65E-BE02A14F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Andrea Ilaria Costa  |  Physical Address: Viale Fontana Nuova 8655, 50122 Firenze, Italia</a:t>
            </a:r>
          </a:p>
        </p:txBody>
      </p:sp>
      <p:sp>
        <p:nvSpPr>
          <p:cNvPr id="18" name="record-evidence-12-4">
            <a:extLst xmlns:a="http://schemas.openxmlformats.org/drawingml/2006/main">
              <a:ext uri="{FF2B5EF4-FFF2-40B4-BE49-F238E27FC236}">
                <a16:creationId xmlns:a16="http://schemas.microsoft.com/office/drawing/2014/main" id="{6F30666E-AEB2-4A37-9FB8-C3379378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9" name="record-panel-12-5">
            <a:extLst xmlns:a="http://schemas.openxmlformats.org/drawingml/2006/main">
              <a:ext uri="{FF2B5EF4-FFF2-40B4-BE49-F238E27FC236}">
                <a16:creationId xmlns:a16="http://schemas.microsoft.com/office/drawing/2014/main" id="{698CBDC8-8BC8-46A8-AF95-864F08B0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2-5">
            <a:extLst xmlns:a="http://schemas.openxmlformats.org/drawingml/2006/main">
              <a:ext uri="{FF2B5EF4-FFF2-40B4-BE49-F238E27FC236}">
                <a16:creationId xmlns:a16="http://schemas.microsoft.com/office/drawing/2014/main" id="{BF352BC4-CF33-4CA8-91E3-2AE7D71B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TEST-060  |  Italian International Bank Account Number (IBAN): IT55 X054 2811 1011 0000 0000 060</a:t>
            </a:r>
          </a:p>
        </p:txBody>
      </p:sp>
      <p:sp>
        <p:nvSpPr>
          <p:cNvPr id="21" name="record-person-12-5">
            <a:extLst xmlns:a="http://schemas.openxmlformats.org/drawingml/2006/main">
              <a:ext uri="{FF2B5EF4-FFF2-40B4-BE49-F238E27FC236}">
                <a16:creationId xmlns:a16="http://schemas.microsoft.com/office/drawing/2014/main" id="{3DBA36BA-4FF5-49A6-9E7F-C3B78A8C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Ginevra Chiara Romano  |  Physical Address: Viale Gelsomino Nuova 8692, 43121 Parma, Italia</a:t>
            </a:r>
          </a:p>
        </p:txBody>
      </p:sp>
      <p:sp>
        <p:nvSpPr>
          <p:cNvPr id="22" name="record-evidence-12-5">
            <a:extLst xmlns:a="http://schemas.openxmlformats.org/drawingml/2006/main">
              <a:ext uri="{FF2B5EF4-FFF2-40B4-BE49-F238E27FC236}">
                <a16:creationId xmlns:a16="http://schemas.microsoft.com/office/drawing/2014/main" id="{D7553121-AADF-4B54-9F21-77E5D528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23" name="footer-12">
            <a:extLst xmlns:a="http://schemas.openxmlformats.org/drawingml/2006/main">
              <a:ext uri="{FF2B5EF4-FFF2-40B4-BE49-F238E27FC236}">
                <a16:creationId xmlns:a16="http://schemas.microsoft.com/office/drawing/2014/main" id="{112A046C-2D60-4252-BFB5-C484964B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9815289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">
            <a:extLst xmlns:a="http://schemas.openxmlformats.org/drawingml/2006/main">
              <a:ext uri="{FF2B5EF4-FFF2-40B4-BE49-F238E27FC236}">
                <a16:creationId xmlns:a16="http://schemas.microsoft.com/office/drawing/2014/main" id="{FD5CF958-FC75-421C-A0AC-1D079660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IBAN Codes</a:t>
            </a:r>
          </a:p>
        </p:txBody>
      </p:sp>
      <p:sp>
        <p:nvSpPr>
          <p:cNvPr id="2" name="counter-13">
            <a:extLst xmlns:a="http://schemas.openxmlformats.org/drawingml/2006/main">
              <a:ext uri="{FF2B5EF4-FFF2-40B4-BE49-F238E27FC236}">
                <a16:creationId xmlns:a16="http://schemas.microsoft.com/office/drawing/2014/main" id="{858A06ED-5318-4700-899B-FC600A0D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61-65 of 150</a:t>
            </a:r>
          </a:p>
        </p:txBody>
      </p:sp>
      <p:sp>
        <p:nvSpPr>
          <p:cNvPr id="3" name="record-panel-13-1">
            <a:extLst xmlns:a="http://schemas.openxmlformats.org/drawingml/2006/main">
              <a:ext uri="{FF2B5EF4-FFF2-40B4-BE49-F238E27FC236}">
                <a16:creationId xmlns:a16="http://schemas.microsoft.com/office/drawing/2014/main" id="{7C534882-B9D4-43B8-98D1-EC1F0404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3-1">
            <a:extLst xmlns:a="http://schemas.openxmlformats.org/drawingml/2006/main">
              <a:ext uri="{FF2B5EF4-FFF2-40B4-BE49-F238E27FC236}">
                <a16:creationId xmlns:a16="http://schemas.microsoft.com/office/drawing/2014/main" id="{8870F32E-51C6-4887-9F4F-82409A09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TEST-061  |  Italian International Bank Account Number (IBAN): IT28 X054 2811 1011 0000 0000 061</a:t>
            </a:r>
          </a:p>
        </p:txBody>
      </p:sp>
      <p:sp>
        <p:nvSpPr>
          <p:cNvPr id="5" name="record-person-13-1">
            <a:extLst xmlns:a="http://schemas.openxmlformats.org/drawingml/2006/main">
              <a:ext uri="{FF2B5EF4-FFF2-40B4-BE49-F238E27FC236}">
                <a16:creationId xmlns:a16="http://schemas.microsoft.com/office/drawing/2014/main" id="{F077455B-3B18-4408-A238-88402E68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Alessandro Emma Moretti  |  Physical Address: Viale Olmo Nuova 8729, 16121 Genova, Italia</a:t>
            </a:r>
          </a:p>
        </p:txBody>
      </p:sp>
      <p:sp>
        <p:nvSpPr>
          <p:cNvPr id="6" name="record-evidence-13-1">
            <a:extLst xmlns:a="http://schemas.openxmlformats.org/drawingml/2006/main">
              <a:ext uri="{FF2B5EF4-FFF2-40B4-BE49-F238E27FC236}">
                <a16:creationId xmlns:a16="http://schemas.microsoft.com/office/drawing/2014/main" id="{0182CF7C-76EA-4637-82A8-095D8D99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7" name="record-panel-13-2">
            <a:extLst xmlns:a="http://schemas.openxmlformats.org/drawingml/2006/main">
              <a:ext uri="{FF2B5EF4-FFF2-40B4-BE49-F238E27FC236}">
                <a16:creationId xmlns:a16="http://schemas.microsoft.com/office/drawing/2014/main" id="{DB41035A-EF98-402B-857C-EE4048AD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3-2">
            <a:extLst xmlns:a="http://schemas.openxmlformats.org/drawingml/2006/main">
              <a:ext uri="{FF2B5EF4-FFF2-40B4-BE49-F238E27FC236}">
                <a16:creationId xmlns:a16="http://schemas.microsoft.com/office/drawing/2014/main" id="{A71A2E81-872B-46F5-9A83-C099B272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TEST-062  |  Italian International Bank Account Number (IBAN): IT98 X054 2811 1011 0000 0000 062</a:t>
            </a:r>
          </a:p>
        </p:txBody>
      </p:sp>
      <p:sp>
        <p:nvSpPr>
          <p:cNvPr id="9" name="record-person-13-2">
            <a:extLst xmlns:a="http://schemas.openxmlformats.org/drawingml/2006/main">
              <a:ext uri="{FF2B5EF4-FFF2-40B4-BE49-F238E27FC236}">
                <a16:creationId xmlns:a16="http://schemas.microsoft.com/office/drawing/2014/main" id="{03D63656-743B-4B71-87B3-CED5081F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Alice Aurora Greco  |  Physical Address: Viale Pino Nuova 8766, 20121 Milano, Italia</a:t>
            </a:r>
          </a:p>
        </p:txBody>
      </p:sp>
      <p:sp>
        <p:nvSpPr>
          <p:cNvPr id="10" name="record-evidence-13-2">
            <a:extLst xmlns:a="http://schemas.openxmlformats.org/drawingml/2006/main">
              <a:ext uri="{FF2B5EF4-FFF2-40B4-BE49-F238E27FC236}">
                <a16:creationId xmlns:a16="http://schemas.microsoft.com/office/drawing/2014/main" id="{52E7CB9B-7401-479F-9E0D-3D946435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1" name="record-panel-13-3">
            <a:extLst xmlns:a="http://schemas.openxmlformats.org/drawingml/2006/main">
              <a:ext uri="{FF2B5EF4-FFF2-40B4-BE49-F238E27FC236}">
                <a16:creationId xmlns:a16="http://schemas.microsoft.com/office/drawing/2014/main" id="{121419D9-48DB-4608-850D-118D63F3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3-3">
            <a:extLst xmlns:a="http://schemas.openxmlformats.org/drawingml/2006/main">
              <a:ext uri="{FF2B5EF4-FFF2-40B4-BE49-F238E27FC236}">
                <a16:creationId xmlns:a16="http://schemas.microsoft.com/office/drawing/2014/main" id="{1B84E6F0-7BE5-4FA0-9AC4-57A63061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TEST-063  |  Italian International Bank Account Number (IBAN): IT71 X054 2811 1011 0000 0000 063</a:t>
            </a:r>
          </a:p>
        </p:txBody>
      </p:sp>
      <p:sp>
        <p:nvSpPr>
          <p:cNvPr id="13" name="record-person-13-3">
            <a:extLst xmlns:a="http://schemas.openxmlformats.org/drawingml/2006/main">
              <a:ext uri="{FF2B5EF4-FFF2-40B4-BE49-F238E27FC236}">
                <a16:creationId xmlns:a16="http://schemas.microsoft.com/office/drawing/2014/main" id="{8F19DF12-1DC1-4A94-BBBF-BF3C6C29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Lorenzo Ilaria Santoro  |  Physical Address: Viale Quercia Nuova 8803, 37121 Verona, Italia</a:t>
            </a:r>
          </a:p>
        </p:txBody>
      </p:sp>
      <p:sp>
        <p:nvSpPr>
          <p:cNvPr id="14" name="record-evidence-13-3">
            <a:extLst xmlns:a="http://schemas.openxmlformats.org/drawingml/2006/main">
              <a:ext uri="{FF2B5EF4-FFF2-40B4-BE49-F238E27FC236}">
                <a16:creationId xmlns:a16="http://schemas.microsoft.com/office/drawing/2014/main" id="{360B3FC7-CD57-46DC-A5C4-75BB6E93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5" name="record-panel-13-4">
            <a:extLst xmlns:a="http://schemas.openxmlformats.org/drawingml/2006/main">
              <a:ext uri="{FF2B5EF4-FFF2-40B4-BE49-F238E27FC236}">
                <a16:creationId xmlns:a16="http://schemas.microsoft.com/office/drawing/2014/main" id="{A77DFD01-EA4C-4A7B-8E6B-6FF2C35F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3-4">
            <a:extLst xmlns:a="http://schemas.openxmlformats.org/drawingml/2006/main">
              <a:ext uri="{FF2B5EF4-FFF2-40B4-BE49-F238E27FC236}">
                <a16:creationId xmlns:a16="http://schemas.microsoft.com/office/drawing/2014/main" id="{503677BC-09C4-42F0-82D8-1CEF983F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TEST-064  |  Italian International Bank Account Number (IBAN): IT44 X054 2811 1011 0000 0000 064</a:t>
            </a:r>
          </a:p>
        </p:txBody>
      </p:sp>
      <p:sp>
        <p:nvSpPr>
          <p:cNvPr id="17" name="record-person-13-4">
            <a:extLst xmlns:a="http://schemas.openxmlformats.org/drawingml/2006/main">
              <a:ext uri="{FF2B5EF4-FFF2-40B4-BE49-F238E27FC236}">
                <a16:creationId xmlns:a16="http://schemas.microsoft.com/office/drawing/2014/main" id="{A321C931-CABF-4A3D-8C22-B16CBC24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Aurora Chiara Conti  |  Physical Address: Viale Rosa Nuova 8840, 40121 Bologna, Italia</a:t>
            </a:r>
          </a:p>
        </p:txBody>
      </p:sp>
      <p:sp>
        <p:nvSpPr>
          <p:cNvPr id="18" name="record-evidence-13-4">
            <a:extLst xmlns:a="http://schemas.openxmlformats.org/drawingml/2006/main">
              <a:ext uri="{FF2B5EF4-FFF2-40B4-BE49-F238E27FC236}">
                <a16:creationId xmlns:a16="http://schemas.microsoft.com/office/drawing/2014/main" id="{93F0EEEF-B891-4815-9789-31EB2DD9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9" name="record-panel-13-5">
            <a:extLst xmlns:a="http://schemas.openxmlformats.org/drawingml/2006/main">
              <a:ext uri="{FF2B5EF4-FFF2-40B4-BE49-F238E27FC236}">
                <a16:creationId xmlns:a16="http://schemas.microsoft.com/office/drawing/2014/main" id="{0DA94B9C-AA41-4DBA-8D1D-009C5A14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3-5">
            <a:extLst xmlns:a="http://schemas.openxmlformats.org/drawingml/2006/main">
              <a:ext uri="{FF2B5EF4-FFF2-40B4-BE49-F238E27FC236}">
                <a16:creationId xmlns:a16="http://schemas.microsoft.com/office/drawing/2014/main" id="{DBA038EB-71F2-4BC0-A6A4-C6278058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TEST-065  |  Italian International Bank Account Number (IBAN): IT17 X054 2811 1011 0000 0000 065</a:t>
            </a:r>
          </a:p>
        </p:txBody>
      </p:sp>
      <p:sp>
        <p:nvSpPr>
          <p:cNvPr id="21" name="record-person-13-5">
            <a:extLst xmlns:a="http://schemas.openxmlformats.org/drawingml/2006/main">
              <a:ext uri="{FF2B5EF4-FFF2-40B4-BE49-F238E27FC236}">
                <a16:creationId xmlns:a16="http://schemas.microsoft.com/office/drawing/2014/main" id="{57E7B9BD-E0DF-475B-A440-CA13E65F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Francesco Emma Ferrari  |  Physical Address: Viale Tiglio Nuova 8877, 35121 Padova, Italia</a:t>
            </a:r>
          </a:p>
        </p:txBody>
      </p:sp>
      <p:sp>
        <p:nvSpPr>
          <p:cNvPr id="22" name="record-evidence-13-5">
            <a:extLst xmlns:a="http://schemas.openxmlformats.org/drawingml/2006/main">
              <a:ext uri="{FF2B5EF4-FFF2-40B4-BE49-F238E27FC236}">
                <a16:creationId xmlns:a16="http://schemas.microsoft.com/office/drawing/2014/main" id="{68F98212-DB2D-4107-9FC9-2F4B028D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23" name="footer-13">
            <a:extLst xmlns:a="http://schemas.openxmlformats.org/drawingml/2006/main">
              <a:ext uri="{FF2B5EF4-FFF2-40B4-BE49-F238E27FC236}">
                <a16:creationId xmlns:a16="http://schemas.microsoft.com/office/drawing/2014/main" id="{62461983-1759-44BE-B836-B0C7E05A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960937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4">
            <a:extLst xmlns:a="http://schemas.openxmlformats.org/drawingml/2006/main">
              <a:ext uri="{FF2B5EF4-FFF2-40B4-BE49-F238E27FC236}">
                <a16:creationId xmlns:a16="http://schemas.microsoft.com/office/drawing/2014/main" id="{EB016AFC-5E8B-4790-A217-E04042C3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IBAN Codes</a:t>
            </a:r>
          </a:p>
        </p:txBody>
      </p:sp>
      <p:sp>
        <p:nvSpPr>
          <p:cNvPr id="2" name="counter-14">
            <a:extLst xmlns:a="http://schemas.openxmlformats.org/drawingml/2006/main">
              <a:ext uri="{FF2B5EF4-FFF2-40B4-BE49-F238E27FC236}">
                <a16:creationId xmlns:a16="http://schemas.microsoft.com/office/drawing/2014/main" id="{1FFE18B9-B694-47FD-A728-39C7B5FA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66-70 of 150</a:t>
            </a:r>
          </a:p>
        </p:txBody>
      </p:sp>
      <p:sp>
        <p:nvSpPr>
          <p:cNvPr id="3" name="record-panel-14-1">
            <a:extLst xmlns:a="http://schemas.openxmlformats.org/drawingml/2006/main">
              <a:ext uri="{FF2B5EF4-FFF2-40B4-BE49-F238E27FC236}">
                <a16:creationId xmlns:a16="http://schemas.microsoft.com/office/drawing/2014/main" id="{A4F7F770-2BC2-4B63-BB48-15A31AF0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4-1">
            <a:extLst xmlns:a="http://schemas.openxmlformats.org/drawingml/2006/main">
              <a:ext uri="{FF2B5EF4-FFF2-40B4-BE49-F238E27FC236}">
                <a16:creationId xmlns:a16="http://schemas.microsoft.com/office/drawing/2014/main" id="{1551E719-6829-44E6-B3A9-1F7458C9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TEST-066  |  Italian International Bank Account Number (IBAN): IT87 X054 2811 1011 0000 0000 066</a:t>
            </a:r>
          </a:p>
        </p:txBody>
      </p:sp>
      <p:sp>
        <p:nvSpPr>
          <p:cNvPr id="5" name="record-person-14-1">
            <a:extLst xmlns:a="http://schemas.openxmlformats.org/drawingml/2006/main">
              <a:ext uri="{FF2B5EF4-FFF2-40B4-BE49-F238E27FC236}">
                <a16:creationId xmlns:a16="http://schemas.microsoft.com/office/drawing/2014/main" id="{67765CE1-106C-4D5D-9924-DEECACB5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Sofia Aurora Giordano  |  Physical Address: Viale Ulivo Nuova 8914, 80133 Napoli, Italia</a:t>
            </a:r>
          </a:p>
        </p:txBody>
      </p:sp>
      <p:sp>
        <p:nvSpPr>
          <p:cNvPr id="6" name="record-evidence-14-1">
            <a:extLst xmlns:a="http://schemas.openxmlformats.org/drawingml/2006/main">
              <a:ext uri="{FF2B5EF4-FFF2-40B4-BE49-F238E27FC236}">
                <a16:creationId xmlns:a16="http://schemas.microsoft.com/office/drawing/2014/main" id="{C2875289-4B45-48DA-BA5A-40F94B53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7" name="record-panel-14-2">
            <a:extLst xmlns:a="http://schemas.openxmlformats.org/drawingml/2006/main">
              <a:ext uri="{FF2B5EF4-FFF2-40B4-BE49-F238E27FC236}">
                <a16:creationId xmlns:a16="http://schemas.microsoft.com/office/drawing/2014/main" id="{F4F78456-68A8-48B7-8AF1-7782775E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4-2">
            <a:extLst xmlns:a="http://schemas.openxmlformats.org/drawingml/2006/main">
              <a:ext uri="{FF2B5EF4-FFF2-40B4-BE49-F238E27FC236}">
                <a16:creationId xmlns:a16="http://schemas.microsoft.com/office/drawing/2014/main" id="{3226AD5B-ACD5-4E26-B876-F0888605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TEST-067  |  Italian International Bank Account Number (IBAN): IT60 X054 2811 1011 0000 0000 067</a:t>
            </a:r>
          </a:p>
        </p:txBody>
      </p:sp>
      <p:sp>
        <p:nvSpPr>
          <p:cNvPr id="9" name="record-person-14-2">
            <a:extLst xmlns:a="http://schemas.openxmlformats.org/drawingml/2006/main">
              <a:ext uri="{FF2B5EF4-FFF2-40B4-BE49-F238E27FC236}">
                <a16:creationId xmlns:a16="http://schemas.microsoft.com/office/drawing/2014/main" id="{B678FA06-5AEA-49CF-80CE-6DCCFC32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Leonardo Ilaria Romano  |  Physical Address: Viale Acero Reale 8951, 00184 Roma, Italia</a:t>
            </a:r>
          </a:p>
        </p:txBody>
      </p:sp>
      <p:sp>
        <p:nvSpPr>
          <p:cNvPr id="10" name="record-evidence-14-2">
            <a:extLst xmlns:a="http://schemas.openxmlformats.org/drawingml/2006/main">
              <a:ext uri="{FF2B5EF4-FFF2-40B4-BE49-F238E27FC236}">
                <a16:creationId xmlns:a16="http://schemas.microsoft.com/office/drawing/2014/main" id="{B07E6CEE-4AA6-43F4-B767-B5806234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1" name="record-panel-14-3">
            <a:extLst xmlns:a="http://schemas.openxmlformats.org/drawingml/2006/main">
              <a:ext uri="{FF2B5EF4-FFF2-40B4-BE49-F238E27FC236}">
                <a16:creationId xmlns:a16="http://schemas.microsoft.com/office/drawing/2014/main" id="{F80F63CA-C2B4-432F-96A6-37AC7726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4-3">
            <a:extLst xmlns:a="http://schemas.openxmlformats.org/drawingml/2006/main">
              <a:ext uri="{FF2B5EF4-FFF2-40B4-BE49-F238E27FC236}">
                <a16:creationId xmlns:a16="http://schemas.microsoft.com/office/drawing/2014/main" id="{0D9899BE-D13B-4193-B2EE-397D3174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TEST-068  |  Italian International Bank Account Number (IBAN): IT33 X054 2811 1011 0000 0000 068</a:t>
            </a:r>
          </a:p>
        </p:txBody>
      </p:sp>
      <p:sp>
        <p:nvSpPr>
          <p:cNvPr id="13" name="record-person-14-3">
            <a:extLst xmlns:a="http://schemas.openxmlformats.org/drawingml/2006/main">
              <a:ext uri="{FF2B5EF4-FFF2-40B4-BE49-F238E27FC236}">
                <a16:creationId xmlns:a16="http://schemas.microsoft.com/office/drawing/2014/main" id="{9E1F93AF-5370-47F9-8CA1-093C174D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Giulia Chiara Moretti  |  Physical Address: Viale Alloro Reale 8988, 90133 Palermo, Italia</a:t>
            </a:r>
          </a:p>
        </p:txBody>
      </p:sp>
      <p:sp>
        <p:nvSpPr>
          <p:cNvPr id="14" name="record-evidence-14-3">
            <a:extLst xmlns:a="http://schemas.openxmlformats.org/drawingml/2006/main">
              <a:ext uri="{FF2B5EF4-FFF2-40B4-BE49-F238E27FC236}">
                <a16:creationId xmlns:a16="http://schemas.microsoft.com/office/drawing/2014/main" id="{4F28DE78-AF12-40E0-86D4-EF0D263F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5" name="record-panel-14-4">
            <a:extLst xmlns:a="http://schemas.openxmlformats.org/drawingml/2006/main">
              <a:ext uri="{FF2B5EF4-FFF2-40B4-BE49-F238E27FC236}">
                <a16:creationId xmlns:a16="http://schemas.microsoft.com/office/drawing/2014/main" id="{D17ED32F-5173-4352-868F-3FC1AEDB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4-4">
            <a:extLst xmlns:a="http://schemas.openxmlformats.org/drawingml/2006/main">
              <a:ext uri="{FF2B5EF4-FFF2-40B4-BE49-F238E27FC236}">
                <a16:creationId xmlns:a16="http://schemas.microsoft.com/office/drawing/2014/main" id="{04F9F562-FA4B-45A7-B324-8517B3D7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TEST-069  |  Italian International Bank Account Number (IBAN): IT06 X054 2811 1011 0000 0000 069</a:t>
            </a:r>
          </a:p>
        </p:txBody>
      </p:sp>
      <p:sp>
        <p:nvSpPr>
          <p:cNvPr id="17" name="record-person-14-4">
            <a:extLst xmlns:a="http://schemas.openxmlformats.org/drawingml/2006/main">
              <a:ext uri="{FF2B5EF4-FFF2-40B4-BE49-F238E27FC236}">
                <a16:creationId xmlns:a16="http://schemas.microsoft.com/office/drawing/2014/main" id="{4680E4A1-4214-43CD-B418-F7A22484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Stefano Andrea Greco  |  Physical Address: Viale Castagno Reale 9025, 10121 Torino, Italia</a:t>
            </a:r>
          </a:p>
        </p:txBody>
      </p:sp>
      <p:sp>
        <p:nvSpPr>
          <p:cNvPr id="18" name="record-evidence-14-4">
            <a:extLst xmlns:a="http://schemas.openxmlformats.org/drawingml/2006/main">
              <a:ext uri="{FF2B5EF4-FFF2-40B4-BE49-F238E27FC236}">
                <a16:creationId xmlns:a16="http://schemas.microsoft.com/office/drawing/2014/main" id="{F3F26AD6-9440-4AE0-8A43-B2D2D2A8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9" name="record-panel-14-5">
            <a:extLst xmlns:a="http://schemas.openxmlformats.org/drawingml/2006/main">
              <a:ext uri="{FF2B5EF4-FFF2-40B4-BE49-F238E27FC236}">
                <a16:creationId xmlns:a16="http://schemas.microsoft.com/office/drawing/2014/main" id="{F4EEBCF3-5286-45B0-B8E5-4C7EFA83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4-5">
            <a:extLst xmlns:a="http://schemas.openxmlformats.org/drawingml/2006/main">
              <a:ext uri="{FF2B5EF4-FFF2-40B4-BE49-F238E27FC236}">
                <a16:creationId xmlns:a16="http://schemas.microsoft.com/office/drawing/2014/main" id="{C90ECD82-453E-4CF6-B1EE-56E5A5F5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TEST-070  |  Italian International Bank Account Number (IBAN): IT76 X054 2811 1011 0000 0000 070</a:t>
            </a:r>
          </a:p>
        </p:txBody>
      </p:sp>
      <p:sp>
        <p:nvSpPr>
          <p:cNvPr id="21" name="record-person-14-5">
            <a:extLst xmlns:a="http://schemas.openxmlformats.org/drawingml/2006/main">
              <a:ext uri="{FF2B5EF4-FFF2-40B4-BE49-F238E27FC236}">
                <a16:creationId xmlns:a16="http://schemas.microsoft.com/office/drawing/2014/main" id="{14C6A86A-8999-4D84-BAE1-78F02352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Ilaria Francesco Mariani  |  Physical Address: Viale Cedro Reale 9062, 70121 Bari, Italia</a:t>
            </a:r>
          </a:p>
        </p:txBody>
      </p:sp>
      <p:sp>
        <p:nvSpPr>
          <p:cNvPr id="22" name="record-evidence-14-5">
            <a:extLst xmlns:a="http://schemas.openxmlformats.org/drawingml/2006/main">
              <a:ext uri="{FF2B5EF4-FFF2-40B4-BE49-F238E27FC236}">
                <a16:creationId xmlns:a16="http://schemas.microsoft.com/office/drawing/2014/main" id="{513B903B-A6E0-4DA8-B7C6-2CA93DB0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23" name="footer-14">
            <a:extLst xmlns:a="http://schemas.openxmlformats.org/drawingml/2006/main">
              <a:ext uri="{FF2B5EF4-FFF2-40B4-BE49-F238E27FC236}">
                <a16:creationId xmlns:a16="http://schemas.microsoft.com/office/drawing/2014/main" id="{C9856EEF-BE0B-40D4-9826-829ACE5C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5357903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C2445E56-F701-4FFD-9544-73336096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IBAN Codes</a:t>
            </a:r>
          </a:p>
        </p:txBody>
      </p:sp>
      <p:sp>
        <p:nvSpPr>
          <p:cNvPr id="2" name="counter-15">
            <a:extLst xmlns:a="http://schemas.openxmlformats.org/drawingml/2006/main">
              <a:ext uri="{FF2B5EF4-FFF2-40B4-BE49-F238E27FC236}">
                <a16:creationId xmlns:a16="http://schemas.microsoft.com/office/drawing/2014/main" id="{BEC965E5-1315-4E4D-87AE-9E3ADB9D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71-75 of 150</a:t>
            </a:r>
          </a:p>
        </p:txBody>
      </p:sp>
      <p:sp>
        <p:nvSpPr>
          <p:cNvPr id="3" name="record-panel-15-1">
            <a:extLst xmlns:a="http://schemas.openxmlformats.org/drawingml/2006/main">
              <a:ext uri="{FF2B5EF4-FFF2-40B4-BE49-F238E27FC236}">
                <a16:creationId xmlns:a16="http://schemas.microsoft.com/office/drawing/2014/main" id="{95C52C6E-B5DD-4FF1-B672-06BFA856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5-1">
            <a:extLst xmlns:a="http://schemas.openxmlformats.org/drawingml/2006/main">
              <a:ext uri="{FF2B5EF4-FFF2-40B4-BE49-F238E27FC236}">
                <a16:creationId xmlns:a16="http://schemas.microsoft.com/office/drawing/2014/main" id="{716AFDE3-8190-409C-943C-043F8109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TEST-071  |  Italian International Bank Account Number (IBAN): IT49 X054 2811 1011 0000 0000 071</a:t>
            </a:r>
          </a:p>
        </p:txBody>
      </p:sp>
      <p:sp>
        <p:nvSpPr>
          <p:cNvPr id="5" name="record-person-15-1">
            <a:extLst xmlns:a="http://schemas.openxmlformats.org/drawingml/2006/main">
              <a:ext uri="{FF2B5EF4-FFF2-40B4-BE49-F238E27FC236}">
                <a16:creationId xmlns:a16="http://schemas.microsoft.com/office/drawing/2014/main" id="{A0CE4F25-90AF-4DA5-BD0F-E46380AA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Davide Aurora Conti  |  Physical Address: Viale Fontana Reale 9099, 50122 Firenze, Italia</a:t>
            </a:r>
          </a:p>
        </p:txBody>
      </p:sp>
      <p:sp>
        <p:nvSpPr>
          <p:cNvPr id="6" name="record-evidence-15-1">
            <a:extLst xmlns:a="http://schemas.openxmlformats.org/drawingml/2006/main">
              <a:ext uri="{FF2B5EF4-FFF2-40B4-BE49-F238E27FC236}">
                <a16:creationId xmlns:a16="http://schemas.microsoft.com/office/drawing/2014/main" id="{38E169DC-2DCF-445C-B963-343437D7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7" name="record-panel-15-2">
            <a:extLst xmlns:a="http://schemas.openxmlformats.org/drawingml/2006/main">
              <a:ext uri="{FF2B5EF4-FFF2-40B4-BE49-F238E27FC236}">
                <a16:creationId xmlns:a16="http://schemas.microsoft.com/office/drawing/2014/main" id="{8AFDF538-7E31-4C33-9702-371DAAE2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5-2">
            <a:extLst xmlns:a="http://schemas.openxmlformats.org/drawingml/2006/main">
              <a:ext uri="{FF2B5EF4-FFF2-40B4-BE49-F238E27FC236}">
                <a16:creationId xmlns:a16="http://schemas.microsoft.com/office/drawing/2014/main" id="{EA3BF7C5-70DA-449C-9458-4B26A873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TEST-072  |  Italian International Bank Account Number (IBAN): IT22 X054 2811 1011 0000 0000 072</a:t>
            </a:r>
          </a:p>
        </p:txBody>
      </p:sp>
      <p:sp>
        <p:nvSpPr>
          <p:cNvPr id="9" name="record-person-15-2">
            <a:extLst xmlns:a="http://schemas.openxmlformats.org/drawingml/2006/main">
              <a:ext uri="{FF2B5EF4-FFF2-40B4-BE49-F238E27FC236}">
                <a16:creationId xmlns:a16="http://schemas.microsoft.com/office/drawing/2014/main" id="{5CE629AF-15AD-4E3B-8C5F-320A1D38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Marta Riccardo Ferrari  |  Physical Address: Viale Gelsomino Reale 9136, 43121 Parma, Italia</a:t>
            </a:r>
          </a:p>
        </p:txBody>
      </p:sp>
      <p:sp>
        <p:nvSpPr>
          <p:cNvPr id="10" name="record-evidence-15-2">
            <a:extLst xmlns:a="http://schemas.openxmlformats.org/drawingml/2006/main">
              <a:ext uri="{FF2B5EF4-FFF2-40B4-BE49-F238E27FC236}">
                <a16:creationId xmlns:a16="http://schemas.microsoft.com/office/drawing/2014/main" id="{82865639-1C25-4025-8B89-BEC767B0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1" name="record-panel-15-3">
            <a:extLst xmlns:a="http://schemas.openxmlformats.org/drawingml/2006/main">
              <a:ext uri="{FF2B5EF4-FFF2-40B4-BE49-F238E27FC236}">
                <a16:creationId xmlns:a16="http://schemas.microsoft.com/office/drawing/2014/main" id="{5860F590-FB4D-4237-8468-ED6684DD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5-3">
            <a:extLst xmlns:a="http://schemas.openxmlformats.org/drawingml/2006/main">
              <a:ext uri="{FF2B5EF4-FFF2-40B4-BE49-F238E27FC236}">
                <a16:creationId xmlns:a16="http://schemas.microsoft.com/office/drawing/2014/main" id="{BB7F6003-76E3-4398-815F-CE639686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TEST-073  |  Italian International Bank Account Number (IBAN): IT92 X054 2811 1011 0000 0000 073</a:t>
            </a:r>
          </a:p>
        </p:txBody>
      </p:sp>
      <p:sp>
        <p:nvSpPr>
          <p:cNvPr id="13" name="record-person-15-3">
            <a:extLst xmlns:a="http://schemas.openxmlformats.org/drawingml/2006/main">
              <a:ext uri="{FF2B5EF4-FFF2-40B4-BE49-F238E27FC236}">
                <a16:creationId xmlns:a16="http://schemas.microsoft.com/office/drawing/2014/main" id="{B2B4A2AE-6E2C-4F5F-87CA-FF3DA9A3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 Andrea Giordano  |  Physical Address: Viale Olmo Reale 9173, 16121 Genova, Italia</a:t>
            </a:r>
          </a:p>
        </p:txBody>
      </p:sp>
      <p:sp>
        <p:nvSpPr>
          <p:cNvPr id="14" name="record-evidence-15-3">
            <a:extLst xmlns:a="http://schemas.openxmlformats.org/drawingml/2006/main">
              <a:ext uri="{FF2B5EF4-FFF2-40B4-BE49-F238E27FC236}">
                <a16:creationId xmlns:a16="http://schemas.microsoft.com/office/drawing/2014/main" id="{D8B8ECBA-E344-4E39-AAD8-A878A1A8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5" name="record-panel-15-4">
            <a:extLst xmlns:a="http://schemas.openxmlformats.org/drawingml/2006/main">
              <a:ext uri="{FF2B5EF4-FFF2-40B4-BE49-F238E27FC236}">
                <a16:creationId xmlns:a16="http://schemas.microsoft.com/office/drawing/2014/main" id="{8AE54FD3-160C-4976-98A9-45B37BA5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5-4">
            <a:extLst xmlns:a="http://schemas.openxmlformats.org/drawingml/2006/main">
              <a:ext uri="{FF2B5EF4-FFF2-40B4-BE49-F238E27FC236}">
                <a16:creationId xmlns:a16="http://schemas.microsoft.com/office/drawing/2014/main" id="{C37CB1ED-50E8-4773-B671-E6CF11F0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TEST-074  |  Italian International Bank Account Number (IBAN): IT65 X054 2811 1011 0000 0000 074</a:t>
            </a:r>
          </a:p>
        </p:txBody>
      </p:sp>
      <p:sp>
        <p:nvSpPr>
          <p:cNvPr id="17" name="record-person-15-4">
            <a:extLst xmlns:a="http://schemas.openxmlformats.org/drawingml/2006/main">
              <a:ext uri="{FF2B5EF4-FFF2-40B4-BE49-F238E27FC236}">
                <a16:creationId xmlns:a16="http://schemas.microsoft.com/office/drawing/2014/main" id="{90B73ED8-914F-4246-A4AB-A033B10C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Elisa Francesco Colombo  |  Physical Address: Viale Pino Reale 9210, 20121 Milano, Italia</a:t>
            </a:r>
          </a:p>
        </p:txBody>
      </p:sp>
      <p:sp>
        <p:nvSpPr>
          <p:cNvPr id="18" name="record-evidence-15-4">
            <a:extLst xmlns:a="http://schemas.openxmlformats.org/drawingml/2006/main">
              <a:ext uri="{FF2B5EF4-FFF2-40B4-BE49-F238E27FC236}">
                <a16:creationId xmlns:a16="http://schemas.microsoft.com/office/drawing/2014/main" id="{A312E19A-01B3-438C-8382-CEF388A4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9" name="record-panel-15-5">
            <a:extLst xmlns:a="http://schemas.openxmlformats.org/drawingml/2006/main">
              <a:ext uri="{FF2B5EF4-FFF2-40B4-BE49-F238E27FC236}">
                <a16:creationId xmlns:a16="http://schemas.microsoft.com/office/drawing/2014/main" id="{9858B247-641E-42D9-9A57-CCAE7594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5-5">
            <a:extLst xmlns:a="http://schemas.openxmlformats.org/drawingml/2006/main">
              <a:ext uri="{FF2B5EF4-FFF2-40B4-BE49-F238E27FC236}">
                <a16:creationId xmlns:a16="http://schemas.microsoft.com/office/drawing/2014/main" id="{77E049AD-6ED4-4CBD-8157-15391C14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TEST-075  |  Italian International Bank Account Number (IBAN): IT38 X054 2811 1011 0000 0000 075</a:t>
            </a:r>
          </a:p>
        </p:txBody>
      </p:sp>
      <p:sp>
        <p:nvSpPr>
          <p:cNvPr id="21" name="record-person-15-5">
            <a:extLst xmlns:a="http://schemas.openxmlformats.org/drawingml/2006/main">
              <a:ext uri="{FF2B5EF4-FFF2-40B4-BE49-F238E27FC236}">
                <a16:creationId xmlns:a16="http://schemas.microsoft.com/office/drawing/2014/main" id="{3EDAE00B-4A7F-4EA4-B72D-7E0A635A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Marco Davide Moretti  |  Physical Address: Viale Quercia Reale 9247, 37121 Verona, Italia</a:t>
            </a:r>
          </a:p>
        </p:txBody>
      </p:sp>
      <p:sp>
        <p:nvSpPr>
          <p:cNvPr id="22" name="record-evidence-15-5">
            <a:extLst xmlns:a="http://schemas.openxmlformats.org/drawingml/2006/main">
              <a:ext uri="{FF2B5EF4-FFF2-40B4-BE49-F238E27FC236}">
                <a16:creationId xmlns:a16="http://schemas.microsoft.com/office/drawing/2014/main" id="{3D0505C7-5459-4321-8FC0-F2B10BA5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23" name="footer-15">
            <a:extLst xmlns:a="http://schemas.openxmlformats.org/drawingml/2006/main">
              <a:ext uri="{FF2B5EF4-FFF2-40B4-BE49-F238E27FC236}">
                <a16:creationId xmlns:a16="http://schemas.microsoft.com/office/drawing/2014/main" id="{BFDE0349-BE1F-4027-9F1C-298DD6DA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2691395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6">
            <a:extLst xmlns:a="http://schemas.openxmlformats.org/drawingml/2006/main">
              <a:ext uri="{FF2B5EF4-FFF2-40B4-BE49-F238E27FC236}">
                <a16:creationId xmlns:a16="http://schemas.microsoft.com/office/drawing/2014/main" id="{4028D0D8-513F-4E43-B9B6-319BCB7D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IBAN Codes</a:t>
            </a:r>
          </a:p>
        </p:txBody>
      </p:sp>
      <p:sp>
        <p:nvSpPr>
          <p:cNvPr id="2" name="counter-16">
            <a:extLst xmlns:a="http://schemas.openxmlformats.org/drawingml/2006/main">
              <a:ext uri="{FF2B5EF4-FFF2-40B4-BE49-F238E27FC236}">
                <a16:creationId xmlns:a16="http://schemas.microsoft.com/office/drawing/2014/main" id="{EFA5C8F2-80E1-4422-BFDD-62512F64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76-80 of 150</a:t>
            </a:r>
          </a:p>
        </p:txBody>
      </p:sp>
      <p:sp>
        <p:nvSpPr>
          <p:cNvPr id="3" name="record-panel-16-1">
            <a:extLst xmlns:a="http://schemas.openxmlformats.org/drawingml/2006/main">
              <a:ext uri="{FF2B5EF4-FFF2-40B4-BE49-F238E27FC236}">
                <a16:creationId xmlns:a16="http://schemas.microsoft.com/office/drawing/2014/main" id="{3D347E2B-78F6-4253-8688-26E01041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6-1">
            <a:extLst xmlns:a="http://schemas.openxmlformats.org/drawingml/2006/main">
              <a:ext uri="{FF2B5EF4-FFF2-40B4-BE49-F238E27FC236}">
                <a16:creationId xmlns:a16="http://schemas.microsoft.com/office/drawing/2014/main" id="{F288AB9A-E18D-43BB-A2B7-C6FD953E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TEST-076  |  Italian International Bank Account Number (IBAN): IT11 X054 2811 1011 0000 0000 076</a:t>
            </a:r>
          </a:p>
        </p:txBody>
      </p:sp>
      <p:sp>
        <p:nvSpPr>
          <p:cNvPr id="5" name="record-person-16-1">
            <a:extLst xmlns:a="http://schemas.openxmlformats.org/drawingml/2006/main">
              <a:ext uri="{FF2B5EF4-FFF2-40B4-BE49-F238E27FC236}">
                <a16:creationId xmlns:a16="http://schemas.microsoft.com/office/drawing/2014/main" id="{DFD1861A-5902-4343-AC7D-C3304CCA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Chiara Riccardo Greco  |  Physical Address: Viale Rosa Reale 9284, 40121 Bologna, Italia</a:t>
            </a:r>
          </a:p>
        </p:txBody>
      </p:sp>
      <p:sp>
        <p:nvSpPr>
          <p:cNvPr id="6" name="record-evidence-16-1">
            <a:extLst xmlns:a="http://schemas.openxmlformats.org/drawingml/2006/main">
              <a:ext uri="{FF2B5EF4-FFF2-40B4-BE49-F238E27FC236}">
                <a16:creationId xmlns:a16="http://schemas.microsoft.com/office/drawing/2014/main" id="{81203E51-CEBA-4047-9026-1BF865AF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7" name="record-panel-16-2">
            <a:extLst xmlns:a="http://schemas.openxmlformats.org/drawingml/2006/main">
              <a:ext uri="{FF2B5EF4-FFF2-40B4-BE49-F238E27FC236}">
                <a16:creationId xmlns:a16="http://schemas.microsoft.com/office/drawing/2014/main" id="{225BB91F-DFED-481A-A2CC-0DAE5822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6-2">
            <a:extLst xmlns:a="http://schemas.openxmlformats.org/drawingml/2006/main">
              <a:ext uri="{FF2B5EF4-FFF2-40B4-BE49-F238E27FC236}">
                <a16:creationId xmlns:a16="http://schemas.microsoft.com/office/drawing/2014/main" id="{291CE142-3E26-43BD-AA2F-3A0D2B55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TEST-077  |  Italian International Bank Account Number (IBAN): IT81 X054 2811 1011 0000 0000 077</a:t>
            </a:r>
          </a:p>
        </p:txBody>
      </p:sp>
      <p:sp>
        <p:nvSpPr>
          <p:cNvPr id="9" name="record-person-16-2">
            <a:extLst xmlns:a="http://schemas.openxmlformats.org/drawingml/2006/main">
              <a:ext uri="{FF2B5EF4-FFF2-40B4-BE49-F238E27FC236}">
                <a16:creationId xmlns:a16="http://schemas.microsoft.com/office/drawing/2014/main" id="{B6228BFB-33DB-41D6-A164-66CB51E5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Riccardo Andrea Mariani  |  Physical Address: Viale Tiglio Reale 9321, 35121 Padova, Italia</a:t>
            </a:r>
          </a:p>
        </p:txBody>
      </p:sp>
      <p:sp>
        <p:nvSpPr>
          <p:cNvPr id="10" name="record-evidence-16-2">
            <a:extLst xmlns:a="http://schemas.openxmlformats.org/drawingml/2006/main">
              <a:ext uri="{FF2B5EF4-FFF2-40B4-BE49-F238E27FC236}">
                <a16:creationId xmlns:a16="http://schemas.microsoft.com/office/drawing/2014/main" id="{A8A77648-A83B-4C91-BB97-49DC845F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1" name="record-panel-16-3">
            <a:extLst xmlns:a="http://schemas.openxmlformats.org/drawingml/2006/main">
              <a:ext uri="{FF2B5EF4-FFF2-40B4-BE49-F238E27FC236}">
                <a16:creationId xmlns:a16="http://schemas.microsoft.com/office/drawing/2014/main" id="{1BEB4474-B47C-4D83-B8F4-728C5C5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6-3">
            <a:extLst xmlns:a="http://schemas.openxmlformats.org/drawingml/2006/main">
              <a:ext uri="{FF2B5EF4-FFF2-40B4-BE49-F238E27FC236}">
                <a16:creationId xmlns:a16="http://schemas.microsoft.com/office/drawing/2014/main" id="{EC02BFE8-091A-41BF-BFD0-A68BED63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TEST-078  |  Italian International Bank Account Number (IBAN): IT54 X054 2811 1011 0000 0000 078</a:t>
            </a:r>
          </a:p>
        </p:txBody>
      </p:sp>
      <p:sp>
        <p:nvSpPr>
          <p:cNvPr id="13" name="record-person-16-3">
            <a:extLst xmlns:a="http://schemas.openxmlformats.org/drawingml/2006/main">
              <a:ext uri="{FF2B5EF4-FFF2-40B4-BE49-F238E27FC236}">
                <a16:creationId xmlns:a16="http://schemas.microsoft.com/office/drawing/2014/main" id="{A657B234-BB8C-433A-B129-609562CE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Beatrice Francesco De Luca  |  Physical Address: Viale Ulivo Reale 9358, 80133 Napoli, Italia</a:t>
            </a:r>
          </a:p>
        </p:txBody>
      </p:sp>
      <p:sp>
        <p:nvSpPr>
          <p:cNvPr id="14" name="record-evidence-16-3">
            <a:extLst xmlns:a="http://schemas.openxmlformats.org/drawingml/2006/main">
              <a:ext uri="{FF2B5EF4-FFF2-40B4-BE49-F238E27FC236}">
                <a16:creationId xmlns:a16="http://schemas.microsoft.com/office/drawing/2014/main" id="{EE05475B-60C4-445F-95B8-745F35A9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5" name="record-panel-16-4">
            <a:extLst xmlns:a="http://schemas.openxmlformats.org/drawingml/2006/main">
              <a:ext uri="{FF2B5EF4-FFF2-40B4-BE49-F238E27FC236}">
                <a16:creationId xmlns:a16="http://schemas.microsoft.com/office/drawing/2014/main" id="{8755C83A-7173-41BE-BA39-ABA19D43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6-4">
            <a:extLst xmlns:a="http://schemas.openxmlformats.org/drawingml/2006/main">
              <a:ext uri="{FF2B5EF4-FFF2-40B4-BE49-F238E27FC236}">
                <a16:creationId xmlns:a16="http://schemas.microsoft.com/office/drawing/2014/main" id="{7BF2A210-2180-4B06-BD61-B84A483C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TEST-079  |  Italian International Bank Account Number (IBAN): IT27 X054 2811 1011 0000 0000 079</a:t>
            </a:r>
          </a:p>
        </p:txBody>
      </p:sp>
      <p:sp>
        <p:nvSpPr>
          <p:cNvPr id="17" name="record-person-16-4">
            <a:extLst xmlns:a="http://schemas.openxmlformats.org/drawingml/2006/main">
              <a:ext uri="{FF2B5EF4-FFF2-40B4-BE49-F238E27FC236}">
                <a16:creationId xmlns:a16="http://schemas.microsoft.com/office/drawing/2014/main" id="{63551CB5-2B43-44CA-A5CF-8F67AA9F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Tommaso Davide Ferrari  |  Physical Address: Viale Acero Serena 9395, 00184 Roma, Italia</a:t>
            </a:r>
          </a:p>
        </p:txBody>
      </p:sp>
      <p:sp>
        <p:nvSpPr>
          <p:cNvPr id="18" name="record-evidence-16-4">
            <a:extLst xmlns:a="http://schemas.openxmlformats.org/drawingml/2006/main">
              <a:ext uri="{FF2B5EF4-FFF2-40B4-BE49-F238E27FC236}">
                <a16:creationId xmlns:a16="http://schemas.microsoft.com/office/drawing/2014/main" id="{602547AF-BF2C-450F-9F4F-AC60931F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9" name="record-panel-16-5">
            <a:extLst xmlns:a="http://schemas.openxmlformats.org/drawingml/2006/main">
              <a:ext uri="{FF2B5EF4-FFF2-40B4-BE49-F238E27FC236}">
                <a16:creationId xmlns:a16="http://schemas.microsoft.com/office/drawing/2014/main" id="{4AD2F837-B201-4018-8852-AE25472E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6-5">
            <a:extLst xmlns:a="http://schemas.openxmlformats.org/drawingml/2006/main">
              <a:ext uri="{FF2B5EF4-FFF2-40B4-BE49-F238E27FC236}">
                <a16:creationId xmlns:a16="http://schemas.microsoft.com/office/drawing/2014/main" id="{07128655-0D8F-4DA1-AADD-20FD8424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TEST-080  |  Italian International Bank Account Number (IBAN): IT97 X054 2811 1011 0000 0000 080</a:t>
            </a:r>
          </a:p>
        </p:txBody>
      </p:sp>
      <p:sp>
        <p:nvSpPr>
          <p:cNvPr id="21" name="record-person-16-5">
            <a:extLst xmlns:a="http://schemas.openxmlformats.org/drawingml/2006/main">
              <a:ext uri="{FF2B5EF4-FFF2-40B4-BE49-F238E27FC236}">
                <a16:creationId xmlns:a16="http://schemas.microsoft.com/office/drawing/2014/main" id="{385F0123-18AA-43E6-ACC0-7007ECF8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Greta Riccardo Giordano  |  Physical Address: Viale Alloro Serena 9432, 90133 Palermo, Italia</a:t>
            </a:r>
          </a:p>
        </p:txBody>
      </p:sp>
      <p:sp>
        <p:nvSpPr>
          <p:cNvPr id="22" name="record-evidence-16-5">
            <a:extLst xmlns:a="http://schemas.openxmlformats.org/drawingml/2006/main">
              <a:ext uri="{FF2B5EF4-FFF2-40B4-BE49-F238E27FC236}">
                <a16:creationId xmlns:a16="http://schemas.microsoft.com/office/drawing/2014/main" id="{134A0157-C451-4BAE-9DA7-F100CD69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23" name="footer-16">
            <a:extLst xmlns:a="http://schemas.openxmlformats.org/drawingml/2006/main">
              <a:ext uri="{FF2B5EF4-FFF2-40B4-BE49-F238E27FC236}">
                <a16:creationId xmlns:a16="http://schemas.microsoft.com/office/drawing/2014/main" id="{BFAA143F-2412-460E-B0D8-319F2075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5215205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7">
            <a:extLst xmlns:a="http://schemas.openxmlformats.org/drawingml/2006/main">
              <a:ext uri="{FF2B5EF4-FFF2-40B4-BE49-F238E27FC236}">
                <a16:creationId xmlns:a16="http://schemas.microsoft.com/office/drawing/2014/main" id="{C26DDD30-5311-42A2-8550-C61EFC19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IBAN Codes</a:t>
            </a:r>
          </a:p>
        </p:txBody>
      </p:sp>
      <p:sp>
        <p:nvSpPr>
          <p:cNvPr id="2" name="counter-17">
            <a:extLst xmlns:a="http://schemas.openxmlformats.org/drawingml/2006/main">
              <a:ext uri="{FF2B5EF4-FFF2-40B4-BE49-F238E27FC236}">
                <a16:creationId xmlns:a16="http://schemas.microsoft.com/office/drawing/2014/main" id="{0D2EC559-655F-409E-BEB0-0E1F7A17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81-85 of 150</a:t>
            </a:r>
          </a:p>
        </p:txBody>
      </p:sp>
      <p:sp>
        <p:nvSpPr>
          <p:cNvPr id="3" name="record-panel-17-1">
            <a:extLst xmlns:a="http://schemas.openxmlformats.org/drawingml/2006/main">
              <a:ext uri="{FF2B5EF4-FFF2-40B4-BE49-F238E27FC236}">
                <a16:creationId xmlns:a16="http://schemas.microsoft.com/office/drawing/2014/main" id="{C213072C-6862-4290-98E6-728389F2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7-1">
            <a:extLst xmlns:a="http://schemas.openxmlformats.org/drawingml/2006/main">
              <a:ext uri="{FF2B5EF4-FFF2-40B4-BE49-F238E27FC236}">
                <a16:creationId xmlns:a16="http://schemas.microsoft.com/office/drawing/2014/main" id="{06745B60-FF8F-4337-B527-61D98472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TEST-081  |  Italian International Bank Account Number (IBAN): IT70 X054 2811 1011 0000 0000 081</a:t>
            </a:r>
          </a:p>
        </p:txBody>
      </p:sp>
      <p:sp>
        <p:nvSpPr>
          <p:cNvPr id="5" name="record-person-17-1">
            <a:extLst xmlns:a="http://schemas.openxmlformats.org/drawingml/2006/main">
              <a:ext uri="{FF2B5EF4-FFF2-40B4-BE49-F238E27FC236}">
                <a16:creationId xmlns:a16="http://schemas.microsoft.com/office/drawing/2014/main" id="{5C68E443-9EC9-4B4A-8DA7-A2979CB4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Matteo Andrea Colombo  |  Physical Address: Viale Castagno Serena 9469, 10121 Torino, Italia</a:t>
            </a:r>
          </a:p>
        </p:txBody>
      </p:sp>
      <p:sp>
        <p:nvSpPr>
          <p:cNvPr id="6" name="record-evidence-17-1">
            <a:extLst xmlns:a="http://schemas.openxmlformats.org/drawingml/2006/main">
              <a:ext uri="{FF2B5EF4-FFF2-40B4-BE49-F238E27FC236}">
                <a16:creationId xmlns:a16="http://schemas.microsoft.com/office/drawing/2014/main" id="{03F9A537-55C5-4D4A-852C-1DA401C6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7" name="record-panel-17-2">
            <a:extLst xmlns:a="http://schemas.openxmlformats.org/drawingml/2006/main">
              <a:ext uri="{FF2B5EF4-FFF2-40B4-BE49-F238E27FC236}">
                <a16:creationId xmlns:a16="http://schemas.microsoft.com/office/drawing/2014/main" id="{43343456-4372-45F6-87B7-57594E3D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7-2">
            <a:extLst xmlns:a="http://schemas.openxmlformats.org/drawingml/2006/main">
              <a:ext uri="{FF2B5EF4-FFF2-40B4-BE49-F238E27FC236}">
                <a16:creationId xmlns:a16="http://schemas.microsoft.com/office/drawing/2014/main" id="{3CA09EC0-52FD-4969-A4EC-693AE593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TEST-082  |  Italian International Bank Account Number (IBAN): IT43 X054 2811 1011 0000 0000 082</a:t>
            </a:r>
          </a:p>
        </p:txBody>
      </p:sp>
      <p:sp>
        <p:nvSpPr>
          <p:cNvPr id="9" name="record-person-17-2">
            <a:extLst xmlns:a="http://schemas.openxmlformats.org/drawingml/2006/main">
              <a:ext uri="{FF2B5EF4-FFF2-40B4-BE49-F238E27FC236}">
                <a16:creationId xmlns:a16="http://schemas.microsoft.com/office/drawing/2014/main" id="{35BC7663-959A-4368-AF6E-7DADD2C0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Francesco Barbieri  |  Physical Address: Viale Cedro Serena 9506, 70121 Bari, Italia</a:t>
            </a:r>
          </a:p>
        </p:txBody>
      </p:sp>
      <p:sp>
        <p:nvSpPr>
          <p:cNvPr id="10" name="record-evidence-17-2">
            <a:extLst xmlns:a="http://schemas.openxmlformats.org/drawingml/2006/main">
              <a:ext uri="{FF2B5EF4-FFF2-40B4-BE49-F238E27FC236}">
                <a16:creationId xmlns:a16="http://schemas.microsoft.com/office/drawing/2014/main" id="{6BB01FE2-5AC6-4425-95D7-7AE2C2BC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1" name="record-panel-17-3">
            <a:extLst xmlns:a="http://schemas.openxmlformats.org/drawingml/2006/main">
              <a:ext uri="{FF2B5EF4-FFF2-40B4-BE49-F238E27FC236}">
                <a16:creationId xmlns:a16="http://schemas.microsoft.com/office/drawing/2014/main" id="{906342E8-3023-4D2B-95FC-03F203D1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7-3">
            <a:extLst xmlns:a="http://schemas.openxmlformats.org/drawingml/2006/main">
              <a:ext uri="{FF2B5EF4-FFF2-40B4-BE49-F238E27FC236}">
                <a16:creationId xmlns:a16="http://schemas.microsoft.com/office/drawing/2014/main" id="{6BF6F23E-4EEA-49AD-A329-031F8425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TEST-083  |  Italian International Bank Account Number (IBAN): IT16 X054 2811 1011 0000 0000 083</a:t>
            </a:r>
          </a:p>
        </p:txBody>
      </p:sp>
      <p:sp>
        <p:nvSpPr>
          <p:cNvPr id="13" name="record-person-17-3">
            <a:extLst xmlns:a="http://schemas.openxmlformats.org/drawingml/2006/main">
              <a:ext uri="{FF2B5EF4-FFF2-40B4-BE49-F238E27FC236}">
                <a16:creationId xmlns:a16="http://schemas.microsoft.com/office/drawing/2014/main" id="{4EF941E2-BFF8-4259-9E06-F85413B4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Andrea Davide Greco  |  Physical Address: Viale Fontana Serena 9543, 50122 Firenze, Italia</a:t>
            </a:r>
          </a:p>
        </p:txBody>
      </p:sp>
      <p:sp>
        <p:nvSpPr>
          <p:cNvPr id="14" name="record-evidence-17-3">
            <a:extLst xmlns:a="http://schemas.openxmlformats.org/drawingml/2006/main">
              <a:ext uri="{FF2B5EF4-FFF2-40B4-BE49-F238E27FC236}">
                <a16:creationId xmlns:a16="http://schemas.microsoft.com/office/drawing/2014/main" id="{5F078970-E883-4730-920B-A88B8C24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5" name="record-panel-17-4">
            <a:extLst xmlns:a="http://schemas.openxmlformats.org/drawingml/2006/main">
              <a:ext uri="{FF2B5EF4-FFF2-40B4-BE49-F238E27FC236}">
                <a16:creationId xmlns:a16="http://schemas.microsoft.com/office/drawing/2014/main" id="{73F11D83-7709-44FF-A113-3FACBD09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7-4">
            <a:extLst xmlns:a="http://schemas.openxmlformats.org/drawingml/2006/main">
              <a:ext uri="{FF2B5EF4-FFF2-40B4-BE49-F238E27FC236}">
                <a16:creationId xmlns:a16="http://schemas.microsoft.com/office/drawing/2014/main" id="{0D382AEF-8EED-4FEE-903F-BB09D1B3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TEST-084  |  Italian International Bank Account Number (IBAN): IT86 X054 2811 1011 0000 0000 084</a:t>
            </a:r>
          </a:p>
        </p:txBody>
      </p:sp>
      <p:sp>
        <p:nvSpPr>
          <p:cNvPr id="17" name="record-person-17-4">
            <a:extLst xmlns:a="http://schemas.openxmlformats.org/drawingml/2006/main">
              <a:ext uri="{FF2B5EF4-FFF2-40B4-BE49-F238E27FC236}">
                <a16:creationId xmlns:a16="http://schemas.microsoft.com/office/drawing/2014/main" id="{99102D18-824B-4DD2-B0FA-DCFDEA30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Ginevra Riccardo Mariani  |  Physical Address: Viale Gelsomino Serena 9580, 43121 Parma, Italia</a:t>
            </a:r>
          </a:p>
        </p:txBody>
      </p:sp>
      <p:sp>
        <p:nvSpPr>
          <p:cNvPr id="18" name="record-evidence-17-4">
            <a:extLst xmlns:a="http://schemas.openxmlformats.org/drawingml/2006/main">
              <a:ext uri="{FF2B5EF4-FFF2-40B4-BE49-F238E27FC236}">
                <a16:creationId xmlns:a16="http://schemas.microsoft.com/office/drawing/2014/main" id="{E888FD69-9589-4E0C-A74A-E1EAB36B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9" name="record-panel-17-5">
            <a:extLst xmlns:a="http://schemas.openxmlformats.org/drawingml/2006/main">
              <a:ext uri="{FF2B5EF4-FFF2-40B4-BE49-F238E27FC236}">
                <a16:creationId xmlns:a16="http://schemas.microsoft.com/office/drawing/2014/main" id="{47B758E2-A3D1-4D78-99EC-5CDA1760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7-5">
            <a:extLst xmlns:a="http://schemas.openxmlformats.org/drawingml/2006/main">
              <a:ext uri="{FF2B5EF4-FFF2-40B4-BE49-F238E27FC236}">
                <a16:creationId xmlns:a16="http://schemas.microsoft.com/office/drawing/2014/main" id="{D30CB581-676F-443D-9F10-8081B960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TEST-085  |  Italian International Bank Account Number (IBAN): IT59 X054 2811 1011 0000 0000 085</a:t>
            </a:r>
          </a:p>
        </p:txBody>
      </p:sp>
      <p:sp>
        <p:nvSpPr>
          <p:cNvPr id="21" name="record-person-17-5">
            <a:extLst xmlns:a="http://schemas.openxmlformats.org/drawingml/2006/main">
              <a:ext uri="{FF2B5EF4-FFF2-40B4-BE49-F238E27FC236}">
                <a16:creationId xmlns:a16="http://schemas.microsoft.com/office/drawing/2014/main" id="{70697D37-04AC-4241-9407-1DAB0C8A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Alessandro Andrea De Luca  |  Physical Address: Viale Olmo Serena 9617, 16121 Genova, Italia</a:t>
            </a:r>
          </a:p>
        </p:txBody>
      </p:sp>
      <p:sp>
        <p:nvSpPr>
          <p:cNvPr id="22" name="record-evidence-17-5">
            <a:extLst xmlns:a="http://schemas.openxmlformats.org/drawingml/2006/main">
              <a:ext uri="{FF2B5EF4-FFF2-40B4-BE49-F238E27FC236}">
                <a16:creationId xmlns:a16="http://schemas.microsoft.com/office/drawing/2014/main" id="{139518C9-FF09-4C0F-9D93-8B14A7C4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23" name="footer-17">
            <a:extLst xmlns:a="http://schemas.openxmlformats.org/drawingml/2006/main">
              <a:ext uri="{FF2B5EF4-FFF2-40B4-BE49-F238E27FC236}">
                <a16:creationId xmlns:a16="http://schemas.microsoft.com/office/drawing/2014/main" id="{658800CE-1959-44ED-BE9C-1DD74DDD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50291086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8">
            <a:extLst xmlns:a="http://schemas.openxmlformats.org/drawingml/2006/main">
              <a:ext uri="{FF2B5EF4-FFF2-40B4-BE49-F238E27FC236}">
                <a16:creationId xmlns:a16="http://schemas.microsoft.com/office/drawing/2014/main" id="{24592988-021B-4DEB-848F-AF32587B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IBAN Codes</a:t>
            </a:r>
          </a:p>
        </p:txBody>
      </p:sp>
      <p:sp>
        <p:nvSpPr>
          <p:cNvPr id="2" name="counter-18">
            <a:extLst xmlns:a="http://schemas.openxmlformats.org/drawingml/2006/main">
              <a:ext uri="{FF2B5EF4-FFF2-40B4-BE49-F238E27FC236}">
                <a16:creationId xmlns:a16="http://schemas.microsoft.com/office/drawing/2014/main" id="{BA002330-50EE-43C4-8654-A0AB7DF6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86-90 of 150</a:t>
            </a:r>
          </a:p>
        </p:txBody>
      </p:sp>
      <p:sp>
        <p:nvSpPr>
          <p:cNvPr id="3" name="record-panel-18-1">
            <a:extLst xmlns:a="http://schemas.openxmlformats.org/drawingml/2006/main">
              <a:ext uri="{FF2B5EF4-FFF2-40B4-BE49-F238E27FC236}">
                <a16:creationId xmlns:a16="http://schemas.microsoft.com/office/drawing/2014/main" id="{7FDA0D63-52EA-47DA-A46E-4E94274E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8-1">
            <a:extLst xmlns:a="http://schemas.openxmlformats.org/drawingml/2006/main">
              <a:ext uri="{FF2B5EF4-FFF2-40B4-BE49-F238E27FC236}">
                <a16:creationId xmlns:a16="http://schemas.microsoft.com/office/drawing/2014/main" id="{2251AF4A-C6EA-4F20-B830-C9B42563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TEST-086  |  Italian International Bank Account Number (IBAN): IT32 X054 2811 1011 0000 0000 086</a:t>
            </a:r>
          </a:p>
        </p:txBody>
      </p:sp>
      <p:sp>
        <p:nvSpPr>
          <p:cNvPr id="5" name="record-person-18-1">
            <a:extLst xmlns:a="http://schemas.openxmlformats.org/drawingml/2006/main">
              <a:ext uri="{FF2B5EF4-FFF2-40B4-BE49-F238E27FC236}">
                <a16:creationId xmlns:a16="http://schemas.microsoft.com/office/drawing/2014/main" id="{3E39DF11-766A-4C32-BF03-6510D4F7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Alice Francesco Esposito  |  Physical Address: Viale Pino Serena 9654, 20121 Milano, Italia</a:t>
            </a:r>
          </a:p>
        </p:txBody>
      </p:sp>
      <p:sp>
        <p:nvSpPr>
          <p:cNvPr id="6" name="record-evidence-18-1">
            <a:extLst xmlns:a="http://schemas.openxmlformats.org/drawingml/2006/main">
              <a:ext uri="{FF2B5EF4-FFF2-40B4-BE49-F238E27FC236}">
                <a16:creationId xmlns:a16="http://schemas.microsoft.com/office/drawing/2014/main" id="{D73C1A0F-AD58-412C-9B55-FF22EE6F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7" name="record-panel-18-2">
            <a:extLst xmlns:a="http://schemas.openxmlformats.org/drawingml/2006/main">
              <a:ext uri="{FF2B5EF4-FFF2-40B4-BE49-F238E27FC236}">
                <a16:creationId xmlns:a16="http://schemas.microsoft.com/office/drawing/2014/main" id="{CE1590ED-CA60-4177-829B-57F7306F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8-2">
            <a:extLst xmlns:a="http://schemas.openxmlformats.org/drawingml/2006/main">
              <a:ext uri="{FF2B5EF4-FFF2-40B4-BE49-F238E27FC236}">
                <a16:creationId xmlns:a16="http://schemas.microsoft.com/office/drawing/2014/main" id="{30D20349-700C-4308-A05F-C5D7D938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TEST-087  |  Italian International Bank Account Number (IBAN): IT05 X054 2811 1011 0000 0000 087</a:t>
            </a:r>
          </a:p>
        </p:txBody>
      </p:sp>
      <p:sp>
        <p:nvSpPr>
          <p:cNvPr id="9" name="record-person-18-2">
            <a:extLst xmlns:a="http://schemas.openxmlformats.org/drawingml/2006/main">
              <a:ext uri="{FF2B5EF4-FFF2-40B4-BE49-F238E27FC236}">
                <a16:creationId xmlns:a16="http://schemas.microsoft.com/office/drawing/2014/main" id="{1CA16373-EA2C-4445-80DF-A11D85D6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Lorenzo Davide Giordano  |  Physical Address: Viale Quercia Serena 9691, 37121 Verona, Italia</a:t>
            </a:r>
          </a:p>
        </p:txBody>
      </p:sp>
      <p:sp>
        <p:nvSpPr>
          <p:cNvPr id="10" name="record-evidence-18-2">
            <a:extLst xmlns:a="http://schemas.openxmlformats.org/drawingml/2006/main">
              <a:ext uri="{FF2B5EF4-FFF2-40B4-BE49-F238E27FC236}">
                <a16:creationId xmlns:a16="http://schemas.microsoft.com/office/drawing/2014/main" id="{36C9B39E-288D-4E8E-A1A7-08750B2B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1" name="record-panel-18-3">
            <a:extLst xmlns:a="http://schemas.openxmlformats.org/drawingml/2006/main">
              <a:ext uri="{FF2B5EF4-FFF2-40B4-BE49-F238E27FC236}">
                <a16:creationId xmlns:a16="http://schemas.microsoft.com/office/drawing/2014/main" id="{FE979813-9EB3-40E0-B63D-94AA6D4F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8-3">
            <a:extLst xmlns:a="http://schemas.openxmlformats.org/drawingml/2006/main">
              <a:ext uri="{FF2B5EF4-FFF2-40B4-BE49-F238E27FC236}">
                <a16:creationId xmlns:a16="http://schemas.microsoft.com/office/drawing/2014/main" id="{2B0A286A-34FB-4EF1-B70C-BC5F823C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TEST-088  |  Italian International Bank Account Number (IBAN): IT75 X054 2811 1011 0000 0000 088</a:t>
            </a:r>
          </a:p>
        </p:txBody>
      </p:sp>
      <p:sp>
        <p:nvSpPr>
          <p:cNvPr id="13" name="record-person-18-3">
            <a:extLst xmlns:a="http://schemas.openxmlformats.org/drawingml/2006/main">
              <a:ext uri="{FF2B5EF4-FFF2-40B4-BE49-F238E27FC236}">
                <a16:creationId xmlns:a16="http://schemas.microsoft.com/office/drawing/2014/main" id="{85939D91-2708-4544-A6FB-98592B4A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Aurora Riccardo Colombo  |  Physical Address: Viale Rosa Serena 9728, 40121 Bologna, Italia</a:t>
            </a:r>
          </a:p>
        </p:txBody>
      </p:sp>
      <p:sp>
        <p:nvSpPr>
          <p:cNvPr id="14" name="record-evidence-18-3">
            <a:extLst xmlns:a="http://schemas.openxmlformats.org/drawingml/2006/main">
              <a:ext uri="{FF2B5EF4-FFF2-40B4-BE49-F238E27FC236}">
                <a16:creationId xmlns:a16="http://schemas.microsoft.com/office/drawing/2014/main" id="{6FBD3330-55E4-4CCA-9A5D-F2AE3E39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5" name="record-panel-18-4">
            <a:extLst xmlns:a="http://schemas.openxmlformats.org/drawingml/2006/main">
              <a:ext uri="{FF2B5EF4-FFF2-40B4-BE49-F238E27FC236}">
                <a16:creationId xmlns:a16="http://schemas.microsoft.com/office/drawing/2014/main" id="{D4BFF2AC-6159-4165-B7B4-E1002947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8-4">
            <a:extLst xmlns:a="http://schemas.openxmlformats.org/drawingml/2006/main">
              <a:ext uri="{FF2B5EF4-FFF2-40B4-BE49-F238E27FC236}">
                <a16:creationId xmlns:a16="http://schemas.microsoft.com/office/drawing/2014/main" id="{9B1967AB-2FC7-45F2-9708-49F7CEC8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TEST-089  |  Italian International Bank Account Number (IBAN): IT48 X054 2811 1011 0000 0000 089</a:t>
            </a:r>
          </a:p>
        </p:txBody>
      </p:sp>
      <p:sp>
        <p:nvSpPr>
          <p:cNvPr id="17" name="record-person-18-4">
            <a:extLst xmlns:a="http://schemas.openxmlformats.org/drawingml/2006/main">
              <a:ext uri="{FF2B5EF4-FFF2-40B4-BE49-F238E27FC236}">
                <a16:creationId xmlns:a16="http://schemas.microsoft.com/office/drawing/2014/main" id="{14174662-C0E1-493E-9971-6FC338FB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Francesco Andrea Barbieri  |  Physical Address: Viale Tiglio Serena 9765, 35121 Padova, Italia</a:t>
            </a:r>
          </a:p>
        </p:txBody>
      </p:sp>
      <p:sp>
        <p:nvSpPr>
          <p:cNvPr id="18" name="record-evidence-18-4">
            <a:extLst xmlns:a="http://schemas.openxmlformats.org/drawingml/2006/main">
              <a:ext uri="{FF2B5EF4-FFF2-40B4-BE49-F238E27FC236}">
                <a16:creationId xmlns:a16="http://schemas.microsoft.com/office/drawing/2014/main" id="{C629D02B-87BF-42D9-8AB0-0B81A702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9" name="record-panel-18-5">
            <a:extLst xmlns:a="http://schemas.openxmlformats.org/drawingml/2006/main">
              <a:ext uri="{FF2B5EF4-FFF2-40B4-BE49-F238E27FC236}">
                <a16:creationId xmlns:a16="http://schemas.microsoft.com/office/drawing/2014/main" id="{01F93D42-DFAC-4A5F-AFC3-009FB6B6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8-5">
            <a:extLst xmlns:a="http://schemas.openxmlformats.org/drawingml/2006/main">
              <a:ext uri="{FF2B5EF4-FFF2-40B4-BE49-F238E27FC236}">
                <a16:creationId xmlns:a16="http://schemas.microsoft.com/office/drawing/2014/main" id="{29F5CB2D-9409-42BC-BEE3-AB95246E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TEST-090  |  Italian International Bank Account Number (IBAN): IT21 X054 2811 1011 0000 0000 090</a:t>
            </a:r>
          </a:p>
        </p:txBody>
      </p:sp>
      <p:sp>
        <p:nvSpPr>
          <p:cNvPr id="21" name="record-person-18-5">
            <a:extLst xmlns:a="http://schemas.openxmlformats.org/drawingml/2006/main">
              <a:ext uri="{FF2B5EF4-FFF2-40B4-BE49-F238E27FC236}">
                <a16:creationId xmlns:a16="http://schemas.microsoft.com/office/drawing/2014/main" id="{67501D03-BBE9-4360-9274-9EB2E48E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Sofia Francesco Bruno  |  Physical Address: Viale Ulivo Serena 9802, 80133 Napoli, Italia</a:t>
            </a:r>
          </a:p>
        </p:txBody>
      </p:sp>
      <p:sp>
        <p:nvSpPr>
          <p:cNvPr id="22" name="record-evidence-18-5">
            <a:extLst xmlns:a="http://schemas.openxmlformats.org/drawingml/2006/main">
              <a:ext uri="{FF2B5EF4-FFF2-40B4-BE49-F238E27FC236}">
                <a16:creationId xmlns:a16="http://schemas.microsoft.com/office/drawing/2014/main" id="{C70270B0-A3DA-4FF3-8173-8B1391E4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23" name="footer-18">
            <a:extLst xmlns:a="http://schemas.openxmlformats.org/drawingml/2006/main">
              <a:ext uri="{FF2B5EF4-FFF2-40B4-BE49-F238E27FC236}">
                <a16:creationId xmlns:a16="http://schemas.microsoft.com/office/drawing/2014/main" id="{DC294C15-2EBB-456F-8AC4-401ED2D5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85548872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9">
            <a:extLst xmlns:a="http://schemas.openxmlformats.org/drawingml/2006/main">
              <a:ext uri="{FF2B5EF4-FFF2-40B4-BE49-F238E27FC236}">
                <a16:creationId xmlns:a16="http://schemas.microsoft.com/office/drawing/2014/main" id="{914ED6C8-61EE-4F4A-9B7C-3D3A29EA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IBAN Codes</a:t>
            </a:r>
          </a:p>
        </p:txBody>
      </p:sp>
      <p:sp>
        <p:nvSpPr>
          <p:cNvPr id="2" name="counter-19">
            <a:extLst xmlns:a="http://schemas.openxmlformats.org/drawingml/2006/main">
              <a:ext uri="{FF2B5EF4-FFF2-40B4-BE49-F238E27FC236}">
                <a16:creationId xmlns:a16="http://schemas.microsoft.com/office/drawing/2014/main" id="{AEFA1599-643F-4D02-B447-9EFE489D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91-95 of 150</a:t>
            </a:r>
          </a:p>
        </p:txBody>
      </p:sp>
      <p:sp>
        <p:nvSpPr>
          <p:cNvPr id="3" name="record-panel-19-1">
            <a:extLst xmlns:a="http://schemas.openxmlformats.org/drawingml/2006/main">
              <a:ext uri="{FF2B5EF4-FFF2-40B4-BE49-F238E27FC236}">
                <a16:creationId xmlns:a16="http://schemas.microsoft.com/office/drawing/2014/main" id="{68FF6B90-6C75-492D-8650-93A19AE9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9-1">
            <a:extLst xmlns:a="http://schemas.openxmlformats.org/drawingml/2006/main">
              <a:ext uri="{FF2B5EF4-FFF2-40B4-BE49-F238E27FC236}">
                <a16:creationId xmlns:a16="http://schemas.microsoft.com/office/drawing/2014/main" id="{B932EC7E-9192-44E6-95C6-F806E9AD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TEST-091  |  Italian International Bank Account Number (IBAN): IT91 X054 2811 1011 0000 0000 091</a:t>
            </a:r>
          </a:p>
        </p:txBody>
      </p:sp>
      <p:sp>
        <p:nvSpPr>
          <p:cNvPr id="5" name="record-person-19-1">
            <a:extLst xmlns:a="http://schemas.openxmlformats.org/drawingml/2006/main">
              <a:ext uri="{FF2B5EF4-FFF2-40B4-BE49-F238E27FC236}">
                <a16:creationId xmlns:a16="http://schemas.microsoft.com/office/drawing/2014/main" id="{DDF6007B-C0BC-49B8-8EE4-D7363DA1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Leonardo Davide Mariani  |  Physical Address: Viale Acero Verde 9839, 00184 Roma, Italia</a:t>
            </a:r>
          </a:p>
        </p:txBody>
      </p:sp>
      <p:sp>
        <p:nvSpPr>
          <p:cNvPr id="6" name="record-evidence-19-1">
            <a:extLst xmlns:a="http://schemas.openxmlformats.org/drawingml/2006/main">
              <a:ext uri="{FF2B5EF4-FFF2-40B4-BE49-F238E27FC236}">
                <a16:creationId xmlns:a16="http://schemas.microsoft.com/office/drawing/2014/main" id="{CFA94543-58C7-4DC5-80DA-DF854626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7" name="record-panel-19-2">
            <a:extLst xmlns:a="http://schemas.openxmlformats.org/drawingml/2006/main">
              <a:ext uri="{FF2B5EF4-FFF2-40B4-BE49-F238E27FC236}">
                <a16:creationId xmlns:a16="http://schemas.microsoft.com/office/drawing/2014/main" id="{A47DAB48-AE0F-48D7-8E9D-1C565FD9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9-2">
            <a:extLst xmlns:a="http://schemas.openxmlformats.org/drawingml/2006/main">
              <a:ext uri="{FF2B5EF4-FFF2-40B4-BE49-F238E27FC236}">
                <a16:creationId xmlns:a16="http://schemas.microsoft.com/office/drawing/2014/main" id="{C4B02F35-E08C-4455-A0BE-5B43B54D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TEST-092  |  Italian International Bank Account Number (IBAN): IT64 X054 2811 1011 0000 0000 092</a:t>
            </a:r>
          </a:p>
        </p:txBody>
      </p:sp>
      <p:sp>
        <p:nvSpPr>
          <p:cNvPr id="9" name="record-person-19-2">
            <a:extLst xmlns:a="http://schemas.openxmlformats.org/drawingml/2006/main">
              <a:ext uri="{FF2B5EF4-FFF2-40B4-BE49-F238E27FC236}">
                <a16:creationId xmlns:a16="http://schemas.microsoft.com/office/drawing/2014/main" id="{06F447B7-CA69-42A6-8D22-E8E89FB4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Giulia Riccardo De Luca  |  Physical Address: Viale Alloro Verde 9876, 90133 Palermo, Italia</a:t>
            </a:r>
          </a:p>
        </p:txBody>
      </p:sp>
      <p:sp>
        <p:nvSpPr>
          <p:cNvPr id="10" name="record-evidence-19-2">
            <a:extLst xmlns:a="http://schemas.openxmlformats.org/drawingml/2006/main">
              <a:ext uri="{FF2B5EF4-FFF2-40B4-BE49-F238E27FC236}">
                <a16:creationId xmlns:a16="http://schemas.microsoft.com/office/drawing/2014/main" id="{CD372F5C-6463-4E16-BBFE-6AC67C2C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1" name="record-panel-19-3">
            <a:extLst xmlns:a="http://schemas.openxmlformats.org/drawingml/2006/main">
              <a:ext uri="{FF2B5EF4-FFF2-40B4-BE49-F238E27FC236}">
                <a16:creationId xmlns:a16="http://schemas.microsoft.com/office/drawing/2014/main" id="{FAB372E4-5B37-4EF9-9BB6-19DB5B04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9-3">
            <a:extLst xmlns:a="http://schemas.openxmlformats.org/drawingml/2006/main">
              <a:ext uri="{FF2B5EF4-FFF2-40B4-BE49-F238E27FC236}">
                <a16:creationId xmlns:a16="http://schemas.microsoft.com/office/drawing/2014/main" id="{D95CCC5B-D4F7-4D2A-83A1-3D07A6FC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TEST-093  |  Italian International Bank Account Number (IBAN): IT37 X054 2811 1011 0000 0000 093</a:t>
            </a:r>
          </a:p>
        </p:txBody>
      </p:sp>
      <p:sp>
        <p:nvSpPr>
          <p:cNvPr id="13" name="record-person-19-3">
            <a:extLst xmlns:a="http://schemas.openxmlformats.org/drawingml/2006/main">
              <a:ext uri="{FF2B5EF4-FFF2-40B4-BE49-F238E27FC236}">
                <a16:creationId xmlns:a16="http://schemas.microsoft.com/office/drawing/2014/main" id="{C27BF0EB-58CC-424F-A6A3-288C8951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Stefano Ginevra Esposito  |  Physical Address: Viale Castagno Verde 33, 10121 Torino, Italia</a:t>
            </a:r>
          </a:p>
        </p:txBody>
      </p:sp>
      <p:sp>
        <p:nvSpPr>
          <p:cNvPr id="14" name="record-evidence-19-3">
            <a:extLst xmlns:a="http://schemas.openxmlformats.org/drawingml/2006/main">
              <a:ext uri="{FF2B5EF4-FFF2-40B4-BE49-F238E27FC236}">
                <a16:creationId xmlns:a16="http://schemas.microsoft.com/office/drawing/2014/main" id="{65CF6A5B-2E5C-4205-B856-9BA1232C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5" name="record-panel-19-4">
            <a:extLst xmlns:a="http://schemas.openxmlformats.org/drawingml/2006/main">
              <a:ext uri="{FF2B5EF4-FFF2-40B4-BE49-F238E27FC236}">
                <a16:creationId xmlns:a16="http://schemas.microsoft.com/office/drawing/2014/main" id="{FD4C4534-13D2-4F7C-B2B8-2635CB78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9-4">
            <a:extLst xmlns:a="http://schemas.openxmlformats.org/drawingml/2006/main">
              <a:ext uri="{FF2B5EF4-FFF2-40B4-BE49-F238E27FC236}">
                <a16:creationId xmlns:a16="http://schemas.microsoft.com/office/drawing/2014/main" id="{E37C52B7-85A3-4110-9D01-14D7FCF7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TEST-094  |  Italian International Bank Account Number (IBAN): IT10 X054 2811 1011 0000 0000 094</a:t>
            </a:r>
          </a:p>
        </p:txBody>
      </p:sp>
      <p:sp>
        <p:nvSpPr>
          <p:cNvPr id="17" name="record-person-19-4">
            <a:extLst xmlns:a="http://schemas.openxmlformats.org/drawingml/2006/main">
              <a:ext uri="{FF2B5EF4-FFF2-40B4-BE49-F238E27FC236}">
                <a16:creationId xmlns:a16="http://schemas.microsoft.com/office/drawing/2014/main" id="{9E5E5715-E387-4285-A7A7-771D1288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Ilaria Sofia Rizzo  |  Physical Address: Viale Cedro Verde 70, 70121 Bari, Italia</a:t>
            </a:r>
          </a:p>
        </p:txBody>
      </p:sp>
      <p:sp>
        <p:nvSpPr>
          <p:cNvPr id="18" name="record-evidence-19-4">
            <a:extLst xmlns:a="http://schemas.openxmlformats.org/drawingml/2006/main">
              <a:ext uri="{FF2B5EF4-FFF2-40B4-BE49-F238E27FC236}">
                <a16:creationId xmlns:a16="http://schemas.microsoft.com/office/drawing/2014/main" id="{EB6A8A22-9FD3-4B01-966A-B7084F6F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9" name="record-panel-19-5">
            <a:extLst xmlns:a="http://schemas.openxmlformats.org/drawingml/2006/main">
              <a:ext uri="{FF2B5EF4-FFF2-40B4-BE49-F238E27FC236}">
                <a16:creationId xmlns:a16="http://schemas.microsoft.com/office/drawing/2014/main" id="{A08D62DA-71BE-48C0-937E-A0619D33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9-5">
            <a:extLst xmlns:a="http://schemas.openxmlformats.org/drawingml/2006/main">
              <a:ext uri="{FF2B5EF4-FFF2-40B4-BE49-F238E27FC236}">
                <a16:creationId xmlns:a16="http://schemas.microsoft.com/office/drawing/2014/main" id="{6EDD96C8-D8F0-43D1-A294-D7E234D9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TEST-095  |  Italian International Bank Account Number (IBAN): IT80 X054 2811 1011 0000 0000 095</a:t>
            </a:r>
          </a:p>
        </p:txBody>
      </p:sp>
      <p:sp>
        <p:nvSpPr>
          <p:cNvPr id="21" name="record-person-19-5">
            <a:extLst xmlns:a="http://schemas.openxmlformats.org/drawingml/2006/main">
              <a:ext uri="{FF2B5EF4-FFF2-40B4-BE49-F238E27FC236}">
                <a16:creationId xmlns:a16="http://schemas.microsoft.com/office/drawing/2014/main" id="{F8836688-F780-4C33-A962-B417433B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Davide Marta Colombo  |  Physical Address: Viale Fontana Verde 107, 50122 Firenze, Italia</a:t>
            </a:r>
          </a:p>
        </p:txBody>
      </p:sp>
      <p:sp>
        <p:nvSpPr>
          <p:cNvPr id="22" name="record-evidence-19-5">
            <a:extLst xmlns:a="http://schemas.openxmlformats.org/drawingml/2006/main">
              <a:ext uri="{FF2B5EF4-FFF2-40B4-BE49-F238E27FC236}">
                <a16:creationId xmlns:a16="http://schemas.microsoft.com/office/drawing/2014/main" id="{8EF73982-5C7A-4CB7-9547-1D3E53F8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23" name="footer-19">
            <a:extLst xmlns:a="http://schemas.openxmlformats.org/drawingml/2006/main">
              <a:ext uri="{FF2B5EF4-FFF2-40B4-BE49-F238E27FC236}">
                <a16:creationId xmlns:a16="http://schemas.microsoft.com/office/drawing/2014/main" id="{E89CB1A5-0590-42B7-A1B4-16A02DD6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01087580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0">
            <a:extLst xmlns:a="http://schemas.openxmlformats.org/drawingml/2006/main">
              <a:ext uri="{FF2B5EF4-FFF2-40B4-BE49-F238E27FC236}">
                <a16:creationId xmlns:a16="http://schemas.microsoft.com/office/drawing/2014/main" id="{2226C326-1DE6-422A-A94A-F749D7BD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IBAN Codes</a:t>
            </a:r>
          </a:p>
        </p:txBody>
      </p:sp>
      <p:sp>
        <p:nvSpPr>
          <p:cNvPr id="2" name="counter-20">
            <a:extLst xmlns:a="http://schemas.openxmlformats.org/drawingml/2006/main">
              <a:ext uri="{FF2B5EF4-FFF2-40B4-BE49-F238E27FC236}">
                <a16:creationId xmlns:a16="http://schemas.microsoft.com/office/drawing/2014/main" id="{065291CC-18DB-4E8F-BD76-9A0D5FC2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96-100 of 150</a:t>
            </a:r>
          </a:p>
        </p:txBody>
      </p:sp>
      <p:sp>
        <p:nvSpPr>
          <p:cNvPr id="3" name="record-panel-20-1">
            <a:extLst xmlns:a="http://schemas.openxmlformats.org/drawingml/2006/main">
              <a:ext uri="{FF2B5EF4-FFF2-40B4-BE49-F238E27FC236}">
                <a16:creationId xmlns:a16="http://schemas.microsoft.com/office/drawing/2014/main" id="{AF727E43-3026-49C5-B7EA-60DA9D43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0-1">
            <a:extLst xmlns:a="http://schemas.openxmlformats.org/drawingml/2006/main">
              <a:ext uri="{FF2B5EF4-FFF2-40B4-BE49-F238E27FC236}">
                <a16:creationId xmlns:a16="http://schemas.microsoft.com/office/drawing/2014/main" id="{46C6B6A7-4EAE-41A3-A8EA-8C12048E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TEST-096  |  Italian International Bank Account Number (IBAN): IT53 X054 2811 1011 0000 0000 096</a:t>
            </a:r>
          </a:p>
        </p:txBody>
      </p:sp>
      <p:sp>
        <p:nvSpPr>
          <p:cNvPr id="5" name="record-person-20-1">
            <a:extLst xmlns:a="http://schemas.openxmlformats.org/drawingml/2006/main">
              <a:ext uri="{FF2B5EF4-FFF2-40B4-BE49-F238E27FC236}">
                <a16:creationId xmlns:a16="http://schemas.microsoft.com/office/drawing/2014/main" id="{0D6FC397-186B-479B-BA0E-03B68AB9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Marta Beatrice Barbieri  |  Physical Address: Viale Gelsomino Verde 144, 43121 Parma, Italia</a:t>
            </a:r>
          </a:p>
        </p:txBody>
      </p:sp>
      <p:sp>
        <p:nvSpPr>
          <p:cNvPr id="6" name="record-evidence-20-1">
            <a:extLst xmlns:a="http://schemas.openxmlformats.org/drawingml/2006/main">
              <a:ext uri="{FF2B5EF4-FFF2-40B4-BE49-F238E27FC236}">
                <a16:creationId xmlns:a16="http://schemas.microsoft.com/office/drawing/2014/main" id="{6226F9C5-6702-4147-B53C-E2AC85D4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7" name="record-panel-20-2">
            <a:extLst xmlns:a="http://schemas.openxmlformats.org/drawingml/2006/main">
              <a:ext uri="{FF2B5EF4-FFF2-40B4-BE49-F238E27FC236}">
                <a16:creationId xmlns:a16="http://schemas.microsoft.com/office/drawing/2014/main" id="{720D2104-B077-47AD-85AB-7B7C6611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0-2">
            <a:extLst xmlns:a="http://schemas.openxmlformats.org/drawingml/2006/main">
              <a:ext uri="{FF2B5EF4-FFF2-40B4-BE49-F238E27FC236}">
                <a16:creationId xmlns:a16="http://schemas.microsoft.com/office/drawing/2014/main" id="{66C4190C-A015-4CE2-B08E-21AC7F03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TEST-097  |  Italian International Bank Account Number (IBAN): IT26 X054 2811 1011 0000 0000 097</a:t>
            </a:r>
          </a:p>
        </p:txBody>
      </p:sp>
      <p:sp>
        <p:nvSpPr>
          <p:cNvPr id="9" name="record-person-20-2">
            <a:extLst xmlns:a="http://schemas.openxmlformats.org/drawingml/2006/main">
              <a:ext uri="{FF2B5EF4-FFF2-40B4-BE49-F238E27FC236}">
                <a16:creationId xmlns:a16="http://schemas.microsoft.com/office/drawing/2014/main" id="{1B785EE8-8F13-47D0-9470-0E9433E5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 Ginevra Bruno  |  Physical Address: Viale Olmo Verde 181, 16121 Genova, Italia</a:t>
            </a:r>
          </a:p>
        </p:txBody>
      </p:sp>
      <p:sp>
        <p:nvSpPr>
          <p:cNvPr id="10" name="record-evidence-20-2">
            <a:extLst xmlns:a="http://schemas.openxmlformats.org/drawingml/2006/main">
              <a:ext uri="{FF2B5EF4-FFF2-40B4-BE49-F238E27FC236}">
                <a16:creationId xmlns:a16="http://schemas.microsoft.com/office/drawing/2014/main" id="{6CD77A89-E21B-494E-8773-BB23FB27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1" name="record-panel-20-3">
            <a:extLst xmlns:a="http://schemas.openxmlformats.org/drawingml/2006/main">
              <a:ext uri="{FF2B5EF4-FFF2-40B4-BE49-F238E27FC236}">
                <a16:creationId xmlns:a16="http://schemas.microsoft.com/office/drawing/2014/main" id="{E118B51E-187A-44A2-B441-460946BC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0-3">
            <a:extLst xmlns:a="http://schemas.openxmlformats.org/drawingml/2006/main">
              <a:ext uri="{FF2B5EF4-FFF2-40B4-BE49-F238E27FC236}">
                <a16:creationId xmlns:a16="http://schemas.microsoft.com/office/drawing/2014/main" id="{D9CDCC96-273A-400B-9807-7832418C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TEST-098  |  Italian International Bank Account Number (IBAN): IT96 X054 2811 1011 0000 0000 098</a:t>
            </a:r>
          </a:p>
        </p:txBody>
      </p:sp>
      <p:sp>
        <p:nvSpPr>
          <p:cNvPr id="13" name="record-person-20-3">
            <a:extLst xmlns:a="http://schemas.openxmlformats.org/drawingml/2006/main">
              <a:ext uri="{FF2B5EF4-FFF2-40B4-BE49-F238E27FC236}">
                <a16:creationId xmlns:a16="http://schemas.microsoft.com/office/drawing/2014/main" id="{8A07E68F-A419-41B2-B5DA-E34574E9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Elisa Sofia Rossi  |  Physical Address: Viale Pino Verde 218, 20121 Milano, Italia</a:t>
            </a:r>
          </a:p>
        </p:txBody>
      </p:sp>
      <p:sp>
        <p:nvSpPr>
          <p:cNvPr id="14" name="record-evidence-20-3">
            <a:extLst xmlns:a="http://schemas.openxmlformats.org/drawingml/2006/main">
              <a:ext uri="{FF2B5EF4-FFF2-40B4-BE49-F238E27FC236}">
                <a16:creationId xmlns:a16="http://schemas.microsoft.com/office/drawing/2014/main" id="{A25947C8-E9B2-4B6F-8E56-DBC22574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5" name="record-panel-20-4">
            <a:extLst xmlns:a="http://schemas.openxmlformats.org/drawingml/2006/main">
              <a:ext uri="{FF2B5EF4-FFF2-40B4-BE49-F238E27FC236}">
                <a16:creationId xmlns:a16="http://schemas.microsoft.com/office/drawing/2014/main" id="{23282679-A654-451D-A85D-650D9D09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0-4">
            <a:extLst xmlns:a="http://schemas.openxmlformats.org/drawingml/2006/main">
              <a:ext uri="{FF2B5EF4-FFF2-40B4-BE49-F238E27FC236}">
                <a16:creationId xmlns:a16="http://schemas.microsoft.com/office/drawing/2014/main" id="{7F63E9D6-DD87-4EA4-B706-B47892B3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TEST-099  |  Italian International Bank Account Number (IBAN): IT69 X054 2811 1011 0000 0000 099</a:t>
            </a:r>
          </a:p>
        </p:txBody>
      </p:sp>
      <p:sp>
        <p:nvSpPr>
          <p:cNvPr id="17" name="record-person-20-4">
            <a:extLst xmlns:a="http://schemas.openxmlformats.org/drawingml/2006/main">
              <a:ext uri="{FF2B5EF4-FFF2-40B4-BE49-F238E27FC236}">
                <a16:creationId xmlns:a16="http://schemas.microsoft.com/office/drawing/2014/main" id="{FA18866A-8258-4B00-86EC-71F909B3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Marco Marta De Luca  |  Physical Address: Viale Quercia Verde 255, 37121 Verona, Italia</a:t>
            </a:r>
          </a:p>
        </p:txBody>
      </p:sp>
      <p:sp>
        <p:nvSpPr>
          <p:cNvPr id="18" name="record-evidence-20-4">
            <a:extLst xmlns:a="http://schemas.openxmlformats.org/drawingml/2006/main">
              <a:ext uri="{FF2B5EF4-FFF2-40B4-BE49-F238E27FC236}">
                <a16:creationId xmlns:a16="http://schemas.microsoft.com/office/drawing/2014/main" id="{B3D5D0D2-5D5B-4CB8-87B9-553BE0E6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9" name="record-panel-20-5">
            <a:extLst xmlns:a="http://schemas.openxmlformats.org/drawingml/2006/main">
              <a:ext uri="{FF2B5EF4-FFF2-40B4-BE49-F238E27FC236}">
                <a16:creationId xmlns:a16="http://schemas.microsoft.com/office/drawing/2014/main" id="{74DC1831-D89A-46EC-8DD6-BBAE87EA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0-5">
            <a:extLst xmlns:a="http://schemas.openxmlformats.org/drawingml/2006/main">
              <a:ext uri="{FF2B5EF4-FFF2-40B4-BE49-F238E27FC236}">
                <a16:creationId xmlns:a16="http://schemas.microsoft.com/office/drawing/2014/main" id="{AADEEADE-728C-4E2C-B199-B2E2C5CD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TEST-100  |  Italian International Bank Account Number (IBAN): IT42 X054 2811 1011 0000 0000 100</a:t>
            </a:r>
          </a:p>
        </p:txBody>
      </p:sp>
      <p:sp>
        <p:nvSpPr>
          <p:cNvPr id="21" name="record-person-20-5">
            <a:extLst xmlns:a="http://schemas.openxmlformats.org/drawingml/2006/main">
              <a:ext uri="{FF2B5EF4-FFF2-40B4-BE49-F238E27FC236}">
                <a16:creationId xmlns:a16="http://schemas.microsoft.com/office/drawing/2014/main" id="{7284754C-9C88-4E47-A65E-A155B819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Chiara Beatrice Esposito  |  Physical Address: Viale Rosa Verde 292, 40121 Bologna, Italia</a:t>
            </a:r>
          </a:p>
        </p:txBody>
      </p:sp>
      <p:sp>
        <p:nvSpPr>
          <p:cNvPr id="22" name="record-evidence-20-5">
            <a:extLst xmlns:a="http://schemas.openxmlformats.org/drawingml/2006/main">
              <a:ext uri="{FF2B5EF4-FFF2-40B4-BE49-F238E27FC236}">
                <a16:creationId xmlns:a16="http://schemas.microsoft.com/office/drawing/2014/main" id="{3A4E97BB-207B-4A20-BA6A-ABC33205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23" name="footer-20">
            <a:extLst xmlns:a="http://schemas.openxmlformats.org/drawingml/2006/main">
              <a:ext uri="{FF2B5EF4-FFF2-40B4-BE49-F238E27FC236}">
                <a16:creationId xmlns:a16="http://schemas.microsoft.com/office/drawing/2014/main" id="{A6B67858-1741-48F3-8828-13F96A7C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18479466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1">
            <a:extLst xmlns:a="http://schemas.openxmlformats.org/drawingml/2006/main">
              <a:ext uri="{FF2B5EF4-FFF2-40B4-BE49-F238E27FC236}">
                <a16:creationId xmlns:a16="http://schemas.microsoft.com/office/drawing/2014/main" id="{679797DD-19D0-4E43-AD88-895BBA7D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IBAN Codes</a:t>
            </a:r>
          </a:p>
        </p:txBody>
      </p:sp>
      <p:sp>
        <p:nvSpPr>
          <p:cNvPr id="2" name="counter-21">
            <a:extLst xmlns:a="http://schemas.openxmlformats.org/drawingml/2006/main">
              <a:ext uri="{FF2B5EF4-FFF2-40B4-BE49-F238E27FC236}">
                <a16:creationId xmlns:a16="http://schemas.microsoft.com/office/drawing/2014/main" id="{69179711-2660-42F2-A8A8-B4181472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101-105 of 150</a:t>
            </a:r>
          </a:p>
        </p:txBody>
      </p:sp>
      <p:sp>
        <p:nvSpPr>
          <p:cNvPr id="3" name="record-panel-21-1">
            <a:extLst xmlns:a="http://schemas.openxmlformats.org/drawingml/2006/main">
              <a:ext uri="{FF2B5EF4-FFF2-40B4-BE49-F238E27FC236}">
                <a16:creationId xmlns:a16="http://schemas.microsoft.com/office/drawing/2014/main" id="{C9274608-CBEE-49E1-A05D-EDCF271E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1-1">
            <a:extLst xmlns:a="http://schemas.openxmlformats.org/drawingml/2006/main">
              <a:ext uri="{FF2B5EF4-FFF2-40B4-BE49-F238E27FC236}">
                <a16:creationId xmlns:a16="http://schemas.microsoft.com/office/drawing/2014/main" id="{F9A6D1BD-2610-42D1-84D4-7E5EC072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TEST-101  |  Italian International Bank Account Number (IBAN): IT15 X054 2811 1011 0000 0000 101</a:t>
            </a:r>
          </a:p>
        </p:txBody>
      </p:sp>
      <p:sp>
        <p:nvSpPr>
          <p:cNvPr id="5" name="record-person-21-1">
            <a:extLst xmlns:a="http://schemas.openxmlformats.org/drawingml/2006/main">
              <a:ext uri="{FF2B5EF4-FFF2-40B4-BE49-F238E27FC236}">
                <a16:creationId xmlns:a16="http://schemas.microsoft.com/office/drawing/2014/main" id="{8A521A49-7878-4244-817E-F89CAF0C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Riccardo Ginevra Rizzo  |  Physical Address: Viale Tiglio Verde 329, 35121 Padova, Italia</a:t>
            </a:r>
          </a:p>
        </p:txBody>
      </p:sp>
      <p:sp>
        <p:nvSpPr>
          <p:cNvPr id="6" name="record-evidence-21-1">
            <a:extLst xmlns:a="http://schemas.openxmlformats.org/drawingml/2006/main">
              <a:ext uri="{FF2B5EF4-FFF2-40B4-BE49-F238E27FC236}">
                <a16:creationId xmlns:a16="http://schemas.microsoft.com/office/drawing/2014/main" id="{37F9396D-0F41-44F3-B6A1-D07AF58B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7" name="record-panel-21-2">
            <a:extLst xmlns:a="http://schemas.openxmlformats.org/drawingml/2006/main">
              <a:ext uri="{FF2B5EF4-FFF2-40B4-BE49-F238E27FC236}">
                <a16:creationId xmlns:a16="http://schemas.microsoft.com/office/drawing/2014/main" id="{0ACB492F-6DE9-462B-A17B-3CFBA667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1-2">
            <a:extLst xmlns:a="http://schemas.openxmlformats.org/drawingml/2006/main">
              <a:ext uri="{FF2B5EF4-FFF2-40B4-BE49-F238E27FC236}">
                <a16:creationId xmlns:a16="http://schemas.microsoft.com/office/drawing/2014/main" id="{CD25CDDB-A1B6-4317-AAD8-D76B5736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TEST-102  |  Italian International Bank Account Number (IBAN): IT85 X054 2811 1011 0000 0000 102</a:t>
            </a:r>
          </a:p>
        </p:txBody>
      </p:sp>
      <p:sp>
        <p:nvSpPr>
          <p:cNvPr id="9" name="record-person-21-2">
            <a:extLst xmlns:a="http://schemas.openxmlformats.org/drawingml/2006/main">
              <a:ext uri="{FF2B5EF4-FFF2-40B4-BE49-F238E27FC236}">
                <a16:creationId xmlns:a16="http://schemas.microsoft.com/office/drawing/2014/main" id="{FB0C8C3F-DF89-4B4D-A28D-585A1FD3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Beatrice Sofia Ricci  |  Physical Address: Viale Ulivo Verde 366, 80133 Napoli, Italia</a:t>
            </a:r>
          </a:p>
        </p:txBody>
      </p:sp>
      <p:sp>
        <p:nvSpPr>
          <p:cNvPr id="10" name="record-evidence-21-2">
            <a:extLst xmlns:a="http://schemas.openxmlformats.org/drawingml/2006/main">
              <a:ext uri="{FF2B5EF4-FFF2-40B4-BE49-F238E27FC236}">
                <a16:creationId xmlns:a16="http://schemas.microsoft.com/office/drawing/2014/main" id="{0318E7F9-75B9-4ED6-9BA2-382C5223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1" name="record-panel-21-3">
            <a:extLst xmlns:a="http://schemas.openxmlformats.org/drawingml/2006/main">
              <a:ext uri="{FF2B5EF4-FFF2-40B4-BE49-F238E27FC236}">
                <a16:creationId xmlns:a16="http://schemas.microsoft.com/office/drawing/2014/main" id="{BC23CB75-0319-43A8-A66E-3DC3E405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1-3">
            <a:extLst xmlns:a="http://schemas.openxmlformats.org/drawingml/2006/main">
              <a:ext uri="{FF2B5EF4-FFF2-40B4-BE49-F238E27FC236}">
                <a16:creationId xmlns:a16="http://schemas.microsoft.com/office/drawing/2014/main" id="{9840E92E-7100-4AEF-8699-95CF0B9D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TEST-103  |  Italian International Bank Account Number (IBAN): IT58 X054 2811 1011 0000 0000 103</a:t>
            </a:r>
          </a:p>
        </p:txBody>
      </p:sp>
      <p:sp>
        <p:nvSpPr>
          <p:cNvPr id="13" name="record-person-21-3">
            <a:extLst xmlns:a="http://schemas.openxmlformats.org/drawingml/2006/main">
              <a:ext uri="{FF2B5EF4-FFF2-40B4-BE49-F238E27FC236}">
                <a16:creationId xmlns:a16="http://schemas.microsoft.com/office/drawing/2014/main" id="{CA560446-299A-436D-A3A0-54020359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Tommaso Marta Barbieri  |  Physical Address: Viale Acero Alta 403, 00184 Roma, Italia</a:t>
            </a:r>
          </a:p>
        </p:txBody>
      </p:sp>
      <p:sp>
        <p:nvSpPr>
          <p:cNvPr id="14" name="record-evidence-21-3">
            <a:extLst xmlns:a="http://schemas.openxmlformats.org/drawingml/2006/main">
              <a:ext uri="{FF2B5EF4-FFF2-40B4-BE49-F238E27FC236}">
                <a16:creationId xmlns:a16="http://schemas.microsoft.com/office/drawing/2014/main" id="{8BFED7AE-C608-4BBB-BCC2-31B07E9A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5" name="record-panel-21-4">
            <a:extLst xmlns:a="http://schemas.openxmlformats.org/drawingml/2006/main">
              <a:ext uri="{FF2B5EF4-FFF2-40B4-BE49-F238E27FC236}">
                <a16:creationId xmlns:a16="http://schemas.microsoft.com/office/drawing/2014/main" id="{B2E8F149-0821-496C-82FD-CA3C36EC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1-4">
            <a:extLst xmlns:a="http://schemas.openxmlformats.org/drawingml/2006/main">
              <a:ext uri="{FF2B5EF4-FFF2-40B4-BE49-F238E27FC236}">
                <a16:creationId xmlns:a16="http://schemas.microsoft.com/office/drawing/2014/main" id="{D0791DA8-B1D4-425F-A38A-8C7C3F05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TEST-104  |  Italian International Bank Account Number (IBAN): IT31 X054 2811 1011 0000 0000 104</a:t>
            </a:r>
          </a:p>
        </p:txBody>
      </p:sp>
      <p:sp>
        <p:nvSpPr>
          <p:cNvPr id="17" name="record-person-21-4">
            <a:extLst xmlns:a="http://schemas.openxmlformats.org/drawingml/2006/main">
              <a:ext uri="{FF2B5EF4-FFF2-40B4-BE49-F238E27FC236}">
                <a16:creationId xmlns:a16="http://schemas.microsoft.com/office/drawing/2014/main" id="{02601E1E-AA54-4034-BFC9-78C77BB3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Greta Beatrice Bruno  |  Physical Address: Viale Alloro Alta 440, 90133 Palermo, Italia</a:t>
            </a:r>
          </a:p>
        </p:txBody>
      </p:sp>
      <p:sp>
        <p:nvSpPr>
          <p:cNvPr id="18" name="record-evidence-21-4">
            <a:extLst xmlns:a="http://schemas.openxmlformats.org/drawingml/2006/main">
              <a:ext uri="{FF2B5EF4-FFF2-40B4-BE49-F238E27FC236}">
                <a16:creationId xmlns:a16="http://schemas.microsoft.com/office/drawing/2014/main" id="{EC03201D-F842-45BE-A5FB-0E8429CF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9" name="record-panel-21-5">
            <a:extLst xmlns:a="http://schemas.openxmlformats.org/drawingml/2006/main">
              <a:ext uri="{FF2B5EF4-FFF2-40B4-BE49-F238E27FC236}">
                <a16:creationId xmlns:a16="http://schemas.microsoft.com/office/drawing/2014/main" id="{09D50E7F-7352-4EC6-8092-162AF053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1-5">
            <a:extLst xmlns:a="http://schemas.openxmlformats.org/drawingml/2006/main">
              <a:ext uri="{FF2B5EF4-FFF2-40B4-BE49-F238E27FC236}">
                <a16:creationId xmlns:a16="http://schemas.microsoft.com/office/drawing/2014/main" id="{DC0E1D73-8572-496D-8987-CAB5D5FC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TEST-105  |  Italian International Bank Account Number (IBAN): IT04 X054 2811 1011 0000 0000 105</a:t>
            </a:r>
          </a:p>
        </p:txBody>
      </p:sp>
      <p:sp>
        <p:nvSpPr>
          <p:cNvPr id="21" name="record-person-21-5">
            <a:extLst xmlns:a="http://schemas.openxmlformats.org/drawingml/2006/main">
              <a:ext uri="{FF2B5EF4-FFF2-40B4-BE49-F238E27FC236}">
                <a16:creationId xmlns:a16="http://schemas.microsoft.com/office/drawing/2014/main" id="{47B5B876-C431-4AEC-B7C0-0A73AE09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Matteo Ginevra Rossi  |  Physical Address: Viale Castagno Alta 477, 10121 Torino, Italia</a:t>
            </a:r>
          </a:p>
        </p:txBody>
      </p:sp>
      <p:sp>
        <p:nvSpPr>
          <p:cNvPr id="22" name="record-evidence-21-5">
            <a:extLst xmlns:a="http://schemas.openxmlformats.org/drawingml/2006/main">
              <a:ext uri="{FF2B5EF4-FFF2-40B4-BE49-F238E27FC236}">
                <a16:creationId xmlns:a16="http://schemas.microsoft.com/office/drawing/2014/main" id="{7EE6AD1D-FA58-4187-BC11-7317896D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23" name="footer-21">
            <a:extLst xmlns:a="http://schemas.openxmlformats.org/drawingml/2006/main">
              <a:ext uri="{FF2B5EF4-FFF2-40B4-BE49-F238E27FC236}">
                <a16:creationId xmlns:a16="http://schemas.microsoft.com/office/drawing/2014/main" id="{ED8A0524-B460-4711-8609-A854325C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68380176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2">
            <a:extLst xmlns:a="http://schemas.openxmlformats.org/drawingml/2006/main">
              <a:ext uri="{FF2B5EF4-FFF2-40B4-BE49-F238E27FC236}">
                <a16:creationId xmlns:a16="http://schemas.microsoft.com/office/drawing/2014/main" id="{187C66B7-4705-4433-ACCF-63D94BF5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IBAN Codes</a:t>
            </a:r>
          </a:p>
        </p:txBody>
      </p:sp>
      <p:sp>
        <p:nvSpPr>
          <p:cNvPr id="2" name="counter-22">
            <a:extLst xmlns:a="http://schemas.openxmlformats.org/drawingml/2006/main">
              <a:ext uri="{FF2B5EF4-FFF2-40B4-BE49-F238E27FC236}">
                <a16:creationId xmlns:a16="http://schemas.microsoft.com/office/drawing/2014/main" id="{E40C12E7-E766-4A17-8E68-31BF0826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106-110 of 150</a:t>
            </a:r>
          </a:p>
        </p:txBody>
      </p:sp>
      <p:sp>
        <p:nvSpPr>
          <p:cNvPr id="3" name="record-panel-22-1">
            <a:extLst xmlns:a="http://schemas.openxmlformats.org/drawingml/2006/main">
              <a:ext uri="{FF2B5EF4-FFF2-40B4-BE49-F238E27FC236}">
                <a16:creationId xmlns:a16="http://schemas.microsoft.com/office/drawing/2014/main" id="{7484674B-74A1-45D5-AB8F-FA6D8055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2-1">
            <a:extLst xmlns:a="http://schemas.openxmlformats.org/drawingml/2006/main">
              <a:ext uri="{FF2B5EF4-FFF2-40B4-BE49-F238E27FC236}">
                <a16:creationId xmlns:a16="http://schemas.microsoft.com/office/drawing/2014/main" id="{A35E4E77-018F-4F72-A161-67029DE9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TEST-106  |  Italian International Bank Account Number (IBAN): IT74 X054 2811 1011 0000 0000 106</a:t>
            </a:r>
          </a:p>
        </p:txBody>
      </p:sp>
      <p:sp>
        <p:nvSpPr>
          <p:cNvPr id="5" name="record-person-22-1">
            <a:extLst xmlns:a="http://schemas.openxmlformats.org/drawingml/2006/main">
              <a:ext uri="{FF2B5EF4-FFF2-40B4-BE49-F238E27FC236}">
                <a16:creationId xmlns:a16="http://schemas.microsoft.com/office/drawing/2014/main" id="{1FDAA3D7-7AC8-4EF7-A62C-DB319577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Sofia Mancini  |  Physical Address: Viale Cedro Alta 514, 70121 Bari, Italia</a:t>
            </a:r>
          </a:p>
        </p:txBody>
      </p:sp>
      <p:sp>
        <p:nvSpPr>
          <p:cNvPr id="6" name="record-evidence-22-1">
            <a:extLst xmlns:a="http://schemas.openxmlformats.org/drawingml/2006/main">
              <a:ext uri="{FF2B5EF4-FFF2-40B4-BE49-F238E27FC236}">
                <a16:creationId xmlns:a16="http://schemas.microsoft.com/office/drawing/2014/main" id="{F59AA354-93A8-4EAE-AAC9-66AFF7BA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7" name="record-panel-22-2">
            <a:extLst xmlns:a="http://schemas.openxmlformats.org/drawingml/2006/main">
              <a:ext uri="{FF2B5EF4-FFF2-40B4-BE49-F238E27FC236}">
                <a16:creationId xmlns:a16="http://schemas.microsoft.com/office/drawing/2014/main" id="{A48AD57B-F084-48B4-8B2A-F77DB28D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2-2">
            <a:extLst xmlns:a="http://schemas.openxmlformats.org/drawingml/2006/main">
              <a:ext uri="{FF2B5EF4-FFF2-40B4-BE49-F238E27FC236}">
                <a16:creationId xmlns:a16="http://schemas.microsoft.com/office/drawing/2014/main" id="{8B22BA98-A326-4264-9E5E-736B3A04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TEST-107  |  Italian International Bank Account Number (IBAN): IT47 X054 2811 1011 0000 0000 107</a:t>
            </a:r>
          </a:p>
        </p:txBody>
      </p:sp>
      <p:sp>
        <p:nvSpPr>
          <p:cNvPr id="9" name="record-person-22-2">
            <a:extLst xmlns:a="http://schemas.openxmlformats.org/drawingml/2006/main">
              <a:ext uri="{FF2B5EF4-FFF2-40B4-BE49-F238E27FC236}">
                <a16:creationId xmlns:a16="http://schemas.microsoft.com/office/drawing/2014/main" id="{582AE665-0CCB-4763-BF45-106A6F32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Andrea Marta Esposito  |  Physical Address: Viale Fontana Alta 551, 50122 Firenze, Italia</a:t>
            </a:r>
          </a:p>
        </p:txBody>
      </p:sp>
      <p:sp>
        <p:nvSpPr>
          <p:cNvPr id="10" name="record-evidence-22-2">
            <a:extLst xmlns:a="http://schemas.openxmlformats.org/drawingml/2006/main">
              <a:ext uri="{FF2B5EF4-FFF2-40B4-BE49-F238E27FC236}">
                <a16:creationId xmlns:a16="http://schemas.microsoft.com/office/drawing/2014/main" id="{5DA9745B-A1F8-4BED-A8F0-346F48B8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1" name="record-panel-22-3">
            <a:extLst xmlns:a="http://schemas.openxmlformats.org/drawingml/2006/main">
              <a:ext uri="{FF2B5EF4-FFF2-40B4-BE49-F238E27FC236}">
                <a16:creationId xmlns:a16="http://schemas.microsoft.com/office/drawing/2014/main" id="{2DBE966E-0AE7-46DB-ADD2-5C40EDF7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2-3">
            <a:extLst xmlns:a="http://schemas.openxmlformats.org/drawingml/2006/main">
              <a:ext uri="{FF2B5EF4-FFF2-40B4-BE49-F238E27FC236}">
                <a16:creationId xmlns:a16="http://schemas.microsoft.com/office/drawing/2014/main" id="{461C435E-C57C-4A53-9D59-44A1E0C1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TEST-108  |  Italian International Bank Account Number (IBAN): IT20 X054 2811 1011 0000 0000 108</a:t>
            </a:r>
          </a:p>
        </p:txBody>
      </p:sp>
      <p:sp>
        <p:nvSpPr>
          <p:cNvPr id="13" name="record-person-22-3">
            <a:extLst xmlns:a="http://schemas.openxmlformats.org/drawingml/2006/main">
              <a:ext uri="{FF2B5EF4-FFF2-40B4-BE49-F238E27FC236}">
                <a16:creationId xmlns:a16="http://schemas.microsoft.com/office/drawing/2014/main" id="{422EC3D0-419A-492A-9A58-55C2F4FC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Ginevra Beatrice Rizzo  |  Physical Address: Viale Gelsomino Alta 588, 43121 Parma, Italia</a:t>
            </a:r>
          </a:p>
        </p:txBody>
      </p:sp>
      <p:sp>
        <p:nvSpPr>
          <p:cNvPr id="14" name="record-evidence-22-3">
            <a:extLst xmlns:a="http://schemas.openxmlformats.org/drawingml/2006/main">
              <a:ext uri="{FF2B5EF4-FFF2-40B4-BE49-F238E27FC236}">
                <a16:creationId xmlns:a16="http://schemas.microsoft.com/office/drawing/2014/main" id="{A3544EDF-1409-4907-B3B7-B954CE78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5" name="record-panel-22-4">
            <a:extLst xmlns:a="http://schemas.openxmlformats.org/drawingml/2006/main">
              <a:ext uri="{FF2B5EF4-FFF2-40B4-BE49-F238E27FC236}">
                <a16:creationId xmlns:a16="http://schemas.microsoft.com/office/drawing/2014/main" id="{EABD46E1-A7AE-4CB2-BD97-32A53593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2-4">
            <a:extLst xmlns:a="http://schemas.openxmlformats.org/drawingml/2006/main">
              <a:ext uri="{FF2B5EF4-FFF2-40B4-BE49-F238E27FC236}">
                <a16:creationId xmlns:a16="http://schemas.microsoft.com/office/drawing/2014/main" id="{CADE5DF3-4304-4882-996E-D33C8813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TEST-109  |  Italian International Bank Account Number (IBAN): IT90 X054 2811 1011 0000 0000 109</a:t>
            </a:r>
          </a:p>
        </p:txBody>
      </p:sp>
      <p:sp>
        <p:nvSpPr>
          <p:cNvPr id="17" name="record-person-22-4">
            <a:extLst xmlns:a="http://schemas.openxmlformats.org/drawingml/2006/main">
              <a:ext uri="{FF2B5EF4-FFF2-40B4-BE49-F238E27FC236}">
                <a16:creationId xmlns:a16="http://schemas.microsoft.com/office/drawing/2014/main" id="{B11B750E-91C3-4684-98AE-C5E9A094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Alessandro Ginevra Ricci  |  Physical Address: Viale Olmo Alta 625, 16121 Genova, Italia</a:t>
            </a:r>
          </a:p>
        </p:txBody>
      </p:sp>
      <p:sp>
        <p:nvSpPr>
          <p:cNvPr id="18" name="record-evidence-22-4">
            <a:extLst xmlns:a="http://schemas.openxmlformats.org/drawingml/2006/main">
              <a:ext uri="{FF2B5EF4-FFF2-40B4-BE49-F238E27FC236}">
                <a16:creationId xmlns:a16="http://schemas.microsoft.com/office/drawing/2014/main" id="{4F20B4AA-E231-4BB3-8069-95F725BB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9" name="record-panel-22-5">
            <a:extLst xmlns:a="http://schemas.openxmlformats.org/drawingml/2006/main">
              <a:ext uri="{FF2B5EF4-FFF2-40B4-BE49-F238E27FC236}">
                <a16:creationId xmlns:a16="http://schemas.microsoft.com/office/drawing/2014/main" id="{9478A930-D8CE-4EC7-847A-7CE13680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2-5">
            <a:extLst xmlns:a="http://schemas.openxmlformats.org/drawingml/2006/main">
              <a:ext uri="{FF2B5EF4-FFF2-40B4-BE49-F238E27FC236}">
                <a16:creationId xmlns:a16="http://schemas.microsoft.com/office/drawing/2014/main" id="{3E72F394-BC0B-48BA-9C65-180C2C76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TEST-110  |  Italian International Bank Account Number (IBAN): IT63 X054 2811 1011 0000 0000 110</a:t>
            </a:r>
          </a:p>
        </p:txBody>
      </p:sp>
      <p:sp>
        <p:nvSpPr>
          <p:cNvPr id="21" name="record-person-22-5">
            <a:extLst xmlns:a="http://schemas.openxmlformats.org/drawingml/2006/main">
              <a:ext uri="{FF2B5EF4-FFF2-40B4-BE49-F238E27FC236}">
                <a16:creationId xmlns:a16="http://schemas.microsoft.com/office/drawing/2014/main" id="{D78A3C6B-D9BB-4860-A9A1-94CBF80F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Alice Sofia Fontana  |  Physical Address: Viale Pino Alta 662, 20121 Milano, Italia</a:t>
            </a:r>
          </a:p>
        </p:txBody>
      </p:sp>
      <p:sp>
        <p:nvSpPr>
          <p:cNvPr id="22" name="record-evidence-22-5">
            <a:extLst xmlns:a="http://schemas.openxmlformats.org/drawingml/2006/main">
              <a:ext uri="{FF2B5EF4-FFF2-40B4-BE49-F238E27FC236}">
                <a16:creationId xmlns:a16="http://schemas.microsoft.com/office/drawing/2014/main" id="{5EF9E984-FC03-4367-A1CC-338D9CDB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23" name="footer-22">
            <a:extLst xmlns:a="http://schemas.openxmlformats.org/drawingml/2006/main">
              <a:ext uri="{FF2B5EF4-FFF2-40B4-BE49-F238E27FC236}">
                <a16:creationId xmlns:a16="http://schemas.microsoft.com/office/drawing/2014/main" id="{A1CC271E-C423-4651-A97E-86B5BD23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68335669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3">
            <a:extLst xmlns:a="http://schemas.openxmlformats.org/drawingml/2006/main">
              <a:ext uri="{FF2B5EF4-FFF2-40B4-BE49-F238E27FC236}">
                <a16:creationId xmlns:a16="http://schemas.microsoft.com/office/drawing/2014/main" id="{8D5C94C7-7F95-40E8-A80C-7C4D3A37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IBAN Codes</a:t>
            </a:r>
          </a:p>
        </p:txBody>
      </p:sp>
      <p:sp>
        <p:nvSpPr>
          <p:cNvPr id="2" name="counter-23">
            <a:extLst xmlns:a="http://schemas.openxmlformats.org/drawingml/2006/main">
              <a:ext uri="{FF2B5EF4-FFF2-40B4-BE49-F238E27FC236}">
                <a16:creationId xmlns:a16="http://schemas.microsoft.com/office/drawing/2014/main" id="{1B2FA537-335B-4DA9-AB3D-33DA378D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111-115 of 150</a:t>
            </a:r>
          </a:p>
        </p:txBody>
      </p:sp>
      <p:sp>
        <p:nvSpPr>
          <p:cNvPr id="3" name="record-panel-23-1">
            <a:extLst xmlns:a="http://schemas.openxmlformats.org/drawingml/2006/main">
              <a:ext uri="{FF2B5EF4-FFF2-40B4-BE49-F238E27FC236}">
                <a16:creationId xmlns:a16="http://schemas.microsoft.com/office/drawing/2014/main" id="{AE083760-E0F3-40F1-8C98-9CDCD5C1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3-1">
            <a:extLst xmlns:a="http://schemas.openxmlformats.org/drawingml/2006/main">
              <a:ext uri="{FF2B5EF4-FFF2-40B4-BE49-F238E27FC236}">
                <a16:creationId xmlns:a16="http://schemas.microsoft.com/office/drawing/2014/main" id="{CBA3F76A-D53D-476D-8B1E-5A48A0EC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TEST-111  |  Italian International Bank Account Number (IBAN): IT36 X054 2811 1011 0000 0000 111</a:t>
            </a:r>
          </a:p>
        </p:txBody>
      </p:sp>
      <p:sp>
        <p:nvSpPr>
          <p:cNvPr id="5" name="record-person-23-1">
            <a:extLst xmlns:a="http://schemas.openxmlformats.org/drawingml/2006/main">
              <a:ext uri="{FF2B5EF4-FFF2-40B4-BE49-F238E27FC236}">
                <a16:creationId xmlns:a16="http://schemas.microsoft.com/office/drawing/2014/main" id="{FA2BF27E-6D43-4E22-B111-DAF7A1B0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Lorenzo Marta Bruno  |  Physical Address: Viale Quercia Alta 699, 37121 Verona, Italia</a:t>
            </a:r>
          </a:p>
        </p:txBody>
      </p:sp>
      <p:sp>
        <p:nvSpPr>
          <p:cNvPr id="6" name="record-evidence-23-1">
            <a:extLst xmlns:a="http://schemas.openxmlformats.org/drawingml/2006/main">
              <a:ext uri="{FF2B5EF4-FFF2-40B4-BE49-F238E27FC236}">
                <a16:creationId xmlns:a16="http://schemas.microsoft.com/office/drawing/2014/main" id="{4C174D8A-47A5-4D8F-A78B-ABD0CC13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7" name="record-panel-23-2">
            <a:extLst xmlns:a="http://schemas.openxmlformats.org/drawingml/2006/main">
              <a:ext uri="{FF2B5EF4-FFF2-40B4-BE49-F238E27FC236}">
                <a16:creationId xmlns:a16="http://schemas.microsoft.com/office/drawing/2014/main" id="{94DA74C9-89D5-4C33-8184-73887C75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3-2">
            <a:extLst xmlns:a="http://schemas.openxmlformats.org/drawingml/2006/main">
              <a:ext uri="{FF2B5EF4-FFF2-40B4-BE49-F238E27FC236}">
                <a16:creationId xmlns:a16="http://schemas.microsoft.com/office/drawing/2014/main" id="{E481E3C2-B154-41D4-854C-67566831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TEST-112  |  Italian International Bank Account Number (IBAN): IT09 X054 2811 1011 0000 0000 112</a:t>
            </a:r>
          </a:p>
        </p:txBody>
      </p:sp>
      <p:sp>
        <p:nvSpPr>
          <p:cNvPr id="9" name="record-person-23-2">
            <a:extLst xmlns:a="http://schemas.openxmlformats.org/drawingml/2006/main">
              <a:ext uri="{FF2B5EF4-FFF2-40B4-BE49-F238E27FC236}">
                <a16:creationId xmlns:a16="http://schemas.microsoft.com/office/drawing/2014/main" id="{A58F066F-3047-45E8-B52D-53C2ABAA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Aurora Beatrice Rossi  |  Physical Address: Viale Rosa Alta 736, 40121 Bologna, Italia</a:t>
            </a:r>
          </a:p>
        </p:txBody>
      </p:sp>
      <p:sp>
        <p:nvSpPr>
          <p:cNvPr id="10" name="record-evidence-23-2">
            <a:extLst xmlns:a="http://schemas.openxmlformats.org/drawingml/2006/main">
              <a:ext uri="{FF2B5EF4-FFF2-40B4-BE49-F238E27FC236}">
                <a16:creationId xmlns:a16="http://schemas.microsoft.com/office/drawing/2014/main" id="{07D0F329-0931-4853-A126-A6C5833C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1" name="record-panel-23-3">
            <a:extLst xmlns:a="http://schemas.openxmlformats.org/drawingml/2006/main">
              <a:ext uri="{FF2B5EF4-FFF2-40B4-BE49-F238E27FC236}">
                <a16:creationId xmlns:a16="http://schemas.microsoft.com/office/drawing/2014/main" id="{8F6AB24B-8DAF-4585-9B5A-3CAAAB36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3-3">
            <a:extLst xmlns:a="http://schemas.openxmlformats.org/drawingml/2006/main">
              <a:ext uri="{FF2B5EF4-FFF2-40B4-BE49-F238E27FC236}">
                <a16:creationId xmlns:a16="http://schemas.microsoft.com/office/drawing/2014/main" id="{CCC3DFEF-57BF-49E4-AB94-36846F1C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TEST-113  |  Italian International Bank Account Number (IBAN): IT79 X054 2811 1011 0000 0000 113</a:t>
            </a:r>
          </a:p>
        </p:txBody>
      </p:sp>
      <p:sp>
        <p:nvSpPr>
          <p:cNvPr id="13" name="record-person-23-3">
            <a:extLst xmlns:a="http://schemas.openxmlformats.org/drawingml/2006/main">
              <a:ext uri="{FF2B5EF4-FFF2-40B4-BE49-F238E27FC236}">
                <a16:creationId xmlns:a16="http://schemas.microsoft.com/office/drawing/2014/main" id="{A9911B21-588E-423A-9FBE-938CA4DD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Francesco Ginevra Mancini  |  Physical Address: Viale Tiglio Alta 773, 35121 Padova, Italia</a:t>
            </a:r>
          </a:p>
        </p:txBody>
      </p:sp>
      <p:sp>
        <p:nvSpPr>
          <p:cNvPr id="14" name="record-evidence-23-3">
            <a:extLst xmlns:a="http://schemas.openxmlformats.org/drawingml/2006/main">
              <a:ext uri="{FF2B5EF4-FFF2-40B4-BE49-F238E27FC236}">
                <a16:creationId xmlns:a16="http://schemas.microsoft.com/office/drawing/2014/main" id="{AC7F6B2A-6DFD-41EB-9B46-02A2AA05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5" name="record-panel-23-4">
            <a:extLst xmlns:a="http://schemas.openxmlformats.org/drawingml/2006/main">
              <a:ext uri="{FF2B5EF4-FFF2-40B4-BE49-F238E27FC236}">
                <a16:creationId xmlns:a16="http://schemas.microsoft.com/office/drawing/2014/main" id="{D2220621-583D-4940-BB1A-D0386101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3-4">
            <a:extLst xmlns:a="http://schemas.openxmlformats.org/drawingml/2006/main">
              <a:ext uri="{FF2B5EF4-FFF2-40B4-BE49-F238E27FC236}">
                <a16:creationId xmlns:a16="http://schemas.microsoft.com/office/drawing/2014/main" id="{C69E7BA5-6EB4-4770-88B0-DA07A77A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TEST-114  |  Italian International Bank Account Number (IBAN): IT52 X054 2811 1011 0000 0000 114</a:t>
            </a:r>
          </a:p>
        </p:txBody>
      </p:sp>
      <p:sp>
        <p:nvSpPr>
          <p:cNvPr id="17" name="record-person-23-4">
            <a:extLst xmlns:a="http://schemas.openxmlformats.org/drawingml/2006/main">
              <a:ext uri="{FF2B5EF4-FFF2-40B4-BE49-F238E27FC236}">
                <a16:creationId xmlns:a16="http://schemas.microsoft.com/office/drawing/2014/main" id="{16C76014-97A9-4A0C-8A53-DB1128FE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Sofia Andrea Bianchi  |  Physical Address: Viale Ulivo Alta 810, 80133 Napoli, Italia</a:t>
            </a:r>
          </a:p>
        </p:txBody>
      </p:sp>
      <p:sp>
        <p:nvSpPr>
          <p:cNvPr id="18" name="record-evidence-23-4">
            <a:extLst xmlns:a="http://schemas.openxmlformats.org/drawingml/2006/main">
              <a:ext uri="{FF2B5EF4-FFF2-40B4-BE49-F238E27FC236}">
                <a16:creationId xmlns:a16="http://schemas.microsoft.com/office/drawing/2014/main" id="{1EF33087-A1B4-4940-8116-F40B5B96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9" name="record-panel-23-5">
            <a:extLst xmlns:a="http://schemas.openxmlformats.org/drawingml/2006/main">
              <a:ext uri="{FF2B5EF4-FFF2-40B4-BE49-F238E27FC236}">
                <a16:creationId xmlns:a16="http://schemas.microsoft.com/office/drawing/2014/main" id="{B51CC95F-A7DD-4581-8064-D3B9C9A6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3-5">
            <a:extLst xmlns:a="http://schemas.openxmlformats.org/drawingml/2006/main">
              <a:ext uri="{FF2B5EF4-FFF2-40B4-BE49-F238E27FC236}">
                <a16:creationId xmlns:a16="http://schemas.microsoft.com/office/drawing/2014/main" id="{895FF777-E420-4FC6-90DC-4D9E15AD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TEST-115  |  Italian International Bank Account Number (IBAN): IT25 X054 2811 1011 0000 0000 115</a:t>
            </a:r>
          </a:p>
        </p:txBody>
      </p:sp>
      <p:sp>
        <p:nvSpPr>
          <p:cNvPr id="21" name="record-person-23-5">
            <a:extLst xmlns:a="http://schemas.openxmlformats.org/drawingml/2006/main">
              <a:ext uri="{FF2B5EF4-FFF2-40B4-BE49-F238E27FC236}">
                <a16:creationId xmlns:a16="http://schemas.microsoft.com/office/drawing/2014/main" id="{D5AA384E-6E4A-4BDE-810F-08A58FF6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Leonardo Marta Rizzo  |  Physical Address: Viale Acero Bassa 847, 00184 Roma, Italia</a:t>
            </a:r>
          </a:p>
        </p:txBody>
      </p:sp>
      <p:sp>
        <p:nvSpPr>
          <p:cNvPr id="22" name="record-evidence-23-5">
            <a:extLst xmlns:a="http://schemas.openxmlformats.org/drawingml/2006/main">
              <a:ext uri="{FF2B5EF4-FFF2-40B4-BE49-F238E27FC236}">
                <a16:creationId xmlns:a16="http://schemas.microsoft.com/office/drawing/2014/main" id="{988BA6C2-EDFE-4CC2-91CA-7A1FAD6B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23" name="footer-23">
            <a:extLst xmlns:a="http://schemas.openxmlformats.org/drawingml/2006/main">
              <a:ext uri="{FF2B5EF4-FFF2-40B4-BE49-F238E27FC236}">
                <a16:creationId xmlns:a16="http://schemas.microsoft.com/office/drawing/2014/main" id="{FFDFDDCC-B3D7-4041-A36C-DBA25423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90226700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4">
            <a:extLst xmlns:a="http://schemas.openxmlformats.org/drawingml/2006/main">
              <a:ext uri="{FF2B5EF4-FFF2-40B4-BE49-F238E27FC236}">
                <a16:creationId xmlns:a16="http://schemas.microsoft.com/office/drawing/2014/main" id="{14393B8E-DD89-4C61-A6D5-A250D88F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IBAN Codes</a:t>
            </a:r>
          </a:p>
        </p:txBody>
      </p:sp>
      <p:sp>
        <p:nvSpPr>
          <p:cNvPr id="2" name="counter-24">
            <a:extLst xmlns:a="http://schemas.openxmlformats.org/drawingml/2006/main">
              <a:ext uri="{FF2B5EF4-FFF2-40B4-BE49-F238E27FC236}">
                <a16:creationId xmlns:a16="http://schemas.microsoft.com/office/drawing/2014/main" id="{663E0070-F420-4D56-8354-C8B81FCA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116-120 of 150</a:t>
            </a:r>
          </a:p>
        </p:txBody>
      </p:sp>
      <p:sp>
        <p:nvSpPr>
          <p:cNvPr id="3" name="record-panel-24-1">
            <a:extLst xmlns:a="http://schemas.openxmlformats.org/drawingml/2006/main">
              <a:ext uri="{FF2B5EF4-FFF2-40B4-BE49-F238E27FC236}">
                <a16:creationId xmlns:a16="http://schemas.microsoft.com/office/drawing/2014/main" id="{D59DAB25-BAE3-46D3-98A3-65DB7A0E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4-1">
            <a:extLst xmlns:a="http://schemas.openxmlformats.org/drawingml/2006/main">
              <a:ext uri="{FF2B5EF4-FFF2-40B4-BE49-F238E27FC236}">
                <a16:creationId xmlns:a16="http://schemas.microsoft.com/office/drawing/2014/main" id="{8B309BA1-C8C1-484F-8A51-9D4A13C4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TEST-116  |  Italian International Bank Account Number (IBAN): IT95 X054 2811 1011 0000 0000 116</a:t>
            </a:r>
          </a:p>
        </p:txBody>
      </p:sp>
      <p:sp>
        <p:nvSpPr>
          <p:cNvPr id="5" name="record-person-24-1">
            <a:extLst xmlns:a="http://schemas.openxmlformats.org/drawingml/2006/main">
              <a:ext uri="{FF2B5EF4-FFF2-40B4-BE49-F238E27FC236}">
                <a16:creationId xmlns:a16="http://schemas.microsoft.com/office/drawing/2014/main" id="{1236BEB3-B6A8-4905-A3C6-D618E421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Giulia Beatrice Ricci  |  Physical Address: Viale Alloro Bassa 884, 90133 Palermo, Italia</a:t>
            </a:r>
          </a:p>
        </p:txBody>
      </p:sp>
      <p:sp>
        <p:nvSpPr>
          <p:cNvPr id="6" name="record-evidence-24-1">
            <a:extLst xmlns:a="http://schemas.openxmlformats.org/drawingml/2006/main">
              <a:ext uri="{FF2B5EF4-FFF2-40B4-BE49-F238E27FC236}">
                <a16:creationId xmlns:a16="http://schemas.microsoft.com/office/drawing/2014/main" id="{7B604CEA-BDAB-4AFB-BD13-6BBCC6FC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7" name="record-panel-24-2">
            <a:extLst xmlns:a="http://schemas.openxmlformats.org/drawingml/2006/main">
              <a:ext uri="{FF2B5EF4-FFF2-40B4-BE49-F238E27FC236}">
                <a16:creationId xmlns:a16="http://schemas.microsoft.com/office/drawing/2014/main" id="{0A20C917-BE18-4A89-81E4-BBF56BC5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4-2">
            <a:extLst xmlns:a="http://schemas.openxmlformats.org/drawingml/2006/main">
              <a:ext uri="{FF2B5EF4-FFF2-40B4-BE49-F238E27FC236}">
                <a16:creationId xmlns:a16="http://schemas.microsoft.com/office/drawing/2014/main" id="{208426A0-1E4E-4D80-901B-CDE614CB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TEST-117  |  Italian International Bank Account Number (IBAN): IT68 X054 2811 1011 0000 0000 117</a:t>
            </a:r>
          </a:p>
        </p:txBody>
      </p:sp>
      <p:sp>
        <p:nvSpPr>
          <p:cNvPr id="9" name="record-person-24-2">
            <a:extLst xmlns:a="http://schemas.openxmlformats.org/drawingml/2006/main">
              <a:ext uri="{FF2B5EF4-FFF2-40B4-BE49-F238E27FC236}">
                <a16:creationId xmlns:a16="http://schemas.microsoft.com/office/drawing/2014/main" id="{C36F1BBB-15FA-4811-9C18-0D8E7535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Stefano Alessandro Fontana  |  Physical Address: Viale Castagno Bassa 921, 10121 Torino, Italia</a:t>
            </a:r>
          </a:p>
        </p:txBody>
      </p:sp>
      <p:sp>
        <p:nvSpPr>
          <p:cNvPr id="10" name="record-evidence-24-2">
            <a:extLst xmlns:a="http://schemas.openxmlformats.org/drawingml/2006/main">
              <a:ext uri="{FF2B5EF4-FFF2-40B4-BE49-F238E27FC236}">
                <a16:creationId xmlns:a16="http://schemas.microsoft.com/office/drawing/2014/main" id="{C7A8DB0D-F043-4A75-9F3C-9A162C62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1" name="record-panel-24-3">
            <a:extLst xmlns:a="http://schemas.openxmlformats.org/drawingml/2006/main">
              <a:ext uri="{FF2B5EF4-FFF2-40B4-BE49-F238E27FC236}">
                <a16:creationId xmlns:a16="http://schemas.microsoft.com/office/drawing/2014/main" id="{470DEE44-3D49-42C8-BD2F-62A2A924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4-3">
            <a:extLst xmlns:a="http://schemas.openxmlformats.org/drawingml/2006/main">
              <a:ext uri="{FF2B5EF4-FFF2-40B4-BE49-F238E27FC236}">
                <a16:creationId xmlns:a16="http://schemas.microsoft.com/office/drawing/2014/main" id="{A073A609-C03B-4338-9B68-884E7C4B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TEST-118  |  Italian International Bank Account Number (IBAN): IT41 X054 2811 1011 0000 0000 118</a:t>
            </a:r>
          </a:p>
        </p:txBody>
      </p:sp>
      <p:sp>
        <p:nvSpPr>
          <p:cNvPr id="13" name="record-person-24-3">
            <a:extLst xmlns:a="http://schemas.openxmlformats.org/drawingml/2006/main">
              <a:ext uri="{FF2B5EF4-FFF2-40B4-BE49-F238E27FC236}">
                <a16:creationId xmlns:a16="http://schemas.microsoft.com/office/drawing/2014/main" id="{D5B277FA-E942-47BA-9E97-E71E47E8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Ilaria Leonardo Gallo  |  Physical Address: Viale Cedro Bassa 958, 70121 Bari, Italia</a:t>
            </a:r>
          </a:p>
        </p:txBody>
      </p:sp>
      <p:sp>
        <p:nvSpPr>
          <p:cNvPr id="14" name="record-evidence-24-3">
            <a:extLst xmlns:a="http://schemas.openxmlformats.org/drawingml/2006/main">
              <a:ext uri="{FF2B5EF4-FFF2-40B4-BE49-F238E27FC236}">
                <a16:creationId xmlns:a16="http://schemas.microsoft.com/office/drawing/2014/main" id="{F9CD820A-1ED7-436B-8DA4-8086CF75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5" name="record-panel-24-4">
            <a:extLst xmlns:a="http://schemas.openxmlformats.org/drawingml/2006/main">
              <a:ext uri="{FF2B5EF4-FFF2-40B4-BE49-F238E27FC236}">
                <a16:creationId xmlns:a16="http://schemas.microsoft.com/office/drawing/2014/main" id="{E3D4FB3C-1290-40C4-B6FB-0ACD0591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4-4">
            <a:extLst xmlns:a="http://schemas.openxmlformats.org/drawingml/2006/main">
              <a:ext uri="{FF2B5EF4-FFF2-40B4-BE49-F238E27FC236}">
                <a16:creationId xmlns:a16="http://schemas.microsoft.com/office/drawing/2014/main" id="{5E5376C5-8F0A-4544-B1AA-57123310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TEST-119  |  Italian International Bank Account Number (IBAN): IT14 X054 2811 1011 0000 0000 119</a:t>
            </a:r>
          </a:p>
        </p:txBody>
      </p:sp>
      <p:sp>
        <p:nvSpPr>
          <p:cNvPr id="17" name="record-person-24-4">
            <a:extLst xmlns:a="http://schemas.openxmlformats.org/drawingml/2006/main">
              <a:ext uri="{FF2B5EF4-FFF2-40B4-BE49-F238E27FC236}">
                <a16:creationId xmlns:a16="http://schemas.microsoft.com/office/drawing/2014/main" id="{5E14A6F0-F414-4283-B3B0-567918CC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Davide Luca Rossi  |  Physical Address: Viale Fontana Bassa 995, 50122 Firenze, Italia</a:t>
            </a:r>
          </a:p>
        </p:txBody>
      </p:sp>
      <p:sp>
        <p:nvSpPr>
          <p:cNvPr id="18" name="record-evidence-24-4">
            <a:extLst xmlns:a="http://schemas.openxmlformats.org/drawingml/2006/main">
              <a:ext uri="{FF2B5EF4-FFF2-40B4-BE49-F238E27FC236}">
                <a16:creationId xmlns:a16="http://schemas.microsoft.com/office/drawing/2014/main" id="{004C3203-AF9D-45F0-8850-EA2F76DE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9" name="record-panel-24-5">
            <a:extLst xmlns:a="http://schemas.openxmlformats.org/drawingml/2006/main">
              <a:ext uri="{FF2B5EF4-FFF2-40B4-BE49-F238E27FC236}">
                <a16:creationId xmlns:a16="http://schemas.microsoft.com/office/drawing/2014/main" id="{77D64802-619F-473A-AB56-C5D164AE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4-5">
            <a:extLst xmlns:a="http://schemas.openxmlformats.org/drawingml/2006/main">
              <a:ext uri="{FF2B5EF4-FFF2-40B4-BE49-F238E27FC236}">
                <a16:creationId xmlns:a16="http://schemas.microsoft.com/office/drawing/2014/main" id="{76493E6F-5244-40D4-8850-FE0B5DFC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TEST-120  |  Italian International Bank Account Number (IBAN): IT84 X054 2811 1011 0000 0000 120</a:t>
            </a:r>
          </a:p>
        </p:txBody>
      </p:sp>
      <p:sp>
        <p:nvSpPr>
          <p:cNvPr id="21" name="record-person-24-5">
            <a:extLst xmlns:a="http://schemas.openxmlformats.org/drawingml/2006/main">
              <a:ext uri="{FF2B5EF4-FFF2-40B4-BE49-F238E27FC236}">
                <a16:creationId xmlns:a16="http://schemas.microsoft.com/office/drawing/2014/main" id="{089622A4-06B1-455F-9A29-315598D2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Marta Tommaso Mancini  |  Physical Address: Viale Gelsomino Bassa 1032, 43121 Parma, Italia</a:t>
            </a:r>
          </a:p>
        </p:txBody>
      </p:sp>
      <p:sp>
        <p:nvSpPr>
          <p:cNvPr id="22" name="record-evidence-24-5">
            <a:extLst xmlns:a="http://schemas.openxmlformats.org/drawingml/2006/main">
              <a:ext uri="{FF2B5EF4-FFF2-40B4-BE49-F238E27FC236}">
                <a16:creationId xmlns:a16="http://schemas.microsoft.com/office/drawing/2014/main" id="{F43E2ECE-AC6D-4372-A7EE-B2401513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23" name="footer-24">
            <a:extLst xmlns:a="http://schemas.openxmlformats.org/drawingml/2006/main">
              <a:ext uri="{FF2B5EF4-FFF2-40B4-BE49-F238E27FC236}">
                <a16:creationId xmlns:a16="http://schemas.microsoft.com/office/drawing/2014/main" id="{17548986-1057-4939-9957-040CB8D0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3760476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5">
            <a:extLst xmlns:a="http://schemas.openxmlformats.org/drawingml/2006/main">
              <a:ext uri="{FF2B5EF4-FFF2-40B4-BE49-F238E27FC236}">
                <a16:creationId xmlns:a16="http://schemas.microsoft.com/office/drawing/2014/main" id="{29241261-131E-4BF1-B435-9F1D3F14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IBAN Codes</a:t>
            </a:r>
          </a:p>
        </p:txBody>
      </p:sp>
      <p:sp>
        <p:nvSpPr>
          <p:cNvPr id="2" name="counter-25">
            <a:extLst xmlns:a="http://schemas.openxmlformats.org/drawingml/2006/main">
              <a:ext uri="{FF2B5EF4-FFF2-40B4-BE49-F238E27FC236}">
                <a16:creationId xmlns:a16="http://schemas.microsoft.com/office/drawing/2014/main" id="{8A8E76E6-A7BE-45F1-B22F-52FEF771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121-125 of 150</a:t>
            </a:r>
          </a:p>
        </p:txBody>
      </p:sp>
      <p:sp>
        <p:nvSpPr>
          <p:cNvPr id="3" name="record-panel-25-1">
            <a:extLst xmlns:a="http://schemas.openxmlformats.org/drawingml/2006/main">
              <a:ext uri="{FF2B5EF4-FFF2-40B4-BE49-F238E27FC236}">
                <a16:creationId xmlns:a16="http://schemas.microsoft.com/office/drawing/2014/main" id="{C7BEC772-BED1-41CF-9934-62B041CB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5-1">
            <a:extLst xmlns:a="http://schemas.openxmlformats.org/drawingml/2006/main">
              <a:ext uri="{FF2B5EF4-FFF2-40B4-BE49-F238E27FC236}">
                <a16:creationId xmlns:a16="http://schemas.microsoft.com/office/drawing/2014/main" id="{32522E57-B983-4D92-AB53-A47A61CF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TEST-121  |  Italian International Bank Account Number (IBAN): IT57 X054 2811 1011 0000 0000 121</a:t>
            </a:r>
          </a:p>
        </p:txBody>
      </p:sp>
      <p:sp>
        <p:nvSpPr>
          <p:cNvPr id="5" name="record-person-25-1">
            <a:extLst xmlns:a="http://schemas.openxmlformats.org/drawingml/2006/main">
              <a:ext uri="{FF2B5EF4-FFF2-40B4-BE49-F238E27FC236}">
                <a16:creationId xmlns:a16="http://schemas.microsoft.com/office/drawing/2014/main" id="{73DE0CDE-0249-42E2-9C25-9F771B01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 Alessandro Bianchi  |  Physical Address: Viale Olmo Bassa 1069, 16121 Genova, Italia</a:t>
            </a:r>
          </a:p>
        </p:txBody>
      </p:sp>
      <p:sp>
        <p:nvSpPr>
          <p:cNvPr id="6" name="record-evidence-25-1">
            <a:extLst xmlns:a="http://schemas.openxmlformats.org/drawingml/2006/main">
              <a:ext uri="{FF2B5EF4-FFF2-40B4-BE49-F238E27FC236}">
                <a16:creationId xmlns:a16="http://schemas.microsoft.com/office/drawing/2014/main" id="{5714D2C3-5CCF-4DD8-B478-354158EB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7" name="record-panel-25-2">
            <a:extLst xmlns:a="http://schemas.openxmlformats.org/drawingml/2006/main">
              <a:ext uri="{FF2B5EF4-FFF2-40B4-BE49-F238E27FC236}">
                <a16:creationId xmlns:a16="http://schemas.microsoft.com/office/drawing/2014/main" id="{BAB49C49-DBF3-4D1C-80F5-8B94AA9B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5-2">
            <a:extLst xmlns:a="http://schemas.openxmlformats.org/drawingml/2006/main">
              <a:ext uri="{FF2B5EF4-FFF2-40B4-BE49-F238E27FC236}">
                <a16:creationId xmlns:a16="http://schemas.microsoft.com/office/drawing/2014/main" id="{9BE64777-302E-46ED-9C47-74F0BC42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TEST-122  |  Italian International Bank Account Number (IBAN): IT30 X054 2811 1011 0000 0000 122</a:t>
            </a:r>
          </a:p>
        </p:txBody>
      </p:sp>
      <p:sp>
        <p:nvSpPr>
          <p:cNvPr id="9" name="record-person-25-2">
            <a:extLst xmlns:a="http://schemas.openxmlformats.org/drawingml/2006/main">
              <a:ext uri="{FF2B5EF4-FFF2-40B4-BE49-F238E27FC236}">
                <a16:creationId xmlns:a16="http://schemas.microsoft.com/office/drawing/2014/main" id="{07462ECB-313F-4AF3-928F-2C888A3F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Elisa Leonardo Lombardi  |  Physical Address: Viale Pino Bassa 1106, 20121 Milano, Italia</a:t>
            </a:r>
          </a:p>
        </p:txBody>
      </p:sp>
      <p:sp>
        <p:nvSpPr>
          <p:cNvPr id="10" name="record-evidence-25-2">
            <a:extLst xmlns:a="http://schemas.openxmlformats.org/drawingml/2006/main">
              <a:ext uri="{FF2B5EF4-FFF2-40B4-BE49-F238E27FC236}">
                <a16:creationId xmlns:a16="http://schemas.microsoft.com/office/drawing/2014/main" id="{2750B51C-533C-4540-8A11-570F62A0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1" name="record-panel-25-3">
            <a:extLst xmlns:a="http://schemas.openxmlformats.org/drawingml/2006/main">
              <a:ext uri="{FF2B5EF4-FFF2-40B4-BE49-F238E27FC236}">
                <a16:creationId xmlns:a16="http://schemas.microsoft.com/office/drawing/2014/main" id="{8126F1CB-3048-428D-B33D-31001D83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5-3">
            <a:extLst xmlns:a="http://schemas.openxmlformats.org/drawingml/2006/main">
              <a:ext uri="{FF2B5EF4-FFF2-40B4-BE49-F238E27FC236}">
                <a16:creationId xmlns:a16="http://schemas.microsoft.com/office/drawing/2014/main" id="{C609C282-9DC1-4B94-B54E-3A6F768A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TEST-123  |  Italian International Bank Account Number (IBAN): IT03 X054 2811 1011 0000 0000 123</a:t>
            </a:r>
          </a:p>
        </p:txBody>
      </p:sp>
      <p:sp>
        <p:nvSpPr>
          <p:cNvPr id="13" name="record-person-25-3">
            <a:extLst xmlns:a="http://schemas.openxmlformats.org/drawingml/2006/main">
              <a:ext uri="{FF2B5EF4-FFF2-40B4-BE49-F238E27FC236}">
                <a16:creationId xmlns:a16="http://schemas.microsoft.com/office/drawing/2014/main" id="{3BD24D13-7B35-40D7-8730-90887491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Marco Luca Ricci  |  Physical Address: Viale Quercia Bassa 1143, 37121 Verona, Italia</a:t>
            </a:r>
          </a:p>
        </p:txBody>
      </p:sp>
      <p:sp>
        <p:nvSpPr>
          <p:cNvPr id="14" name="record-evidence-25-3">
            <a:extLst xmlns:a="http://schemas.openxmlformats.org/drawingml/2006/main">
              <a:ext uri="{FF2B5EF4-FFF2-40B4-BE49-F238E27FC236}">
                <a16:creationId xmlns:a16="http://schemas.microsoft.com/office/drawing/2014/main" id="{7CB3F4D6-2D08-4788-ADFD-243256A4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5" name="record-panel-25-4">
            <a:extLst xmlns:a="http://schemas.openxmlformats.org/drawingml/2006/main">
              <a:ext uri="{FF2B5EF4-FFF2-40B4-BE49-F238E27FC236}">
                <a16:creationId xmlns:a16="http://schemas.microsoft.com/office/drawing/2014/main" id="{11761F49-952B-4EBD-8CF9-F27EE2E3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5-4">
            <a:extLst xmlns:a="http://schemas.openxmlformats.org/drawingml/2006/main">
              <a:ext uri="{FF2B5EF4-FFF2-40B4-BE49-F238E27FC236}">
                <a16:creationId xmlns:a16="http://schemas.microsoft.com/office/drawing/2014/main" id="{A2A0EE64-822C-4838-81DE-2001021B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TEST-124  |  Italian International Bank Account Number (IBAN): IT73 X054 2811 1011 0000 0000 124</a:t>
            </a:r>
          </a:p>
        </p:txBody>
      </p:sp>
      <p:sp>
        <p:nvSpPr>
          <p:cNvPr id="17" name="record-person-25-4">
            <a:extLst xmlns:a="http://schemas.openxmlformats.org/drawingml/2006/main">
              <a:ext uri="{FF2B5EF4-FFF2-40B4-BE49-F238E27FC236}">
                <a16:creationId xmlns:a16="http://schemas.microsoft.com/office/drawing/2014/main" id="{00ABD728-F528-4F41-99E5-1ED14803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Chiara Tommaso Fontana  |  Physical Address: Viale Rosa Bassa 1180, 40121 Bologna, Italia</a:t>
            </a:r>
          </a:p>
        </p:txBody>
      </p:sp>
      <p:sp>
        <p:nvSpPr>
          <p:cNvPr id="18" name="record-evidence-25-4">
            <a:extLst xmlns:a="http://schemas.openxmlformats.org/drawingml/2006/main">
              <a:ext uri="{FF2B5EF4-FFF2-40B4-BE49-F238E27FC236}">
                <a16:creationId xmlns:a16="http://schemas.microsoft.com/office/drawing/2014/main" id="{F613C53C-FF79-420C-8DDF-0EFEC8FF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9" name="record-panel-25-5">
            <a:extLst xmlns:a="http://schemas.openxmlformats.org/drawingml/2006/main">
              <a:ext uri="{FF2B5EF4-FFF2-40B4-BE49-F238E27FC236}">
                <a16:creationId xmlns:a16="http://schemas.microsoft.com/office/drawing/2014/main" id="{7E03EF02-A094-4D87-8975-48DD0EEC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5-5">
            <a:extLst xmlns:a="http://schemas.openxmlformats.org/drawingml/2006/main">
              <a:ext uri="{FF2B5EF4-FFF2-40B4-BE49-F238E27FC236}">
                <a16:creationId xmlns:a16="http://schemas.microsoft.com/office/drawing/2014/main" id="{4FCCDDBC-E7E1-4C2B-A8AC-44FE57B0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TEST-125  |  Italian International Bank Account Number (IBAN): IT46 X054 2811 1011 0000 0000 125</a:t>
            </a:r>
          </a:p>
        </p:txBody>
      </p:sp>
      <p:sp>
        <p:nvSpPr>
          <p:cNvPr id="21" name="record-person-25-5">
            <a:extLst xmlns:a="http://schemas.openxmlformats.org/drawingml/2006/main">
              <a:ext uri="{FF2B5EF4-FFF2-40B4-BE49-F238E27FC236}">
                <a16:creationId xmlns:a16="http://schemas.microsoft.com/office/drawing/2014/main" id="{FD216C88-E253-44C7-AC95-577C8678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Riccardo Alessandro Gallo  |  Physical Address: Viale Tiglio Bassa 1217, 35121 Padova, Italia</a:t>
            </a:r>
          </a:p>
        </p:txBody>
      </p:sp>
      <p:sp>
        <p:nvSpPr>
          <p:cNvPr id="22" name="record-evidence-25-5">
            <a:extLst xmlns:a="http://schemas.openxmlformats.org/drawingml/2006/main">
              <a:ext uri="{FF2B5EF4-FFF2-40B4-BE49-F238E27FC236}">
                <a16:creationId xmlns:a16="http://schemas.microsoft.com/office/drawing/2014/main" id="{22A61B68-E3E3-48D2-B750-DA19895D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23" name="footer-25">
            <a:extLst xmlns:a="http://schemas.openxmlformats.org/drawingml/2006/main">
              <a:ext uri="{FF2B5EF4-FFF2-40B4-BE49-F238E27FC236}">
                <a16:creationId xmlns:a16="http://schemas.microsoft.com/office/drawing/2014/main" id="{924991AE-75CE-4789-A4B8-5E42BCA3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57446913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6">
            <a:extLst xmlns:a="http://schemas.openxmlformats.org/drawingml/2006/main">
              <a:ext uri="{FF2B5EF4-FFF2-40B4-BE49-F238E27FC236}">
                <a16:creationId xmlns:a16="http://schemas.microsoft.com/office/drawing/2014/main" id="{668AE4C0-9B99-4093-A29D-679003E1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IBAN Codes</a:t>
            </a:r>
          </a:p>
        </p:txBody>
      </p:sp>
      <p:sp>
        <p:nvSpPr>
          <p:cNvPr id="2" name="counter-26">
            <a:extLst xmlns:a="http://schemas.openxmlformats.org/drawingml/2006/main">
              <a:ext uri="{FF2B5EF4-FFF2-40B4-BE49-F238E27FC236}">
                <a16:creationId xmlns:a16="http://schemas.microsoft.com/office/drawing/2014/main" id="{F5D6915E-0948-42C9-B060-CE21589C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126-130 of 150</a:t>
            </a:r>
          </a:p>
        </p:txBody>
      </p:sp>
      <p:sp>
        <p:nvSpPr>
          <p:cNvPr id="3" name="record-panel-26-1">
            <a:extLst xmlns:a="http://schemas.openxmlformats.org/drawingml/2006/main">
              <a:ext uri="{FF2B5EF4-FFF2-40B4-BE49-F238E27FC236}">
                <a16:creationId xmlns:a16="http://schemas.microsoft.com/office/drawing/2014/main" id="{B8112031-2ACA-4140-9593-EBE09A1C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6-1">
            <a:extLst xmlns:a="http://schemas.openxmlformats.org/drawingml/2006/main">
              <a:ext uri="{FF2B5EF4-FFF2-40B4-BE49-F238E27FC236}">
                <a16:creationId xmlns:a16="http://schemas.microsoft.com/office/drawing/2014/main" id="{310960E4-9DFC-4CD5-A098-BF20007B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TEST-126  |  Italian International Bank Account Number (IBAN): IT19 X054 2811 1011 0000 0000 126</a:t>
            </a:r>
          </a:p>
        </p:txBody>
      </p:sp>
      <p:sp>
        <p:nvSpPr>
          <p:cNvPr id="5" name="record-person-26-1">
            <a:extLst xmlns:a="http://schemas.openxmlformats.org/drawingml/2006/main">
              <a:ext uri="{FF2B5EF4-FFF2-40B4-BE49-F238E27FC236}">
                <a16:creationId xmlns:a16="http://schemas.microsoft.com/office/drawing/2014/main" id="{0C38737B-84B4-4CC7-8FD1-58B687C0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Beatrice Leonardo Russo  |  Physical Address: Viale Ulivo Bassa 1254, 80133 Napoli, Italia</a:t>
            </a:r>
          </a:p>
        </p:txBody>
      </p:sp>
      <p:sp>
        <p:nvSpPr>
          <p:cNvPr id="6" name="record-evidence-26-1">
            <a:extLst xmlns:a="http://schemas.openxmlformats.org/drawingml/2006/main">
              <a:ext uri="{FF2B5EF4-FFF2-40B4-BE49-F238E27FC236}">
                <a16:creationId xmlns:a16="http://schemas.microsoft.com/office/drawing/2014/main" id="{529A8E5E-6EC6-4C1B-9B7E-EB856E6F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7" name="record-panel-26-2">
            <a:extLst xmlns:a="http://schemas.openxmlformats.org/drawingml/2006/main">
              <a:ext uri="{FF2B5EF4-FFF2-40B4-BE49-F238E27FC236}">
                <a16:creationId xmlns:a16="http://schemas.microsoft.com/office/drawing/2014/main" id="{B78EC7C1-5D77-43E6-8B4F-DF00B824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6-2">
            <a:extLst xmlns:a="http://schemas.openxmlformats.org/drawingml/2006/main">
              <a:ext uri="{FF2B5EF4-FFF2-40B4-BE49-F238E27FC236}">
                <a16:creationId xmlns:a16="http://schemas.microsoft.com/office/drawing/2014/main" id="{EAD5AA28-C361-42CB-8CEC-5B6253E1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TEST-127  |  Italian International Bank Account Number (IBAN): IT89 X054 2811 1011 0000 0000 127</a:t>
            </a:r>
          </a:p>
        </p:txBody>
      </p:sp>
      <p:sp>
        <p:nvSpPr>
          <p:cNvPr id="9" name="record-person-26-2">
            <a:extLst xmlns:a="http://schemas.openxmlformats.org/drawingml/2006/main">
              <a:ext uri="{FF2B5EF4-FFF2-40B4-BE49-F238E27FC236}">
                <a16:creationId xmlns:a16="http://schemas.microsoft.com/office/drawing/2014/main" id="{AA9FBF32-0849-4AD6-AA79-2C85576A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Tommaso Luca Mancini  |  Physical Address: Viale Acero Dorata 1291, 00184 Roma, Italia</a:t>
            </a:r>
          </a:p>
        </p:txBody>
      </p:sp>
      <p:sp>
        <p:nvSpPr>
          <p:cNvPr id="10" name="record-evidence-26-2">
            <a:extLst xmlns:a="http://schemas.openxmlformats.org/drawingml/2006/main">
              <a:ext uri="{FF2B5EF4-FFF2-40B4-BE49-F238E27FC236}">
                <a16:creationId xmlns:a16="http://schemas.microsoft.com/office/drawing/2014/main" id="{05B6F9E3-4484-42C7-BD74-65D86ED4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1" name="record-panel-26-3">
            <a:extLst xmlns:a="http://schemas.openxmlformats.org/drawingml/2006/main">
              <a:ext uri="{FF2B5EF4-FFF2-40B4-BE49-F238E27FC236}">
                <a16:creationId xmlns:a16="http://schemas.microsoft.com/office/drawing/2014/main" id="{814BEA40-B92C-4839-94BD-588861BB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6-3">
            <a:extLst xmlns:a="http://schemas.openxmlformats.org/drawingml/2006/main">
              <a:ext uri="{FF2B5EF4-FFF2-40B4-BE49-F238E27FC236}">
                <a16:creationId xmlns:a16="http://schemas.microsoft.com/office/drawing/2014/main" id="{956732BE-95EA-49E4-9D05-F2410D4C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TEST-128  |  Italian International Bank Account Number (IBAN): IT62 X054 2811 1011 0000 0000 128</a:t>
            </a:r>
          </a:p>
        </p:txBody>
      </p:sp>
      <p:sp>
        <p:nvSpPr>
          <p:cNvPr id="13" name="record-person-26-3">
            <a:extLst xmlns:a="http://schemas.openxmlformats.org/drawingml/2006/main">
              <a:ext uri="{FF2B5EF4-FFF2-40B4-BE49-F238E27FC236}">
                <a16:creationId xmlns:a16="http://schemas.microsoft.com/office/drawing/2014/main" id="{3422A0E2-03BD-46C5-9DA7-58EA74DD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Greta Tommaso Bianchi  |  Physical Address: Viale Alloro Dorata 1328, 90133 Palermo, Italia</a:t>
            </a:r>
          </a:p>
        </p:txBody>
      </p:sp>
      <p:sp>
        <p:nvSpPr>
          <p:cNvPr id="14" name="record-evidence-26-3">
            <a:extLst xmlns:a="http://schemas.openxmlformats.org/drawingml/2006/main">
              <a:ext uri="{FF2B5EF4-FFF2-40B4-BE49-F238E27FC236}">
                <a16:creationId xmlns:a16="http://schemas.microsoft.com/office/drawing/2014/main" id="{DD881565-BCB9-4BEB-A695-A7F5949F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5" name="record-panel-26-4">
            <a:extLst xmlns:a="http://schemas.openxmlformats.org/drawingml/2006/main">
              <a:ext uri="{FF2B5EF4-FFF2-40B4-BE49-F238E27FC236}">
                <a16:creationId xmlns:a16="http://schemas.microsoft.com/office/drawing/2014/main" id="{387D7727-648A-48F9-8EF2-AF9A9EBC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6-4">
            <a:extLst xmlns:a="http://schemas.openxmlformats.org/drawingml/2006/main">
              <a:ext uri="{FF2B5EF4-FFF2-40B4-BE49-F238E27FC236}">
                <a16:creationId xmlns:a16="http://schemas.microsoft.com/office/drawing/2014/main" id="{BE5BCBF4-E754-4D5C-BE37-BE0F842B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TEST-129  |  Italian International Bank Account Number (IBAN): IT35 X054 2811 1011 0000 0000 129</a:t>
            </a:r>
          </a:p>
        </p:txBody>
      </p:sp>
      <p:sp>
        <p:nvSpPr>
          <p:cNvPr id="17" name="record-person-26-4">
            <a:extLst xmlns:a="http://schemas.openxmlformats.org/drawingml/2006/main">
              <a:ext uri="{FF2B5EF4-FFF2-40B4-BE49-F238E27FC236}">
                <a16:creationId xmlns:a16="http://schemas.microsoft.com/office/drawing/2014/main" id="{477B43A7-4DEF-4021-8225-AD625260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Matteo Alessandro Lombardi  |  Physical Address: Viale Castagno Dorata 1365, 10121 Torino, Italia</a:t>
            </a:r>
          </a:p>
        </p:txBody>
      </p:sp>
      <p:sp>
        <p:nvSpPr>
          <p:cNvPr id="18" name="record-evidence-26-4">
            <a:extLst xmlns:a="http://schemas.openxmlformats.org/drawingml/2006/main">
              <a:ext uri="{FF2B5EF4-FFF2-40B4-BE49-F238E27FC236}">
                <a16:creationId xmlns:a16="http://schemas.microsoft.com/office/drawing/2014/main" id="{BF9412CA-3902-4398-8D7D-1777D40E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9" name="record-panel-26-5">
            <a:extLst xmlns:a="http://schemas.openxmlformats.org/drawingml/2006/main">
              <a:ext uri="{FF2B5EF4-FFF2-40B4-BE49-F238E27FC236}">
                <a16:creationId xmlns:a16="http://schemas.microsoft.com/office/drawing/2014/main" id="{69125CCD-DDB6-4AFF-8E03-12279E4C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6-5">
            <a:extLst xmlns:a="http://schemas.openxmlformats.org/drawingml/2006/main">
              <a:ext uri="{FF2B5EF4-FFF2-40B4-BE49-F238E27FC236}">
                <a16:creationId xmlns:a16="http://schemas.microsoft.com/office/drawing/2014/main" id="{7DB84939-749B-4AAE-A031-AAC2A022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TEST-130  |  Italian International Bank Account Number (IBAN): IT08 X054 2811 1011 0000 0000 130</a:t>
            </a:r>
          </a:p>
        </p:txBody>
      </p:sp>
      <p:sp>
        <p:nvSpPr>
          <p:cNvPr id="21" name="record-person-26-5">
            <a:extLst xmlns:a="http://schemas.openxmlformats.org/drawingml/2006/main">
              <a:ext uri="{FF2B5EF4-FFF2-40B4-BE49-F238E27FC236}">
                <a16:creationId xmlns:a16="http://schemas.microsoft.com/office/drawing/2014/main" id="{DC1B721F-293F-43D7-B715-59EDD252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Leonardo Marino  |  Physical Address: Viale Cedro Dorata 1402, 70121 Bari, Italia</a:t>
            </a:r>
          </a:p>
        </p:txBody>
      </p:sp>
      <p:sp>
        <p:nvSpPr>
          <p:cNvPr id="22" name="record-evidence-26-5">
            <a:extLst xmlns:a="http://schemas.openxmlformats.org/drawingml/2006/main">
              <a:ext uri="{FF2B5EF4-FFF2-40B4-BE49-F238E27FC236}">
                <a16:creationId xmlns:a16="http://schemas.microsoft.com/office/drawing/2014/main" id="{8A331B85-E1EE-4B6A-A297-B39EA704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23" name="footer-26">
            <a:extLst xmlns:a="http://schemas.openxmlformats.org/drawingml/2006/main">
              <a:ext uri="{FF2B5EF4-FFF2-40B4-BE49-F238E27FC236}">
                <a16:creationId xmlns:a16="http://schemas.microsoft.com/office/drawing/2014/main" id="{1BC51794-8427-4C03-8980-3BE2EF96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80607568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7">
            <a:extLst xmlns:a="http://schemas.openxmlformats.org/drawingml/2006/main">
              <a:ext uri="{FF2B5EF4-FFF2-40B4-BE49-F238E27FC236}">
                <a16:creationId xmlns:a16="http://schemas.microsoft.com/office/drawing/2014/main" id="{E7CB4007-743E-42ED-A7EB-28CEF2CD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IBAN Codes</a:t>
            </a:r>
          </a:p>
        </p:txBody>
      </p:sp>
      <p:sp>
        <p:nvSpPr>
          <p:cNvPr id="2" name="counter-27">
            <a:extLst xmlns:a="http://schemas.openxmlformats.org/drawingml/2006/main">
              <a:ext uri="{FF2B5EF4-FFF2-40B4-BE49-F238E27FC236}">
                <a16:creationId xmlns:a16="http://schemas.microsoft.com/office/drawing/2014/main" id="{09726563-8473-4DC2-8591-CB5E9585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131-135 of 150</a:t>
            </a:r>
          </a:p>
        </p:txBody>
      </p:sp>
      <p:sp>
        <p:nvSpPr>
          <p:cNvPr id="3" name="record-panel-27-1">
            <a:extLst xmlns:a="http://schemas.openxmlformats.org/drawingml/2006/main">
              <a:ext uri="{FF2B5EF4-FFF2-40B4-BE49-F238E27FC236}">
                <a16:creationId xmlns:a16="http://schemas.microsoft.com/office/drawing/2014/main" id="{8E4289EB-8F97-404E-8ADC-A2C41AF8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7-1">
            <a:extLst xmlns:a="http://schemas.openxmlformats.org/drawingml/2006/main">
              <a:ext uri="{FF2B5EF4-FFF2-40B4-BE49-F238E27FC236}">
                <a16:creationId xmlns:a16="http://schemas.microsoft.com/office/drawing/2014/main" id="{B31168EA-C31D-4D36-A3F7-CB7D0723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TEST-131  |  Italian International Bank Account Number (IBAN): IT78 X054 2811 1011 0000 0000 131</a:t>
            </a:r>
          </a:p>
        </p:txBody>
      </p:sp>
      <p:sp>
        <p:nvSpPr>
          <p:cNvPr id="5" name="record-person-27-1">
            <a:extLst xmlns:a="http://schemas.openxmlformats.org/drawingml/2006/main">
              <a:ext uri="{FF2B5EF4-FFF2-40B4-BE49-F238E27FC236}">
                <a16:creationId xmlns:a16="http://schemas.microsoft.com/office/drawing/2014/main" id="{D8A274A1-89F6-4571-BEB3-8939FC26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Andrea Luca Fontana  |  Physical Address: Viale Fontana Dorata 1439, 50122 Firenze, Italia</a:t>
            </a:r>
          </a:p>
        </p:txBody>
      </p:sp>
      <p:sp>
        <p:nvSpPr>
          <p:cNvPr id="6" name="record-evidence-27-1">
            <a:extLst xmlns:a="http://schemas.openxmlformats.org/drawingml/2006/main">
              <a:ext uri="{FF2B5EF4-FFF2-40B4-BE49-F238E27FC236}">
                <a16:creationId xmlns:a16="http://schemas.microsoft.com/office/drawing/2014/main" id="{54BAEE66-88F7-450B-B9A9-3BC760DE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7" name="record-panel-27-2">
            <a:extLst xmlns:a="http://schemas.openxmlformats.org/drawingml/2006/main">
              <a:ext uri="{FF2B5EF4-FFF2-40B4-BE49-F238E27FC236}">
                <a16:creationId xmlns:a16="http://schemas.microsoft.com/office/drawing/2014/main" id="{896D894E-2610-42C6-823B-B4DA09F8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7-2">
            <a:extLst xmlns:a="http://schemas.openxmlformats.org/drawingml/2006/main">
              <a:ext uri="{FF2B5EF4-FFF2-40B4-BE49-F238E27FC236}">
                <a16:creationId xmlns:a16="http://schemas.microsoft.com/office/drawing/2014/main" id="{51CDB713-213C-4107-8A0B-9686392A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TEST-132  |  Italian International Bank Account Number (IBAN): IT51 X054 2811 1011 0000 0000 132</a:t>
            </a:r>
          </a:p>
        </p:txBody>
      </p:sp>
      <p:sp>
        <p:nvSpPr>
          <p:cNvPr id="9" name="record-person-27-2">
            <a:extLst xmlns:a="http://schemas.openxmlformats.org/drawingml/2006/main">
              <a:ext uri="{FF2B5EF4-FFF2-40B4-BE49-F238E27FC236}">
                <a16:creationId xmlns:a16="http://schemas.microsoft.com/office/drawing/2014/main" id="{77D0AFB8-4B54-410B-9A17-4F5B9EED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Ginevra Tommaso Gallo  |  Physical Address: Viale Gelsomino Dorata 1476, 43121 Parma, Italia</a:t>
            </a:r>
          </a:p>
        </p:txBody>
      </p:sp>
      <p:sp>
        <p:nvSpPr>
          <p:cNvPr id="10" name="record-evidence-27-2">
            <a:extLst xmlns:a="http://schemas.openxmlformats.org/drawingml/2006/main">
              <a:ext uri="{FF2B5EF4-FFF2-40B4-BE49-F238E27FC236}">
                <a16:creationId xmlns:a16="http://schemas.microsoft.com/office/drawing/2014/main" id="{81DFDD7E-5038-44E8-BECF-F1EEBD09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1" name="record-panel-27-3">
            <a:extLst xmlns:a="http://schemas.openxmlformats.org/drawingml/2006/main">
              <a:ext uri="{FF2B5EF4-FFF2-40B4-BE49-F238E27FC236}">
                <a16:creationId xmlns:a16="http://schemas.microsoft.com/office/drawing/2014/main" id="{B239DD19-C7DB-48E3-B4B9-E0144017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7-3">
            <a:extLst xmlns:a="http://schemas.openxmlformats.org/drawingml/2006/main">
              <a:ext uri="{FF2B5EF4-FFF2-40B4-BE49-F238E27FC236}">
                <a16:creationId xmlns:a16="http://schemas.microsoft.com/office/drawing/2014/main" id="{334A81E6-1613-4F11-90AC-4A39FBAA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TEST-133  |  Italian International Bank Account Number (IBAN): IT24 X054 2811 1011 0000 0000 133</a:t>
            </a:r>
          </a:p>
        </p:txBody>
      </p:sp>
      <p:sp>
        <p:nvSpPr>
          <p:cNvPr id="13" name="record-person-27-3">
            <a:extLst xmlns:a="http://schemas.openxmlformats.org/drawingml/2006/main">
              <a:ext uri="{FF2B5EF4-FFF2-40B4-BE49-F238E27FC236}">
                <a16:creationId xmlns:a16="http://schemas.microsoft.com/office/drawing/2014/main" id="{78CA885C-691C-4EE3-877F-8D9ADC07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Alessandro Beatrice Russo  |  Physical Address: Viale Olmo Dorata 1513, 16121 Genova, Italia</a:t>
            </a:r>
          </a:p>
        </p:txBody>
      </p:sp>
      <p:sp>
        <p:nvSpPr>
          <p:cNvPr id="14" name="record-evidence-27-3">
            <a:extLst xmlns:a="http://schemas.openxmlformats.org/drawingml/2006/main">
              <a:ext uri="{FF2B5EF4-FFF2-40B4-BE49-F238E27FC236}">
                <a16:creationId xmlns:a16="http://schemas.microsoft.com/office/drawing/2014/main" id="{77FB5271-0634-4398-8403-3A552A77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5" name="record-panel-27-4">
            <a:extLst xmlns:a="http://schemas.openxmlformats.org/drawingml/2006/main">
              <a:ext uri="{FF2B5EF4-FFF2-40B4-BE49-F238E27FC236}">
                <a16:creationId xmlns:a16="http://schemas.microsoft.com/office/drawing/2014/main" id="{CABA8669-66B6-42E7-8DE5-A0F9A1B3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7-4">
            <a:extLst xmlns:a="http://schemas.openxmlformats.org/drawingml/2006/main">
              <a:ext uri="{FF2B5EF4-FFF2-40B4-BE49-F238E27FC236}">
                <a16:creationId xmlns:a16="http://schemas.microsoft.com/office/drawing/2014/main" id="{05D9B114-1FF7-46E4-9DDE-133092B9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TEST-134  |  Italian International Bank Account Number (IBAN): IT94 X054 2811 1011 0000 0000 134</a:t>
            </a:r>
          </a:p>
        </p:txBody>
      </p:sp>
      <p:sp>
        <p:nvSpPr>
          <p:cNvPr id="17" name="record-person-27-4">
            <a:extLst xmlns:a="http://schemas.openxmlformats.org/drawingml/2006/main">
              <a:ext uri="{FF2B5EF4-FFF2-40B4-BE49-F238E27FC236}">
                <a16:creationId xmlns:a16="http://schemas.microsoft.com/office/drawing/2014/main" id="{03CA494E-5294-40B0-B241-4288B59C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Alice Leonardo Costa  |  Physical Address: Viale Pino Dorata 1550, 20121 Milano, Italia</a:t>
            </a:r>
          </a:p>
        </p:txBody>
      </p:sp>
      <p:sp>
        <p:nvSpPr>
          <p:cNvPr id="18" name="record-evidence-27-4">
            <a:extLst xmlns:a="http://schemas.openxmlformats.org/drawingml/2006/main">
              <a:ext uri="{FF2B5EF4-FFF2-40B4-BE49-F238E27FC236}">
                <a16:creationId xmlns:a16="http://schemas.microsoft.com/office/drawing/2014/main" id="{D4173733-8EA2-4AE5-9800-E5CDD5BC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9" name="record-panel-27-5">
            <a:extLst xmlns:a="http://schemas.openxmlformats.org/drawingml/2006/main">
              <a:ext uri="{FF2B5EF4-FFF2-40B4-BE49-F238E27FC236}">
                <a16:creationId xmlns:a16="http://schemas.microsoft.com/office/drawing/2014/main" id="{1614D166-4887-4597-ABC8-032B70C2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7-5">
            <a:extLst xmlns:a="http://schemas.openxmlformats.org/drawingml/2006/main">
              <a:ext uri="{FF2B5EF4-FFF2-40B4-BE49-F238E27FC236}">
                <a16:creationId xmlns:a16="http://schemas.microsoft.com/office/drawing/2014/main" id="{6472AD30-3072-4FF6-BA12-94D2BD79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TEST-135  |  Italian International Bank Account Number (IBAN): IT67 X054 2811 1011 0000 0000 135</a:t>
            </a:r>
          </a:p>
        </p:txBody>
      </p:sp>
      <p:sp>
        <p:nvSpPr>
          <p:cNvPr id="21" name="record-person-27-5">
            <a:extLst xmlns:a="http://schemas.openxmlformats.org/drawingml/2006/main">
              <a:ext uri="{FF2B5EF4-FFF2-40B4-BE49-F238E27FC236}">
                <a16:creationId xmlns:a16="http://schemas.microsoft.com/office/drawing/2014/main" id="{5242091B-878B-4F1C-BB83-6CCA9385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Lorenzo Luca Bianchi  |  Physical Address: Viale Quercia Dorata 1587, 37121 Verona, Italia</a:t>
            </a:r>
          </a:p>
        </p:txBody>
      </p:sp>
      <p:sp>
        <p:nvSpPr>
          <p:cNvPr id="22" name="record-evidence-27-5">
            <a:extLst xmlns:a="http://schemas.openxmlformats.org/drawingml/2006/main">
              <a:ext uri="{FF2B5EF4-FFF2-40B4-BE49-F238E27FC236}">
                <a16:creationId xmlns:a16="http://schemas.microsoft.com/office/drawing/2014/main" id="{5D5DAD7D-753C-45E7-8576-09FBCEE8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23" name="footer-27">
            <a:extLst xmlns:a="http://schemas.openxmlformats.org/drawingml/2006/main">
              <a:ext uri="{FF2B5EF4-FFF2-40B4-BE49-F238E27FC236}">
                <a16:creationId xmlns:a16="http://schemas.microsoft.com/office/drawing/2014/main" id="{9053C41E-00D3-41C8-B63C-3E334B84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62452974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8">
            <a:extLst xmlns:a="http://schemas.openxmlformats.org/drawingml/2006/main">
              <a:ext uri="{FF2B5EF4-FFF2-40B4-BE49-F238E27FC236}">
                <a16:creationId xmlns:a16="http://schemas.microsoft.com/office/drawing/2014/main" id="{1843CEC0-5D6A-45E0-94C4-8AEE0050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IBAN Codes</a:t>
            </a:r>
          </a:p>
        </p:txBody>
      </p:sp>
      <p:sp>
        <p:nvSpPr>
          <p:cNvPr id="2" name="counter-28">
            <a:extLst xmlns:a="http://schemas.openxmlformats.org/drawingml/2006/main">
              <a:ext uri="{FF2B5EF4-FFF2-40B4-BE49-F238E27FC236}">
                <a16:creationId xmlns:a16="http://schemas.microsoft.com/office/drawing/2014/main" id="{1C882652-96BB-49F4-AAC7-7B43FE31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136-140 of 150</a:t>
            </a:r>
          </a:p>
        </p:txBody>
      </p:sp>
      <p:sp>
        <p:nvSpPr>
          <p:cNvPr id="3" name="record-panel-28-1">
            <a:extLst xmlns:a="http://schemas.openxmlformats.org/drawingml/2006/main">
              <a:ext uri="{FF2B5EF4-FFF2-40B4-BE49-F238E27FC236}">
                <a16:creationId xmlns:a16="http://schemas.microsoft.com/office/drawing/2014/main" id="{27598386-13A4-4DAF-BEFE-0E323973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8-1">
            <a:extLst xmlns:a="http://schemas.openxmlformats.org/drawingml/2006/main">
              <a:ext uri="{FF2B5EF4-FFF2-40B4-BE49-F238E27FC236}">
                <a16:creationId xmlns:a16="http://schemas.microsoft.com/office/drawing/2014/main" id="{2C3430F3-FE6A-4306-A21E-6BC54112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TEST-136  |  Italian International Bank Account Number (IBAN): IT40 X054 2811 1011 0000 0000 136</a:t>
            </a:r>
          </a:p>
        </p:txBody>
      </p:sp>
      <p:sp>
        <p:nvSpPr>
          <p:cNvPr id="5" name="record-person-28-1">
            <a:extLst xmlns:a="http://schemas.openxmlformats.org/drawingml/2006/main">
              <a:ext uri="{FF2B5EF4-FFF2-40B4-BE49-F238E27FC236}">
                <a16:creationId xmlns:a16="http://schemas.microsoft.com/office/drawing/2014/main" id="{858CA60F-1CE7-4797-AA36-6B00E722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Aurora Tommaso Lombardi  |  Physical Address: Viale Rosa Dorata 1624, 40121 Bologna, Italia</a:t>
            </a:r>
          </a:p>
        </p:txBody>
      </p:sp>
      <p:sp>
        <p:nvSpPr>
          <p:cNvPr id="6" name="record-evidence-28-1">
            <a:extLst xmlns:a="http://schemas.openxmlformats.org/drawingml/2006/main">
              <a:ext uri="{FF2B5EF4-FFF2-40B4-BE49-F238E27FC236}">
                <a16:creationId xmlns:a16="http://schemas.microsoft.com/office/drawing/2014/main" id="{71E5C7A3-D910-455E-9F8E-7F4A62E8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7" name="record-panel-28-2">
            <a:extLst xmlns:a="http://schemas.openxmlformats.org/drawingml/2006/main">
              <a:ext uri="{FF2B5EF4-FFF2-40B4-BE49-F238E27FC236}">
                <a16:creationId xmlns:a16="http://schemas.microsoft.com/office/drawing/2014/main" id="{C75E8A76-AA02-46E5-8B3D-2F2508FF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8-2">
            <a:extLst xmlns:a="http://schemas.openxmlformats.org/drawingml/2006/main">
              <a:ext uri="{FF2B5EF4-FFF2-40B4-BE49-F238E27FC236}">
                <a16:creationId xmlns:a16="http://schemas.microsoft.com/office/drawing/2014/main" id="{6E9B81B5-9D9B-4816-8EA1-5D5A882E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TEST-137  |  Italian International Bank Account Number (IBAN): IT13 X054 2811 1011 0000 0000 137</a:t>
            </a:r>
          </a:p>
        </p:txBody>
      </p:sp>
      <p:sp>
        <p:nvSpPr>
          <p:cNvPr id="9" name="record-person-28-2">
            <a:extLst xmlns:a="http://schemas.openxmlformats.org/drawingml/2006/main">
              <a:ext uri="{FF2B5EF4-FFF2-40B4-BE49-F238E27FC236}">
                <a16:creationId xmlns:a16="http://schemas.microsoft.com/office/drawing/2014/main" id="{76F6E578-D338-4F76-BF30-9676F855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Francesco Alessandro Marino  |  Physical Address: Viale Tiglio Dorata 1661, 35121 Padova, Italia</a:t>
            </a:r>
          </a:p>
        </p:txBody>
      </p:sp>
      <p:sp>
        <p:nvSpPr>
          <p:cNvPr id="10" name="record-evidence-28-2">
            <a:extLst xmlns:a="http://schemas.openxmlformats.org/drawingml/2006/main">
              <a:ext uri="{FF2B5EF4-FFF2-40B4-BE49-F238E27FC236}">
                <a16:creationId xmlns:a16="http://schemas.microsoft.com/office/drawing/2014/main" id="{550CC29E-D06B-46B7-BD35-4ED7CFB6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1" name="record-panel-28-3">
            <a:extLst xmlns:a="http://schemas.openxmlformats.org/drawingml/2006/main">
              <a:ext uri="{FF2B5EF4-FFF2-40B4-BE49-F238E27FC236}">
                <a16:creationId xmlns:a16="http://schemas.microsoft.com/office/drawing/2014/main" id="{5A2E3928-273A-4004-B35F-0E7740A8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8-3">
            <a:extLst xmlns:a="http://schemas.openxmlformats.org/drawingml/2006/main">
              <a:ext uri="{FF2B5EF4-FFF2-40B4-BE49-F238E27FC236}">
                <a16:creationId xmlns:a16="http://schemas.microsoft.com/office/drawing/2014/main" id="{F08D871F-8BDF-4C6D-8291-57DA49D3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TEST-138  |  Italian International Bank Account Number (IBAN): IT83 X054 2811 1011 0000 0000 138</a:t>
            </a:r>
          </a:p>
        </p:txBody>
      </p:sp>
      <p:sp>
        <p:nvSpPr>
          <p:cNvPr id="13" name="record-person-28-3">
            <a:extLst xmlns:a="http://schemas.openxmlformats.org/drawingml/2006/main">
              <a:ext uri="{FF2B5EF4-FFF2-40B4-BE49-F238E27FC236}">
                <a16:creationId xmlns:a16="http://schemas.microsoft.com/office/drawing/2014/main" id="{4C91381B-565D-4749-8492-49FF560C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Sofia Leonardo Santoro  |  Physical Address: Viale Ulivo Dorata 1698, 80133 Napoli, Italia</a:t>
            </a:r>
          </a:p>
        </p:txBody>
      </p:sp>
      <p:sp>
        <p:nvSpPr>
          <p:cNvPr id="14" name="record-evidence-28-3">
            <a:extLst xmlns:a="http://schemas.openxmlformats.org/drawingml/2006/main">
              <a:ext uri="{FF2B5EF4-FFF2-40B4-BE49-F238E27FC236}">
                <a16:creationId xmlns:a16="http://schemas.microsoft.com/office/drawing/2014/main" id="{DE25B75F-C1DD-421F-9658-4365783C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5" name="record-panel-28-4">
            <a:extLst xmlns:a="http://schemas.openxmlformats.org/drawingml/2006/main">
              <a:ext uri="{FF2B5EF4-FFF2-40B4-BE49-F238E27FC236}">
                <a16:creationId xmlns:a16="http://schemas.microsoft.com/office/drawing/2014/main" id="{0F8C71B4-B778-4265-8139-7B91E3BA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8-4">
            <a:extLst xmlns:a="http://schemas.openxmlformats.org/drawingml/2006/main">
              <a:ext uri="{FF2B5EF4-FFF2-40B4-BE49-F238E27FC236}">
                <a16:creationId xmlns:a16="http://schemas.microsoft.com/office/drawing/2014/main" id="{5735E78C-21A8-4C5E-8BEA-9926C47F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TEST-139  |  Italian International Bank Account Number (IBAN): IT56 X054 2811 1011 0000 0000 139</a:t>
            </a:r>
          </a:p>
        </p:txBody>
      </p:sp>
      <p:sp>
        <p:nvSpPr>
          <p:cNvPr id="17" name="record-person-28-4">
            <a:extLst xmlns:a="http://schemas.openxmlformats.org/drawingml/2006/main">
              <a:ext uri="{FF2B5EF4-FFF2-40B4-BE49-F238E27FC236}">
                <a16:creationId xmlns:a16="http://schemas.microsoft.com/office/drawing/2014/main" id="{B1E927B0-A659-444D-85A4-FEAB3C0A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Leonardo Luca Gallo  |  Physical Address: Corso Acero Antica 1735, 00184 Roma, Italia</a:t>
            </a:r>
          </a:p>
        </p:txBody>
      </p:sp>
      <p:sp>
        <p:nvSpPr>
          <p:cNvPr id="18" name="record-evidence-28-4">
            <a:extLst xmlns:a="http://schemas.openxmlformats.org/drawingml/2006/main">
              <a:ext uri="{FF2B5EF4-FFF2-40B4-BE49-F238E27FC236}">
                <a16:creationId xmlns:a16="http://schemas.microsoft.com/office/drawing/2014/main" id="{BFCDE927-1FF1-4B2D-9F9A-CC7702F5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9" name="record-panel-28-5">
            <a:extLst xmlns:a="http://schemas.openxmlformats.org/drawingml/2006/main">
              <a:ext uri="{FF2B5EF4-FFF2-40B4-BE49-F238E27FC236}">
                <a16:creationId xmlns:a16="http://schemas.microsoft.com/office/drawing/2014/main" id="{2351DFD4-81E8-452B-AAA2-8FFAB2A5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8-5">
            <a:extLst xmlns:a="http://schemas.openxmlformats.org/drawingml/2006/main">
              <a:ext uri="{FF2B5EF4-FFF2-40B4-BE49-F238E27FC236}">
                <a16:creationId xmlns:a16="http://schemas.microsoft.com/office/drawing/2014/main" id="{AA7E4988-B4B4-4D63-8927-205F5837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TEST-140  |  Italian International Bank Account Number (IBAN): IT29 X054 2811 1011 0000 0000 140</a:t>
            </a:r>
          </a:p>
        </p:txBody>
      </p:sp>
      <p:sp>
        <p:nvSpPr>
          <p:cNvPr id="21" name="record-person-28-5">
            <a:extLst xmlns:a="http://schemas.openxmlformats.org/drawingml/2006/main">
              <a:ext uri="{FF2B5EF4-FFF2-40B4-BE49-F238E27FC236}">
                <a16:creationId xmlns:a16="http://schemas.microsoft.com/office/drawing/2014/main" id="{C19CCF4A-7039-41D9-8FC6-302F92C6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Giulia Tommaso Russo  |  Physical Address: Corso Alloro Antica 1772, 90133 Palermo, Italia</a:t>
            </a:r>
          </a:p>
        </p:txBody>
      </p:sp>
      <p:sp>
        <p:nvSpPr>
          <p:cNvPr id="22" name="record-evidence-28-5">
            <a:extLst xmlns:a="http://schemas.openxmlformats.org/drawingml/2006/main">
              <a:ext uri="{FF2B5EF4-FFF2-40B4-BE49-F238E27FC236}">
                <a16:creationId xmlns:a16="http://schemas.microsoft.com/office/drawing/2014/main" id="{D4CDE76A-87AE-4E0B-B719-699FEAB5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23" name="footer-28">
            <a:extLst xmlns:a="http://schemas.openxmlformats.org/drawingml/2006/main">
              <a:ext uri="{FF2B5EF4-FFF2-40B4-BE49-F238E27FC236}">
                <a16:creationId xmlns:a16="http://schemas.microsoft.com/office/drawing/2014/main" id="{2C82A74D-E28A-4C1F-9277-F880ACF4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28979572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9">
            <a:extLst xmlns:a="http://schemas.openxmlformats.org/drawingml/2006/main">
              <a:ext uri="{FF2B5EF4-FFF2-40B4-BE49-F238E27FC236}">
                <a16:creationId xmlns:a16="http://schemas.microsoft.com/office/drawing/2014/main" id="{50191A6E-9C71-45EC-95F9-934EA372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IBAN Codes</a:t>
            </a:r>
          </a:p>
        </p:txBody>
      </p:sp>
      <p:sp>
        <p:nvSpPr>
          <p:cNvPr id="2" name="counter-29">
            <a:extLst xmlns:a="http://schemas.openxmlformats.org/drawingml/2006/main">
              <a:ext uri="{FF2B5EF4-FFF2-40B4-BE49-F238E27FC236}">
                <a16:creationId xmlns:a16="http://schemas.microsoft.com/office/drawing/2014/main" id="{F3EAA049-A6A6-4F23-B7EC-F4E31BCC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141-145 of 150</a:t>
            </a:r>
          </a:p>
        </p:txBody>
      </p:sp>
      <p:sp>
        <p:nvSpPr>
          <p:cNvPr id="3" name="record-panel-29-1">
            <a:extLst xmlns:a="http://schemas.openxmlformats.org/drawingml/2006/main">
              <a:ext uri="{FF2B5EF4-FFF2-40B4-BE49-F238E27FC236}">
                <a16:creationId xmlns:a16="http://schemas.microsoft.com/office/drawing/2014/main" id="{FC7D97D2-96C0-4C5F-B99D-22272C8E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9-1">
            <a:extLst xmlns:a="http://schemas.openxmlformats.org/drawingml/2006/main">
              <a:ext uri="{FF2B5EF4-FFF2-40B4-BE49-F238E27FC236}">
                <a16:creationId xmlns:a16="http://schemas.microsoft.com/office/drawing/2014/main" id="{5F7D0B26-2237-4E4C-8D40-49EF9120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TEST-141  |  Italian International Bank Account Number (IBAN): IT02 X054 2811 1011 0000 0000 141</a:t>
            </a:r>
          </a:p>
        </p:txBody>
      </p:sp>
      <p:sp>
        <p:nvSpPr>
          <p:cNvPr id="5" name="record-person-29-1">
            <a:extLst xmlns:a="http://schemas.openxmlformats.org/drawingml/2006/main">
              <a:ext uri="{FF2B5EF4-FFF2-40B4-BE49-F238E27FC236}">
                <a16:creationId xmlns:a16="http://schemas.microsoft.com/office/drawing/2014/main" id="{825A4DB9-3A1B-49BB-A2DA-CAE03363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Stefano Alice Costa  |  Physical Address: Corso Castagno Antica 1809, 10121 Torino, Italia</a:t>
            </a:r>
          </a:p>
        </p:txBody>
      </p:sp>
      <p:sp>
        <p:nvSpPr>
          <p:cNvPr id="6" name="record-evidence-29-1">
            <a:extLst xmlns:a="http://schemas.openxmlformats.org/drawingml/2006/main">
              <a:ext uri="{FF2B5EF4-FFF2-40B4-BE49-F238E27FC236}">
                <a16:creationId xmlns:a16="http://schemas.microsoft.com/office/drawing/2014/main" id="{8D0868C3-D78F-49A1-A716-40A89108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7" name="record-panel-29-2">
            <a:extLst xmlns:a="http://schemas.openxmlformats.org/drawingml/2006/main">
              <a:ext uri="{FF2B5EF4-FFF2-40B4-BE49-F238E27FC236}">
                <a16:creationId xmlns:a16="http://schemas.microsoft.com/office/drawing/2014/main" id="{D8DB56D9-58AA-43CD-B1E1-77ACA41D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9-2">
            <a:extLst xmlns:a="http://schemas.openxmlformats.org/drawingml/2006/main">
              <a:ext uri="{FF2B5EF4-FFF2-40B4-BE49-F238E27FC236}">
                <a16:creationId xmlns:a16="http://schemas.microsoft.com/office/drawing/2014/main" id="{BF4D4237-83FB-4ADC-AD09-E9D5571F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TEST-142  |  Italian International Bank Account Number (IBAN): IT72 X054 2811 1011 0000 0000 142</a:t>
            </a:r>
          </a:p>
        </p:txBody>
      </p:sp>
      <p:sp>
        <p:nvSpPr>
          <p:cNvPr id="9" name="record-person-29-2">
            <a:extLst xmlns:a="http://schemas.openxmlformats.org/drawingml/2006/main">
              <a:ext uri="{FF2B5EF4-FFF2-40B4-BE49-F238E27FC236}">
                <a16:creationId xmlns:a16="http://schemas.microsoft.com/office/drawing/2014/main" id="{5600022E-410F-4ADA-B0B5-982AD542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Ilaria Giulia Romano  |  Physical Address: Corso Cedro Antica 1846, 70121 Bari, Italia</a:t>
            </a:r>
          </a:p>
        </p:txBody>
      </p:sp>
      <p:sp>
        <p:nvSpPr>
          <p:cNvPr id="10" name="record-evidence-29-2">
            <a:extLst xmlns:a="http://schemas.openxmlformats.org/drawingml/2006/main">
              <a:ext uri="{FF2B5EF4-FFF2-40B4-BE49-F238E27FC236}">
                <a16:creationId xmlns:a16="http://schemas.microsoft.com/office/drawing/2014/main" id="{3149B41C-3289-49C8-A93B-DBC4DC51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1" name="record-panel-29-3">
            <a:extLst xmlns:a="http://schemas.openxmlformats.org/drawingml/2006/main">
              <a:ext uri="{FF2B5EF4-FFF2-40B4-BE49-F238E27FC236}">
                <a16:creationId xmlns:a16="http://schemas.microsoft.com/office/drawing/2014/main" id="{373B9FA1-A790-4943-BE83-C14873E6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9-3">
            <a:extLst xmlns:a="http://schemas.openxmlformats.org/drawingml/2006/main">
              <a:ext uri="{FF2B5EF4-FFF2-40B4-BE49-F238E27FC236}">
                <a16:creationId xmlns:a16="http://schemas.microsoft.com/office/drawing/2014/main" id="{A9F40699-B739-4247-BE4A-DDE6171E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TEST-143  |  Italian International Bank Account Number (IBAN): IT45 X054 2811 1011 0000 0000 143</a:t>
            </a:r>
          </a:p>
        </p:txBody>
      </p:sp>
      <p:sp>
        <p:nvSpPr>
          <p:cNvPr id="13" name="record-person-29-3">
            <a:extLst xmlns:a="http://schemas.openxmlformats.org/drawingml/2006/main">
              <a:ext uri="{FF2B5EF4-FFF2-40B4-BE49-F238E27FC236}">
                <a16:creationId xmlns:a16="http://schemas.microsoft.com/office/drawing/2014/main" id="{D662F88B-4DB7-49D0-9B22-54E2EA5C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Davide Elisa Lombardi  |  Physical Address: Corso Fontana Antica 1883, 50122 Firenze, Italia</a:t>
            </a:r>
          </a:p>
        </p:txBody>
      </p:sp>
      <p:sp>
        <p:nvSpPr>
          <p:cNvPr id="14" name="record-evidence-29-3">
            <a:extLst xmlns:a="http://schemas.openxmlformats.org/drawingml/2006/main">
              <a:ext uri="{FF2B5EF4-FFF2-40B4-BE49-F238E27FC236}">
                <a16:creationId xmlns:a16="http://schemas.microsoft.com/office/drawing/2014/main" id="{71D27A77-1C94-4F6A-8E77-01F4F5BE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5" name="record-panel-29-4">
            <a:extLst xmlns:a="http://schemas.openxmlformats.org/drawingml/2006/main">
              <a:ext uri="{FF2B5EF4-FFF2-40B4-BE49-F238E27FC236}">
                <a16:creationId xmlns:a16="http://schemas.microsoft.com/office/drawing/2014/main" id="{B9B5996F-47E4-48E7-8306-A3638D61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9-4">
            <a:extLst xmlns:a="http://schemas.openxmlformats.org/drawingml/2006/main">
              <a:ext uri="{FF2B5EF4-FFF2-40B4-BE49-F238E27FC236}">
                <a16:creationId xmlns:a16="http://schemas.microsoft.com/office/drawing/2014/main" id="{C433F437-185F-4DCA-AEB4-125F88C2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TEST-144  |  Italian International Bank Account Number (IBAN): IT18 X054 2811 1011 0000 0000 144</a:t>
            </a:r>
          </a:p>
        </p:txBody>
      </p:sp>
      <p:sp>
        <p:nvSpPr>
          <p:cNvPr id="17" name="record-person-29-4">
            <a:extLst xmlns:a="http://schemas.openxmlformats.org/drawingml/2006/main">
              <a:ext uri="{FF2B5EF4-FFF2-40B4-BE49-F238E27FC236}">
                <a16:creationId xmlns:a16="http://schemas.microsoft.com/office/drawing/2014/main" id="{074A59B9-E3C9-4074-ADB9-03F762E7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Marta Greta Marino  |  Physical Address: Corso Gelsomino Antica 1920, 43121 Parma, Italia</a:t>
            </a:r>
          </a:p>
        </p:txBody>
      </p:sp>
      <p:sp>
        <p:nvSpPr>
          <p:cNvPr id="18" name="record-evidence-29-4">
            <a:extLst xmlns:a="http://schemas.openxmlformats.org/drawingml/2006/main">
              <a:ext uri="{FF2B5EF4-FFF2-40B4-BE49-F238E27FC236}">
                <a16:creationId xmlns:a16="http://schemas.microsoft.com/office/drawing/2014/main" id="{FC2B3120-7D4A-4F2B-851F-C8D6AA91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9" name="record-panel-29-5">
            <a:extLst xmlns:a="http://schemas.openxmlformats.org/drawingml/2006/main">
              <a:ext uri="{FF2B5EF4-FFF2-40B4-BE49-F238E27FC236}">
                <a16:creationId xmlns:a16="http://schemas.microsoft.com/office/drawing/2014/main" id="{378E00D6-10FC-4BFE-B87A-46D32CCB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9-5">
            <a:extLst xmlns:a="http://schemas.openxmlformats.org/drawingml/2006/main">
              <a:ext uri="{FF2B5EF4-FFF2-40B4-BE49-F238E27FC236}">
                <a16:creationId xmlns:a16="http://schemas.microsoft.com/office/drawing/2014/main" id="{716CB5CF-0601-4C89-A1DA-D05B01D6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TEST-145  |  Italian International Bank Account Number (IBAN): IT88 X054 2811 1011 0000 0000 145</a:t>
            </a:r>
          </a:p>
        </p:txBody>
      </p:sp>
      <p:sp>
        <p:nvSpPr>
          <p:cNvPr id="21" name="record-person-29-5">
            <a:extLst xmlns:a="http://schemas.openxmlformats.org/drawingml/2006/main">
              <a:ext uri="{FF2B5EF4-FFF2-40B4-BE49-F238E27FC236}">
                <a16:creationId xmlns:a16="http://schemas.microsoft.com/office/drawing/2014/main" id="{22A6091B-3429-4E9A-8A9A-AAFFECDE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 Alice Santoro  |  Physical Address: Corso Olmo Antica 1957, 16121 Genova, Italia</a:t>
            </a:r>
          </a:p>
        </p:txBody>
      </p:sp>
      <p:sp>
        <p:nvSpPr>
          <p:cNvPr id="22" name="record-evidence-29-5">
            <a:extLst xmlns:a="http://schemas.openxmlformats.org/drawingml/2006/main">
              <a:ext uri="{FF2B5EF4-FFF2-40B4-BE49-F238E27FC236}">
                <a16:creationId xmlns:a16="http://schemas.microsoft.com/office/drawing/2014/main" id="{80E8F916-3A7D-4FF8-9BE7-79713001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23" name="footer-29">
            <a:extLst xmlns:a="http://schemas.openxmlformats.org/drawingml/2006/main">
              <a:ext uri="{FF2B5EF4-FFF2-40B4-BE49-F238E27FC236}">
                <a16:creationId xmlns:a16="http://schemas.microsoft.com/office/drawing/2014/main" id="{86A6AD9C-534D-4D2C-9952-B8A0CEB7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63522254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1BE4411D-815F-4332-8F91-4DC14081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IBAN Codes</a:t>
            </a:r>
          </a:p>
        </p:txBody>
      </p:sp>
      <p:sp>
        <p:nvSpPr>
          <p:cNvPr id="2" name="counter-30">
            <a:extLst xmlns:a="http://schemas.openxmlformats.org/drawingml/2006/main">
              <a:ext uri="{FF2B5EF4-FFF2-40B4-BE49-F238E27FC236}">
                <a16:creationId xmlns:a16="http://schemas.microsoft.com/office/drawing/2014/main" id="{9913FF02-28F1-46A7-9DAC-560C7EC6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146-150 of 150</a:t>
            </a:r>
          </a:p>
        </p:txBody>
      </p:sp>
      <p:sp>
        <p:nvSpPr>
          <p:cNvPr id="3" name="record-panel-30-1">
            <a:extLst xmlns:a="http://schemas.openxmlformats.org/drawingml/2006/main">
              <a:ext uri="{FF2B5EF4-FFF2-40B4-BE49-F238E27FC236}">
                <a16:creationId xmlns:a16="http://schemas.microsoft.com/office/drawing/2014/main" id="{8E604F75-8FFA-4894-A055-723C34FD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0-1">
            <a:extLst xmlns:a="http://schemas.openxmlformats.org/drawingml/2006/main">
              <a:ext uri="{FF2B5EF4-FFF2-40B4-BE49-F238E27FC236}">
                <a16:creationId xmlns:a16="http://schemas.microsoft.com/office/drawing/2014/main" id="{987878F5-48C9-4342-BB42-0877EF27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TEST-146  |  Italian International Bank Account Number (IBAN): IT61 X054 2811 1011 0000 0000 146</a:t>
            </a:r>
          </a:p>
        </p:txBody>
      </p:sp>
      <p:sp>
        <p:nvSpPr>
          <p:cNvPr id="5" name="record-person-30-1">
            <a:extLst xmlns:a="http://schemas.openxmlformats.org/drawingml/2006/main">
              <a:ext uri="{FF2B5EF4-FFF2-40B4-BE49-F238E27FC236}">
                <a16:creationId xmlns:a16="http://schemas.microsoft.com/office/drawing/2014/main" id="{F93249C5-D039-4437-8CE5-8479C560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Elisa Giulia Conti  |  Physical Address: Corso Pino Antica 1994, 20121 Milano, Italia</a:t>
            </a:r>
          </a:p>
        </p:txBody>
      </p:sp>
      <p:sp>
        <p:nvSpPr>
          <p:cNvPr id="6" name="record-evidence-30-1">
            <a:extLst xmlns:a="http://schemas.openxmlformats.org/drawingml/2006/main">
              <a:ext uri="{FF2B5EF4-FFF2-40B4-BE49-F238E27FC236}">
                <a16:creationId xmlns:a16="http://schemas.microsoft.com/office/drawing/2014/main" id="{690F3145-064E-428A-BC2B-23A7DAF1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7" name="record-panel-30-2">
            <a:extLst xmlns:a="http://schemas.openxmlformats.org/drawingml/2006/main">
              <a:ext uri="{FF2B5EF4-FFF2-40B4-BE49-F238E27FC236}">
                <a16:creationId xmlns:a16="http://schemas.microsoft.com/office/drawing/2014/main" id="{3238BEE4-76E7-41CB-ACF0-B42882BB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0-2">
            <a:extLst xmlns:a="http://schemas.openxmlformats.org/drawingml/2006/main">
              <a:ext uri="{FF2B5EF4-FFF2-40B4-BE49-F238E27FC236}">
                <a16:creationId xmlns:a16="http://schemas.microsoft.com/office/drawing/2014/main" id="{A75C8F8A-470F-49B6-A0F5-0B05092F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TEST-147  |  Italian International Bank Account Number (IBAN): IT34 X054 2811 1011 0000 0000 147</a:t>
            </a:r>
          </a:p>
        </p:txBody>
      </p:sp>
      <p:sp>
        <p:nvSpPr>
          <p:cNvPr id="9" name="record-person-30-2">
            <a:extLst xmlns:a="http://schemas.openxmlformats.org/drawingml/2006/main">
              <a:ext uri="{FF2B5EF4-FFF2-40B4-BE49-F238E27FC236}">
                <a16:creationId xmlns:a16="http://schemas.microsoft.com/office/drawing/2014/main" id="{053726E5-5005-4580-BC1A-09FAEBFE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Marco Elisa Russo  |  Physical Address: Corso Quercia Antica 2031, 37121 Verona, Italia</a:t>
            </a:r>
          </a:p>
        </p:txBody>
      </p:sp>
      <p:sp>
        <p:nvSpPr>
          <p:cNvPr id="10" name="record-evidence-30-2">
            <a:extLst xmlns:a="http://schemas.openxmlformats.org/drawingml/2006/main">
              <a:ext uri="{FF2B5EF4-FFF2-40B4-BE49-F238E27FC236}">
                <a16:creationId xmlns:a16="http://schemas.microsoft.com/office/drawing/2014/main" id="{F65E8820-9FF4-45FD-AAC8-A1006D7A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1" name="record-panel-30-3">
            <a:extLst xmlns:a="http://schemas.openxmlformats.org/drawingml/2006/main">
              <a:ext uri="{FF2B5EF4-FFF2-40B4-BE49-F238E27FC236}">
                <a16:creationId xmlns:a16="http://schemas.microsoft.com/office/drawing/2014/main" id="{3CBDFB8D-3F13-4196-86FC-37F39562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0-3">
            <a:extLst xmlns:a="http://schemas.openxmlformats.org/drawingml/2006/main">
              <a:ext uri="{FF2B5EF4-FFF2-40B4-BE49-F238E27FC236}">
                <a16:creationId xmlns:a16="http://schemas.microsoft.com/office/drawing/2014/main" id="{F3578520-0919-4EF8-A9E3-8BF4CC8A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TEST-148  |  Italian International Bank Account Number (IBAN): IT07 X054 2811 1011 0000 0000 148</a:t>
            </a:r>
          </a:p>
        </p:txBody>
      </p:sp>
      <p:sp>
        <p:nvSpPr>
          <p:cNvPr id="13" name="record-person-30-3">
            <a:extLst xmlns:a="http://schemas.openxmlformats.org/drawingml/2006/main">
              <a:ext uri="{FF2B5EF4-FFF2-40B4-BE49-F238E27FC236}">
                <a16:creationId xmlns:a16="http://schemas.microsoft.com/office/drawing/2014/main" id="{AC6928F4-2F50-4E3C-B623-3B52A1FE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Chiara Greta Costa  |  Physical Address: Corso Rosa Antica 2068, 40121 Bologna, Italia</a:t>
            </a:r>
          </a:p>
        </p:txBody>
      </p:sp>
      <p:sp>
        <p:nvSpPr>
          <p:cNvPr id="14" name="record-evidence-30-3">
            <a:extLst xmlns:a="http://schemas.openxmlformats.org/drawingml/2006/main">
              <a:ext uri="{FF2B5EF4-FFF2-40B4-BE49-F238E27FC236}">
                <a16:creationId xmlns:a16="http://schemas.microsoft.com/office/drawing/2014/main" id="{6A04F0B3-754C-4D80-879F-AF87C73C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5" name="record-panel-30-4">
            <a:extLst xmlns:a="http://schemas.openxmlformats.org/drawingml/2006/main">
              <a:ext uri="{FF2B5EF4-FFF2-40B4-BE49-F238E27FC236}">
                <a16:creationId xmlns:a16="http://schemas.microsoft.com/office/drawing/2014/main" id="{D5573EC7-FC9B-4144-9F04-C1F1792D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0-4">
            <a:extLst xmlns:a="http://schemas.openxmlformats.org/drawingml/2006/main">
              <a:ext uri="{FF2B5EF4-FFF2-40B4-BE49-F238E27FC236}">
                <a16:creationId xmlns:a16="http://schemas.microsoft.com/office/drawing/2014/main" id="{FA3E85CD-FEF7-4214-AE2D-578D9BD2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TEST-149  |  Italian International Bank Account Number (IBAN): IT77 X054 2811 1011 0000 0000 149</a:t>
            </a:r>
          </a:p>
        </p:txBody>
      </p:sp>
      <p:sp>
        <p:nvSpPr>
          <p:cNvPr id="17" name="record-person-30-4">
            <a:extLst xmlns:a="http://schemas.openxmlformats.org/drawingml/2006/main">
              <a:ext uri="{FF2B5EF4-FFF2-40B4-BE49-F238E27FC236}">
                <a16:creationId xmlns:a16="http://schemas.microsoft.com/office/drawing/2014/main" id="{3595093A-9D17-4E47-8D80-BB952045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Riccardo Alice Romano  |  Physical Address: Corso Tiglio Antica 2105, 35121 Padova, Italia</a:t>
            </a:r>
          </a:p>
        </p:txBody>
      </p:sp>
      <p:sp>
        <p:nvSpPr>
          <p:cNvPr id="18" name="record-evidence-30-4">
            <a:extLst xmlns:a="http://schemas.openxmlformats.org/drawingml/2006/main">
              <a:ext uri="{FF2B5EF4-FFF2-40B4-BE49-F238E27FC236}">
                <a16:creationId xmlns:a16="http://schemas.microsoft.com/office/drawing/2014/main" id="{1DF20571-BE3F-4874-B249-9B5987A0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19" name="record-panel-30-5">
            <a:extLst xmlns:a="http://schemas.openxmlformats.org/drawingml/2006/main">
              <a:ext uri="{FF2B5EF4-FFF2-40B4-BE49-F238E27FC236}">
                <a16:creationId xmlns:a16="http://schemas.microsoft.com/office/drawing/2014/main" id="{15261532-8AB0-42E2-B442-5348BB83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0-5">
            <a:extLst xmlns:a="http://schemas.openxmlformats.org/drawingml/2006/main">
              <a:ext uri="{FF2B5EF4-FFF2-40B4-BE49-F238E27FC236}">
                <a16:creationId xmlns:a16="http://schemas.microsoft.com/office/drawing/2014/main" id="{B832E212-5A4A-492E-A247-627AE6AA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TEST-150  |  Italian International Bank Account Number (IBAN): IT50 X054 2811 1011 0000 0000 150</a:t>
            </a:r>
          </a:p>
        </p:txBody>
      </p:sp>
      <p:sp>
        <p:nvSpPr>
          <p:cNvPr id="21" name="record-person-30-5">
            <a:extLst xmlns:a="http://schemas.openxmlformats.org/drawingml/2006/main">
              <a:ext uri="{FF2B5EF4-FFF2-40B4-BE49-F238E27FC236}">
                <a16:creationId xmlns:a16="http://schemas.microsoft.com/office/drawing/2014/main" id="{CC2B08C3-BCAC-4BAB-BB29-25F7CB99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Beatrice Giulia Moretti  |  Physical Address: Corso Ulivo Antica 2142, 80133 Napoli, Italia</a:t>
            </a:r>
          </a:p>
        </p:txBody>
      </p:sp>
      <p:sp>
        <p:nvSpPr>
          <p:cNvPr id="22" name="record-evidence-30-5">
            <a:extLst xmlns:a="http://schemas.openxmlformats.org/drawingml/2006/main">
              <a:ext uri="{FF2B5EF4-FFF2-40B4-BE49-F238E27FC236}">
                <a16:creationId xmlns:a16="http://schemas.microsoft.com/office/drawing/2014/main" id="{314EEDDE-C059-4617-B139-29924DB5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Italian bank transfer beneficiary; IBAN; international bank account number</a:t>
            </a:r>
          </a:p>
        </p:txBody>
      </p:sp>
      <p:sp>
        <p:nvSpPr>
          <p:cNvPr id="23" name="footer-30">
            <a:extLst xmlns:a="http://schemas.openxmlformats.org/drawingml/2006/main">
              <a:ext uri="{FF2B5EF4-FFF2-40B4-BE49-F238E27FC236}">
                <a16:creationId xmlns:a16="http://schemas.microsoft.com/office/drawing/2014/main" id="{30CF7569-9848-4310-825C-8F5C80B5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8974589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2026-07-31T08:56:50.6670000Z</dcterms:created>
  <dcterms:modified xsi:type="dcterms:W3CDTF">2026-07-31T08:56:50.6670000Z</dcterms:modified>
</coreProperties>
</file>
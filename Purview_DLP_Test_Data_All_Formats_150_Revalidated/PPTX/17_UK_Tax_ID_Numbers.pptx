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8d9039948f4769" /><Relationship Type="http://schemas.openxmlformats.org/officeDocument/2006/relationships/extended-properties" Target="/docProps/app.xml" Id="R11d8f5a9410e406f" /><Relationship Type="http://schemas.openxmlformats.org/officeDocument/2006/relationships/officeDocument" Target="/ppt/presentation.xml" Id="R36d44da7ded3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4d44fb5d94967"/>
  </p:sldMasterIdLst>
  <p:notesMasterIdLst>
    <p:notesMasterId xmlns:r="http://schemas.openxmlformats.org/officeDocument/2006/relationships" r:id="R1ad3b6506b3040ba"/>
  </p:notesMasterIdLst>
  <p:sldIdLst>
    <p:sldId xmlns:r="http://schemas.openxmlformats.org/officeDocument/2006/relationships" id="256" r:id="R397a924c812e4ff4"/>
    <p:sldId xmlns:r="http://schemas.openxmlformats.org/officeDocument/2006/relationships" id="257" r:id="R6f2fa9dc38204d1a"/>
    <p:sldId xmlns:r="http://schemas.openxmlformats.org/officeDocument/2006/relationships" id="258" r:id="R6adc84bc31f54b5a"/>
    <p:sldId xmlns:r="http://schemas.openxmlformats.org/officeDocument/2006/relationships" id="259" r:id="Rd06a8c81fc204645"/>
    <p:sldId xmlns:r="http://schemas.openxmlformats.org/officeDocument/2006/relationships" id="260" r:id="Rb8cbd482b01d4e5e"/>
    <p:sldId xmlns:r="http://schemas.openxmlformats.org/officeDocument/2006/relationships" id="261" r:id="R877cc18a9e184168"/>
    <p:sldId xmlns:r="http://schemas.openxmlformats.org/officeDocument/2006/relationships" id="262" r:id="Rd0d3753044874b33"/>
    <p:sldId xmlns:r="http://schemas.openxmlformats.org/officeDocument/2006/relationships" id="263" r:id="R653ce8b966b64a9b"/>
    <p:sldId xmlns:r="http://schemas.openxmlformats.org/officeDocument/2006/relationships" id="264" r:id="Rdea601339bbf408d"/>
    <p:sldId xmlns:r="http://schemas.openxmlformats.org/officeDocument/2006/relationships" id="265" r:id="R1b361b23cb19412b"/>
    <p:sldId xmlns:r="http://schemas.openxmlformats.org/officeDocument/2006/relationships" id="266" r:id="R3f2f7898049d471a"/>
    <p:sldId xmlns:r="http://schemas.openxmlformats.org/officeDocument/2006/relationships" id="267" r:id="Rf0fc627c24594c3e"/>
    <p:sldId xmlns:r="http://schemas.openxmlformats.org/officeDocument/2006/relationships" id="268" r:id="Rc65a20597af544ee"/>
    <p:sldId xmlns:r="http://schemas.openxmlformats.org/officeDocument/2006/relationships" id="269" r:id="Rd31397ae449b4bf5"/>
    <p:sldId xmlns:r="http://schemas.openxmlformats.org/officeDocument/2006/relationships" id="270" r:id="Rbca1599e72174101"/>
    <p:sldId xmlns:r="http://schemas.openxmlformats.org/officeDocument/2006/relationships" id="271" r:id="R834087fcff174118"/>
    <p:sldId xmlns:r="http://schemas.openxmlformats.org/officeDocument/2006/relationships" id="272" r:id="R7aa46550ac094933"/>
    <p:sldId xmlns:r="http://schemas.openxmlformats.org/officeDocument/2006/relationships" id="273" r:id="R8a2c97221e7a4051"/>
    <p:sldId xmlns:r="http://schemas.openxmlformats.org/officeDocument/2006/relationships" id="274" r:id="R907ed609adf9423b"/>
    <p:sldId xmlns:r="http://schemas.openxmlformats.org/officeDocument/2006/relationships" id="275" r:id="Rdea68b69a99c4812"/>
    <p:sldId xmlns:r="http://schemas.openxmlformats.org/officeDocument/2006/relationships" id="276" r:id="Re84badc8777e4499"/>
    <p:sldId xmlns:r="http://schemas.openxmlformats.org/officeDocument/2006/relationships" id="277" r:id="Rf22ea8dc4c4d45f6"/>
    <p:sldId xmlns:r="http://schemas.openxmlformats.org/officeDocument/2006/relationships" id="278" r:id="Rbc13940015724916"/>
    <p:sldId xmlns:r="http://schemas.openxmlformats.org/officeDocument/2006/relationships" id="279" r:id="R20c849496080472c"/>
    <p:sldId xmlns:r="http://schemas.openxmlformats.org/officeDocument/2006/relationships" id="280" r:id="R1e45a469386c47b6"/>
    <p:sldId xmlns:r="http://schemas.openxmlformats.org/officeDocument/2006/relationships" id="281" r:id="R1c3d2d6e15a2408b"/>
    <p:sldId xmlns:r="http://schemas.openxmlformats.org/officeDocument/2006/relationships" id="282" r:id="R3f3c150d4259498f"/>
    <p:sldId xmlns:r="http://schemas.openxmlformats.org/officeDocument/2006/relationships" id="283" r:id="R233c4e1778904390"/>
    <p:sldId xmlns:r="http://schemas.openxmlformats.org/officeDocument/2006/relationships" id="284" r:id="Rd168c5a3ef094b6e"/>
    <p:sldId xmlns:r="http://schemas.openxmlformats.org/officeDocument/2006/relationships" id="285" r:id="Rf86febf70bd24e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55d0174834b04" /><Relationship Type="http://schemas.openxmlformats.org/officeDocument/2006/relationships/slideMaster" Target="/ppt/slideMasters/slideMaster1.xml" Id="R0674d44fb5d94967" /><Relationship Type="http://schemas.openxmlformats.org/officeDocument/2006/relationships/notesMaster" Target="/ppt/notesMasters/notesMaster1.xml" Id="R1ad3b6506b3040ba" /><Relationship Type="http://schemas.openxmlformats.org/officeDocument/2006/relationships/presProps" Target="/ppt/presProps.xml" Id="R6ae1bfffd7ce4f7c" /><Relationship Type="http://schemas.openxmlformats.org/officeDocument/2006/relationships/tableStyles" Target="/ppt/tableStyles.xml" Id="Rc46577e53f5c4484" /><Relationship Type="http://schemas.openxmlformats.org/officeDocument/2006/relationships/slide" Target="/ppt/slides/slide1.xml" Id="R397a924c812e4ff4" /><Relationship Type="http://schemas.openxmlformats.org/officeDocument/2006/relationships/slide" Target="/ppt/slides/slide2.xml" Id="R6f2fa9dc38204d1a" /><Relationship Type="http://schemas.openxmlformats.org/officeDocument/2006/relationships/slide" Target="/ppt/slides/slide3.xml" Id="R6adc84bc31f54b5a" /><Relationship Type="http://schemas.openxmlformats.org/officeDocument/2006/relationships/slide" Target="/ppt/slides/slide4.xml" Id="Rd06a8c81fc204645" /><Relationship Type="http://schemas.openxmlformats.org/officeDocument/2006/relationships/slide" Target="/ppt/slides/slide5.xml" Id="Rb8cbd482b01d4e5e" /><Relationship Type="http://schemas.openxmlformats.org/officeDocument/2006/relationships/slide" Target="/ppt/slides/slide6.xml" Id="R877cc18a9e184168" /><Relationship Type="http://schemas.openxmlformats.org/officeDocument/2006/relationships/slide" Target="/ppt/slides/slide7.xml" Id="Rd0d3753044874b33" /><Relationship Type="http://schemas.openxmlformats.org/officeDocument/2006/relationships/slide" Target="/ppt/slides/slide8.xml" Id="R653ce8b966b64a9b" /><Relationship Type="http://schemas.openxmlformats.org/officeDocument/2006/relationships/slide" Target="/ppt/slides/slide9.xml" Id="Rdea601339bbf408d" /><Relationship Type="http://schemas.openxmlformats.org/officeDocument/2006/relationships/slide" Target="/ppt/slides/slide10.xml" Id="R1b361b23cb19412b" /><Relationship Type="http://schemas.openxmlformats.org/officeDocument/2006/relationships/slide" Target="/ppt/slides/slide11.xml" Id="R3f2f7898049d471a" /><Relationship Type="http://schemas.openxmlformats.org/officeDocument/2006/relationships/slide" Target="/ppt/slides/slide12.xml" Id="Rf0fc627c24594c3e" /><Relationship Type="http://schemas.openxmlformats.org/officeDocument/2006/relationships/slide" Target="/ppt/slides/slide13.xml" Id="Rc65a20597af544ee" /><Relationship Type="http://schemas.openxmlformats.org/officeDocument/2006/relationships/slide" Target="/ppt/slides/slide14.xml" Id="Rd31397ae449b4bf5" /><Relationship Type="http://schemas.openxmlformats.org/officeDocument/2006/relationships/slide" Target="/ppt/slides/slide15.xml" Id="Rbca1599e72174101" /><Relationship Type="http://schemas.openxmlformats.org/officeDocument/2006/relationships/slide" Target="/ppt/slides/slide16.xml" Id="R834087fcff174118" /><Relationship Type="http://schemas.openxmlformats.org/officeDocument/2006/relationships/slide" Target="/ppt/slides/slide17.xml" Id="R7aa46550ac094933" /><Relationship Type="http://schemas.openxmlformats.org/officeDocument/2006/relationships/slide" Target="/ppt/slides/slide18.xml" Id="R8a2c97221e7a4051" /><Relationship Type="http://schemas.openxmlformats.org/officeDocument/2006/relationships/slide" Target="/ppt/slides/slide19.xml" Id="R907ed609adf9423b" /><Relationship Type="http://schemas.openxmlformats.org/officeDocument/2006/relationships/slide" Target="/ppt/slides/slide20.xml" Id="Rdea68b69a99c4812" /><Relationship Type="http://schemas.openxmlformats.org/officeDocument/2006/relationships/slide" Target="/ppt/slides/slide21.xml" Id="Re84badc8777e4499" /><Relationship Type="http://schemas.openxmlformats.org/officeDocument/2006/relationships/slide" Target="/ppt/slides/slide22.xml" Id="Rf22ea8dc4c4d45f6" /><Relationship Type="http://schemas.openxmlformats.org/officeDocument/2006/relationships/slide" Target="/ppt/slides/slide23.xml" Id="Rbc13940015724916" /><Relationship Type="http://schemas.openxmlformats.org/officeDocument/2006/relationships/slide" Target="/ppt/slides/slide24.xml" Id="R20c849496080472c" /><Relationship Type="http://schemas.openxmlformats.org/officeDocument/2006/relationships/slide" Target="/ppt/slides/slide25.xml" Id="R1e45a469386c47b6" /><Relationship Type="http://schemas.openxmlformats.org/officeDocument/2006/relationships/slide" Target="/ppt/slides/slide26.xml" Id="R1c3d2d6e15a2408b" /><Relationship Type="http://schemas.openxmlformats.org/officeDocument/2006/relationships/slide" Target="/ppt/slides/slide27.xml" Id="R3f3c150d4259498f" /><Relationship Type="http://schemas.openxmlformats.org/officeDocument/2006/relationships/slide" Target="/ppt/slides/slide28.xml" Id="R233c4e1778904390" /><Relationship Type="http://schemas.openxmlformats.org/officeDocument/2006/relationships/slide" Target="/ppt/slides/slide29.xml" Id="Rd168c5a3ef094b6e" /><Relationship Type="http://schemas.openxmlformats.org/officeDocument/2006/relationships/slide" Target="/ppt/slides/slide30.xml" Id="Rf86febf70bd24e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e39a9a0b0b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8daafa5d14db1" /><Relationship Type="http://schemas.openxmlformats.org/officeDocument/2006/relationships/notesMaster" Target="/ppt/notesMasters/notesMaster1.xml" Id="Rf39dca6822aa4e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1dafb70f04d59" /><Relationship Type="http://schemas.openxmlformats.org/officeDocument/2006/relationships/notesMaster" Target="/ppt/notesMasters/notesMaster1.xml" Id="R09ab7dd7ea77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17cdf2ecec40af" /><Relationship Type="http://schemas.openxmlformats.org/officeDocument/2006/relationships/notesMaster" Target="/ppt/notesMasters/notesMaster1.xml" Id="R78d0a2ea02ee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46ad355a344e6" /><Relationship Type="http://schemas.openxmlformats.org/officeDocument/2006/relationships/notesMaster" Target="/ppt/notesMasters/notesMaster1.xml" Id="R32265b9a25c648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edb77310d24821" /><Relationship Type="http://schemas.openxmlformats.org/officeDocument/2006/relationships/notesMaster" Target="/ppt/notesMasters/notesMaster1.xml" Id="Rcf30707bb0ae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1dec49528d467f" /><Relationship Type="http://schemas.openxmlformats.org/officeDocument/2006/relationships/notesMaster" Target="/ppt/notesMasters/notesMaster1.xml" Id="R730deabb707f49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e8501d0d0431d" /><Relationship Type="http://schemas.openxmlformats.org/officeDocument/2006/relationships/notesMaster" Target="/ppt/notesMasters/notesMaster1.xml" Id="Rcfc6a727d1ef4b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fd510b6e1e4d0c" /><Relationship Type="http://schemas.openxmlformats.org/officeDocument/2006/relationships/notesMaster" Target="/ppt/notesMasters/notesMaster1.xml" Id="R61c1916e68a345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37731cef464b8c" /><Relationship Type="http://schemas.openxmlformats.org/officeDocument/2006/relationships/notesMaster" Target="/ppt/notesMasters/notesMaster1.xml" Id="Rb01e42aee5484d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ec4abbbc4546ab" /><Relationship Type="http://schemas.openxmlformats.org/officeDocument/2006/relationships/notesMaster" Target="/ppt/notesMasters/notesMaster1.xml" Id="R8d072c3d8e7948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3d8411035e470a" /><Relationship Type="http://schemas.openxmlformats.org/officeDocument/2006/relationships/notesMaster" Target="/ppt/notesMasters/notesMaster1.xml" Id="R20edaa9f084c40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a4958f4f5c4365" /><Relationship Type="http://schemas.openxmlformats.org/officeDocument/2006/relationships/notesMaster" Target="/ppt/notesMasters/notesMaster1.xml" Id="Rde3346f50b2b42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801636b4e4639" /><Relationship Type="http://schemas.openxmlformats.org/officeDocument/2006/relationships/notesMaster" Target="/ppt/notesMasters/notesMaster1.xml" Id="R1d72708b1f854a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0088ab72324911" /><Relationship Type="http://schemas.openxmlformats.org/officeDocument/2006/relationships/notesMaster" Target="/ppt/notesMasters/notesMaster1.xml" Id="R7e245b0b68e144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389926dab64496" /><Relationship Type="http://schemas.openxmlformats.org/officeDocument/2006/relationships/notesMaster" Target="/ppt/notesMasters/notesMaster1.xml" Id="R68ef4582c7f044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2c061c1cfd4ab1" /><Relationship Type="http://schemas.openxmlformats.org/officeDocument/2006/relationships/notesMaster" Target="/ppt/notesMasters/notesMaster1.xml" Id="Rc72965c3ad094d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ede87c10af4d53" /><Relationship Type="http://schemas.openxmlformats.org/officeDocument/2006/relationships/notesMaster" Target="/ppt/notesMasters/notesMaster1.xml" Id="Ra695e19ecac245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353e2d95f24c76" /><Relationship Type="http://schemas.openxmlformats.org/officeDocument/2006/relationships/notesMaster" Target="/ppt/notesMasters/notesMaster1.xml" Id="R7256af0c699b49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c6d5717729497c" /><Relationship Type="http://schemas.openxmlformats.org/officeDocument/2006/relationships/notesMaster" Target="/ppt/notesMasters/notesMaster1.xml" Id="R27d661464f484a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bfa7a2829e4346" /><Relationship Type="http://schemas.openxmlformats.org/officeDocument/2006/relationships/notesMaster" Target="/ppt/notesMasters/notesMaster1.xml" Id="R5b0108522de146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6341e54a2e4c0c" /><Relationship Type="http://schemas.openxmlformats.org/officeDocument/2006/relationships/notesMaster" Target="/ppt/notesMasters/notesMaster1.xml" Id="R0f8c051d996941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04183cd4944176" /><Relationship Type="http://schemas.openxmlformats.org/officeDocument/2006/relationships/notesMaster" Target="/ppt/notesMasters/notesMaster1.xml" Id="R7a7fbd92c5a34c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b893d589bb46d3" /><Relationship Type="http://schemas.openxmlformats.org/officeDocument/2006/relationships/notesMaster" Target="/ppt/notesMasters/notesMaster1.xml" Id="Re0b27204cfd744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6b30b33d52475a" /><Relationship Type="http://schemas.openxmlformats.org/officeDocument/2006/relationships/notesMaster" Target="/ppt/notesMasters/notesMaster1.xml" Id="Ra6e0758a657346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35a888022d34656" /><Relationship Type="http://schemas.openxmlformats.org/officeDocument/2006/relationships/notesMaster" Target="/ppt/notesMasters/notesMaster1.xml" Id="Rca0805034b0545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1dfb1f23794126" /><Relationship Type="http://schemas.openxmlformats.org/officeDocument/2006/relationships/notesMaster" Target="/ppt/notesMasters/notesMaster1.xml" Id="R52ea7d8abee745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f3705513f24dde" /><Relationship Type="http://schemas.openxmlformats.org/officeDocument/2006/relationships/notesMaster" Target="/ppt/notesMasters/notesMaster1.xml" Id="Red0867a9897f47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83b9bff816460b" /><Relationship Type="http://schemas.openxmlformats.org/officeDocument/2006/relationships/notesMaster" Target="/ppt/notesMasters/notesMaster1.xml" Id="R700fa5e1d42240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85dc2b82d84cbf" /><Relationship Type="http://schemas.openxmlformats.org/officeDocument/2006/relationships/notesMaster" Target="/ppt/notesMasters/notesMaster1.xml" Id="R96fd3197fef848f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5f6de54c6554bb5" /><Relationship Type="http://schemas.openxmlformats.org/officeDocument/2006/relationships/notesMaster" Target="/ppt/notesMasters/notesMaster1.xml" Id="Rff8ba9ef9b1f40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https://learn.microsoft.com/en-us/purview/sit-defn-uk-unique-taxpayer-reference-number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07d0cf010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5228a7b914df5" /><Relationship Type="http://schemas.openxmlformats.org/officeDocument/2006/relationships/slideLayout" Target="/ppt/slideLayouts/slideLayout1.xml" Id="Rc575a223985a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75a223985a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0ae4fd58842b9" /><Relationship Type="http://schemas.openxmlformats.org/officeDocument/2006/relationships/notesSlide" Target="/ppt/notesSlides/notesSlide1.xml" Id="Rfaedea20a73f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6f8308f54673" /><Relationship Type="http://schemas.openxmlformats.org/officeDocument/2006/relationships/notesSlide" Target="/ppt/notesSlides/notesSlide2.xml" Id="R05069a09b14e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1714b2923498c" /><Relationship Type="http://schemas.openxmlformats.org/officeDocument/2006/relationships/notesSlide" Target="/ppt/notesSlides/notesSlide3.xml" Id="R9037dfbafc7744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72e2bdfe4ea9" /><Relationship Type="http://schemas.openxmlformats.org/officeDocument/2006/relationships/notesSlide" Target="/ppt/notesSlides/notesSlide4.xml" Id="Rf56f43e8973242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072c5c9994880" /><Relationship Type="http://schemas.openxmlformats.org/officeDocument/2006/relationships/notesSlide" Target="/ppt/notesSlides/notesSlide5.xml" Id="Rb612f77ae90140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3d209871e40c3" /><Relationship Type="http://schemas.openxmlformats.org/officeDocument/2006/relationships/notesSlide" Target="/ppt/notesSlides/notesSlide6.xml" Id="R51b76572a56d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43d02a2c4c9d" /><Relationship Type="http://schemas.openxmlformats.org/officeDocument/2006/relationships/notesSlide" Target="/ppt/notesSlides/notesSlide7.xml" Id="R99f07ed4d18b44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9520c723f4247" /><Relationship Type="http://schemas.openxmlformats.org/officeDocument/2006/relationships/notesSlide" Target="/ppt/notesSlides/notesSlide8.xml" Id="Rc6c330fa9f5d49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58cb2938044d3" /><Relationship Type="http://schemas.openxmlformats.org/officeDocument/2006/relationships/notesSlide" Target="/ppt/notesSlides/notesSlide9.xml" Id="Rcd18805da94a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3182ce52f42a4" /><Relationship Type="http://schemas.openxmlformats.org/officeDocument/2006/relationships/notesSlide" Target="/ppt/notesSlides/notesSlide10.xml" Id="R6dda93fba60c47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46246868a46e5" /><Relationship Type="http://schemas.openxmlformats.org/officeDocument/2006/relationships/notesSlide" Target="/ppt/notesSlides/notesSlide11.xml" Id="R641daeb4a38140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da459dd1e40b4" /><Relationship Type="http://schemas.openxmlformats.org/officeDocument/2006/relationships/notesSlide" Target="/ppt/notesSlides/notesSlide12.xml" Id="Rd7e95659772d44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6d651dc1545dc" /><Relationship Type="http://schemas.openxmlformats.org/officeDocument/2006/relationships/notesSlide" Target="/ppt/notesSlides/notesSlide13.xml" Id="R4ea601e68b4c4c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d4e27f50947d3" /><Relationship Type="http://schemas.openxmlformats.org/officeDocument/2006/relationships/notesSlide" Target="/ppt/notesSlides/notesSlide14.xml" Id="Rb89afe9f7c6c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e494994ac4ff2" /><Relationship Type="http://schemas.openxmlformats.org/officeDocument/2006/relationships/notesSlide" Target="/ppt/notesSlides/notesSlide15.xml" Id="R1173e0c423d544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88f5f00554efb" /><Relationship Type="http://schemas.openxmlformats.org/officeDocument/2006/relationships/notesSlide" Target="/ppt/notesSlides/notesSlide16.xml" Id="R75d31bbe73d449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ecd18c8c4d88" /><Relationship Type="http://schemas.openxmlformats.org/officeDocument/2006/relationships/notesSlide" Target="/ppt/notesSlides/notesSlide17.xml" Id="R4283ffc596cf4c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92ec43f26439f" /><Relationship Type="http://schemas.openxmlformats.org/officeDocument/2006/relationships/notesSlide" Target="/ppt/notesSlides/notesSlide18.xml" Id="Rf507f9c922bb45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0739065744af7" /><Relationship Type="http://schemas.openxmlformats.org/officeDocument/2006/relationships/notesSlide" Target="/ppt/notesSlides/notesSlide19.xml" Id="Ra98f12cd165348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acc27b2f44d0c" /><Relationship Type="http://schemas.openxmlformats.org/officeDocument/2006/relationships/notesSlide" Target="/ppt/notesSlides/notesSlide20.xml" Id="Rdcec2802d19444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ffb4fc39f408d" /><Relationship Type="http://schemas.openxmlformats.org/officeDocument/2006/relationships/notesSlide" Target="/ppt/notesSlides/notesSlide21.xml" Id="R8fa19efe72764e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c365ea3b44751" /><Relationship Type="http://schemas.openxmlformats.org/officeDocument/2006/relationships/notesSlide" Target="/ppt/notesSlides/notesSlide22.xml" Id="Rf490512745414c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a4630c99c4699" /><Relationship Type="http://schemas.openxmlformats.org/officeDocument/2006/relationships/notesSlide" Target="/ppt/notesSlides/notesSlide23.xml" Id="R09728de93e9f4b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942a157548fa" /><Relationship Type="http://schemas.openxmlformats.org/officeDocument/2006/relationships/notesSlide" Target="/ppt/notesSlides/notesSlide24.xml" Id="Ra1c1835167114b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7ba64a1e3461a" /><Relationship Type="http://schemas.openxmlformats.org/officeDocument/2006/relationships/notesSlide" Target="/ppt/notesSlides/notesSlide25.xml" Id="Ref0911643dcc42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a5778588f46ed" /><Relationship Type="http://schemas.openxmlformats.org/officeDocument/2006/relationships/notesSlide" Target="/ppt/notesSlides/notesSlide26.xml" Id="R314cdd40c38f48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8354f09174326" /><Relationship Type="http://schemas.openxmlformats.org/officeDocument/2006/relationships/notesSlide" Target="/ppt/notesSlides/notesSlide27.xml" Id="R8c796287b6fb4b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12be916074c58" /><Relationship Type="http://schemas.openxmlformats.org/officeDocument/2006/relationships/notesSlide" Target="/ppt/notesSlides/notesSlide28.xml" Id="R38e7164c6ac647e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20c8b271499d" /><Relationship Type="http://schemas.openxmlformats.org/officeDocument/2006/relationships/notesSlide" Target="/ppt/notesSlides/notesSlide29.xml" Id="Rddb9bbcc155d43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76fd837b24a3d" /><Relationship Type="http://schemas.openxmlformats.org/officeDocument/2006/relationships/notesSlide" Target="/ppt/notesSlides/notesSlide30.xml" Id="Reddddd787f034c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7501E1B8-6149-4BDA-97EC-3F6A7FD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D5C0D361-5F12-42F8-92E0-613F7FC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C40386E9-52F6-4DB9-B79B-EF557BD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584CB26A-79E6-4B19-8046-A76EDAF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Unique Taxpayer Reference (UTR): 1200000001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A310FE8B-1188-4417-8266-B67EB07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Sophie Wright  |  Physical Address: Flat 25, 3555 Abbey Mead Drive, Liverpool, L1 8JQ,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AB3706BF-6939-4479-A7CA-384F028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14630002-C020-42D4-9DA8-A77D351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D65348E5-0D1D-45C0-8222-47301641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Unique Taxpayer Reference (UTR): 1200000002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536476AD-0C76-4DE8-9E37-B7293671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Lily Smith  |  Physical Address: Flat 26, 3592 Bramble Mead Drive, Aberdeen, AB10 1AN,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3D0840CF-4C61-4699-87E8-8F699FB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8013307B-A0B3-4BC3-A485-6C19808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4D252B88-4485-45E9-A1CC-13E082C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Unique Taxpayer Reference (UTR): 1200000003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1A8693C1-E897-4D9E-A487-B664D6A2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Mia White  |  Physical Address: Flat 27, 3629 Cedar Mead Drive, Bristol, BS1 4ST,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F293706D-4A8D-4401-9C7B-32A7773A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F41F75DA-056B-48A9-9651-FA493F7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426F3EEA-9056-495F-A6B0-4D2E2020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Unique Taxpayer Reference (UTR): 1200000004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14A12281-BC24-4C29-88E3-6751E8D9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Amelia Williams  |  Physical Address: Flat 28, 3666 Church Mead Drive, Oxford, OX1 1AA,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8C47F0C2-F4B5-4CE7-BD8D-4FA7285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62901BFB-4FFD-440E-AAA6-BCF7B559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9E44618E-32FD-4567-962C-CC1D61D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Unique Taxpayer Reference (UTR): 1200000005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7AF256BF-9BC1-4961-BCDE-C8194AE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Sophie Hall  |  Physical Address: Flat 29, 3703 Crown Mead Drive, Glasgow, G1 2FF,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29B82485-3212-4AE3-B58C-FEBABA2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D39EDA5D-1709-4B7D-A5F4-0CB76AD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2700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883DB560-6A7B-498C-B756-32EDB5AA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907E4842-D735-41CF-B089-266F778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46868CB2-CFFA-4E9F-9C39-14DA61B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C5A2A697-F4C0-4083-83D0-8264A295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Unique Taxpayer Reference (UTR): 1200000006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14531FF8-F550-4DCD-9BD4-83434D30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Lily Davies  |  Physical Address: Flat 30, 3740 Elm Mead Drive, Newcastle, NE1 4LP,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8B08CD29-39DE-4880-A4F1-C40A74A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F6F6A694-9D60-44E5-9D1E-ECEA28B0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8050B5C2-E1F9-448B-9019-18E3C75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Unique Taxpayer Reference (UTR): 1200000007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2660B3D1-BB76-477B-A5EE-CE53B7C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Mia Wood  |  Physical Address: Flat 31, 3777 Hawthorn Mead Drive, Manchester, M1 2WD,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1699A23C-E834-4D65-89F7-79A02B73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42CA9D38-C443-4C70-BC7C-46A3BED9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E434D746-B5BA-44CD-BA5D-31ECB0B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Unique Taxpayer Reference (UTR): 1200000008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C6821C18-98A8-46B9-B073-FF04362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Amelia Thompson  |  Physical Address: Flat 32, 3814 Kingfisher Mead Drive, Nottingham, NG1 2AS,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5677C77A-416D-4F24-91C1-3A61F1B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0E8B3D30-B37B-4F13-AB96-6C0A954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0DB41811-D8FB-45B0-B91E-C5B097A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Unique Taxpayer Reference (UTR): 1200000009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37FC4860-0C9E-4088-9047-EF9DC531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Sophie Smith  |  Physical Address: Flat 33, 3851 Mill Mead Drive, London, SW1A 2AA,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F24B0B85-BB00-4B12-8560-993E51F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FF587E86-AB38-401F-80DA-C969B9E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0692F70D-C6C1-4BEC-B28A-7352325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Unique Taxpayer Reference (UTR): 1200000010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B3EE2E5E-CE4E-4073-ADDD-0AD299B6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Lily White  |  Physical Address: Flat 34, 3888 Orchard Mead Drive, Edinburgh, EH1 1YZ,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2D8A2944-9083-4283-91D1-501EC91A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DC813672-84D1-47A2-A45B-9AB0643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12977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355BA1C5-183F-40A0-9B15-FFB82E3B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F5041F3F-9054-4083-B9B8-93A73E0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4BB6E2F2-83A4-4039-A74C-306D8F3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BAF2500C-CCC3-47BC-92E7-2D90EBB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Unique Taxpayer Reference (UTR): 1200000011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446F2F8A-4F05-4427-9E8A-FCCD9A5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Mia Williams  |  Physical Address: Flat 35, 3925 Station Mead Drive, Cambridge, CB1 1BH,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0848D244-0FDF-4B3B-8F80-6B103EB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1A8585BF-F27E-4117-BC8A-3660C1A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7E0324A9-E04C-4E4E-B20C-0A686EF5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Unique Taxpayer Reference (UTR): 1200000012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C49E620F-8960-4791-B5E5-CF50E48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Jack Thomas  |  Physical Address: Flat 36, 3962 Victoria Mead Drive, Cardiff, CF10 2HE,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9BD7624B-6A60-4390-86FF-E23FF89F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5F193081-DC3D-4B5A-85FC-FD768D91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8F240633-6377-44BE-BC28-34459E9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Unique Taxpayer Reference (UTR): 1200000013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1A6D88A3-4923-47CD-86D3-66523BC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William Davies  |  Physical Address: Flat 37, 3999 Abbey Park Drive, Sheffield, S1 2BJ,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815C62F9-1AE3-46CC-8167-A6D3B95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3CB8EF6E-2C36-4368-AD59-FAABC5E3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83F4EDCC-6D72-48A3-B3F2-C378C4BA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Unique Taxpayer Reference (UTR): 1200000014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48EA9FD-5344-4D94-BBCF-3E2A9A3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Charlie Wood  |  Physical Address: Flat 38, 4036 Bramble Park Drive, Leeds, LS1 4AP,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C576BD84-2E95-4649-B3D5-5F28A21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C25E063B-2E4C-4D7B-B9C7-51852D2D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0CCDE52B-3D25-4732-9CEA-6C83DB32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Unique Taxpayer Reference (UTR): 1200000015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0817540E-CF1B-48EA-91B4-0A5A779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Arthur Thompson  |  Physical Address: Flat 39, 4073 Cedar Park Drive, Leicester, LE1 5YP,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BE12FFEB-64D0-4025-B278-F49AD47B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BC4CA511-B49E-457B-833B-86ED763E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0535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A91FC50-B2B9-4796-9F4A-3D3B335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5B95315E-4AC1-4B36-9D6B-56CDB880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957F3D27-3BEF-4808-B0B2-7CF28FBD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320E82D6-B836-4245-B881-96046C6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Unique Taxpayer Reference (UTR): 1200000016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0BD3AA7E-FF69-41BA-A03A-8365371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Edward Smith  |  Physical Address: Flat 40, 4110 Church Park Drive, Birmingham, B1 1BB,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B0310A75-5EA7-44D2-A200-95F71E1D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06BBA842-F39E-4FC6-BC4D-1B28C02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FF412896-FF6F-44AD-B17D-B739E879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Unique Taxpayer Reference (UTR): 1200000017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A579E738-B3F4-40A6-AAE0-B34ADE4A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William White  |  Physical Address: Flat 41, 4147 Crown Park Drive, Liverpool, L1 8JQ,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604C9822-5ED8-4134-A8F1-E4C266AC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A7B41A7D-C365-4364-86E0-2F32D06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8F20A8A8-C9CC-444B-B510-F171936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Unique Taxpayer Reference (UTR): 1200000018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CC78AD2E-81FF-48E1-8AF1-A34D403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Charlie Williams  |  Physical Address: Flat 42, 4184 Elm Park Drive, Aberdeen, AB10 1AN,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57FAF946-3586-46C1-B40F-DA8E7B8A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2EE3629E-4FB3-4A92-944E-08D8E77C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378E5D46-E9C8-401C-9E33-7B8071B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Unique Taxpayer Reference (UTR): 1200000019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318F0BBA-61E5-464F-B32E-C80AEC1D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Arthur Thomas  |  Physical Address: Flat 43, 4221 Hawthorn Park Drive, Bristol, BS1 4ST,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B93F059A-6C01-4970-9981-B99DB71F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DDF182DA-8250-4A9F-9291-C4109F0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C89A84B4-B6FD-4F85-9766-4800E55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Unique Taxpayer Reference (UTR): 1200000020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58D470C0-1A7A-4411-8CBE-5D26B8DF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Edward Davies  |  Physical Address: Flat 44, 4258 Kingfisher Park Drive, Oxford, OX1 1AA,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0F680FF5-DAAB-419F-9293-B8B96227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B6626384-CF0C-4A8E-9094-AF8E7641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79208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B78F5FB5-BB86-4913-8A25-6338F6C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5295A9E8-DAA0-43EF-9FBA-25F1455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3DBF913E-52BE-4615-BB8E-7401699C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0400E9F3-8168-4C52-8E20-3120473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Unique Taxpayer Reference (UTR): 1200000021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A8C4CCCD-D9E2-4785-A653-DD8B0B24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William Wood  |  Physical Address: Flat 45, 4295 Mill Park Drive, Glasgow, G1 2FF,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4B4F9DB8-31AC-4DFF-B581-80A572E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DDE3D2AA-D99A-446E-B90B-239B7F3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B9BD2CCD-551E-4318-BBDB-CC4751A5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Unique Taxpayer Reference (UTR): 1200000022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5A5033C5-CA5B-4A9C-8391-AD5EC01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Charlie Thompson  |  Physical Address: Flat 46, 4332 Orchard Park Drive, Newcastle, NE1 4LP,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DB171FFC-23FA-49E9-8F96-08188A61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06F847BC-36F4-4F3B-B02C-64411E5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F63A1B7C-D414-4529-9B58-C02F8F4A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Unique Taxpayer Reference (UTR): 1200000023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FCD1FE37-010B-4F0F-B871-0A1025C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Arthur Jones  |  Physical Address: Flat 47, 4369 Station Park Drive, Manchester, M1 2WD,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3B7A2652-866E-48B5-89CE-5C7FCA6E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7C1580F0-4529-4095-98CC-B7981058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36D9FB98-4A55-4255-9521-F9970D3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Unique Taxpayer Reference (UTR): 1200000024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1A97A434-17E6-48C2-ACCD-FF5E2BCB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Edward White  |  Physical Address: Flat 48, 4406 Victoria Park Drive, Nottingham, NG1 2AS,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FF66056E-4802-4B7F-8B55-202B7C9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E949C427-FFC6-4E05-AE82-4EF060C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5A36A890-9C83-4503-A06E-59DA7E5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Unique Taxpayer Reference (UTR): 1200000025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DFED8125-A500-49C3-B80C-FF33004F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William Williams  |  Physical Address: Flat 49, 4443 Abbey Rise Drive, London, SW1A 2AA,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5303F100-D740-4442-9BB4-8C4B7B0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C18F68C8-97C7-4578-AAF5-F6B03DF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84566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91E8A91D-325F-4DA6-887B-B754EA89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2227EE6A-CD2B-41F4-93AD-8F38A923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B4940D8E-841C-4DD7-A52B-59D2985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6D78C9D0-77D0-4B80-994B-270B00C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Unique Taxpayer Reference (UTR): 1200000026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4FD73D54-C369-49C0-AE63-491A093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Charlie Thomas  |  Physical Address: Flat 50, 4480 Bramble Rise Drive, Edinburgh, EH1 1YZ,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6B75A2DE-E40C-4174-BF92-C473E520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D349AE01-3808-4C20-B0C6-FB5074A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C8415B1E-A57C-4A8D-9809-BB29715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Unique Taxpayer Reference (UTR): 1200000027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59211038-5831-430B-813D-70CAB05C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Arthur Patel  |  Physical Address: Flat 51, 4517 Cedar Rise Drive, Cambridge, CB1 1BH,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CDEE1301-9E3A-4AE9-B3E2-AF4D2CA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CC6C229B-2D3C-4CE3-A8CE-47FA6C0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8D7D3F0F-69D3-4130-882E-B942096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Unique Taxpayer Reference (UTR): 1200000028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E974309E-37A5-4C70-9BF2-B5E8A6C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Edward Wood  |  Physical Address: Flat 52, 4554 Church Rise Drive, Cardiff, CF10 2HE,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36F39F1D-3106-4484-817C-BCDE3FD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26F9A4E7-C3AB-441F-8563-B0CBBB6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1DAC40EB-28CE-4E0D-B25B-72E2CEF6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Unique Taxpayer Reference (UTR): 1200000029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9DF07334-A3E2-4038-891D-F537827C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William Thompson  |  Physical Address: Flat 53, 4591 Crown Rise Drive, Sheffield, S1 2BJ,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E3D1FD92-00B2-4DD8-82FB-16A6265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969FC073-AF9E-4F86-9760-8494B166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1DB08BD9-E3CE-4C2D-A167-E151306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Unique Taxpayer Reference (UTR): 1200000030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7E91BEC0-5590-4416-9771-7B260B1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Charlie Jones  |  Physical Address: Flat 54, 4628 Elm Rise Drive, Leeds, LS1 4AP,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E7F822EE-D8C8-4BEE-8546-EA628B44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48871C28-E6D0-40E3-B0BC-0F6EE06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3075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1430AED6-6565-4DA7-8EE5-281E024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85C83A0A-16EE-4FBA-B608-0511897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BAEE7E22-51DB-42AA-8F6F-878B6FA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D205C507-B888-4F1C-9662-61B1130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Unique Taxpayer Reference (UTR): 1200000031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6A2A2CA5-7329-4247-8743-8D685E5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Lily Roberts  |  Physical Address: Flat 55, 4665 Hawthorn Rise Drive, Leicester, LE1 5YP,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937F2949-14CD-4F79-9EC8-3E0C4C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F6671504-02E9-4504-9267-F4A51DDA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79D55068-2D54-4281-8C4F-A6686177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Unique Taxpayer Reference (UTR): 1200000032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CD692A32-A62F-4FC4-B18C-14B3462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Edward Williams  |  Physical Address: Flat 56, 4702 Kingfisher Rise Drive, Birmingham, B1 1BB,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7A414AA2-DB6B-4238-880D-0EE719D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AE2D1607-9FE7-43F7-8D59-266EBE5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4F8395B4-13DC-4765-BB04-929CED19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Unique Taxpayer Reference (UTR): 1200000033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E0711021-BFCD-4462-92A0-F42B3F47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William Thomas  |  Physical Address: Flat 57, 4739 Mill Rise Drive, Liverpool, L1 8JQ,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09E6CE06-0BB5-4388-9774-29DFD38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73B01D3C-3478-4957-A438-6604F6E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2EC522FB-89DD-43A1-8B7F-09D5871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Unique Taxpayer Reference (UTR): 1200000034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C0F3CBF3-C7CB-4142-BE84-34A58F8F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Charlie Patel  |  Physical Address: Flat 58, 4776 Orchard Rise Drive, Aberdeen, AB10 1AN,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11AC48D6-CC89-4C36-A56D-EE82BCC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FF15ABF5-F3CB-4141-A6F0-E7B4595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4553F1B7-86F3-4A39-855E-170D306D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Unique Taxpayer Reference (UTR): 1200000035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4C302ADB-FF05-4097-9E08-A38B80B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Arthur Harris  |  Physical Address: Flat 59, 4813 Station Rise Drive, Bristol, BS1 4ST,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8623181D-0375-4847-ADD4-30BF9AB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DB96E58D-EFB3-4C38-8DA4-96C1223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19480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DD256679-BD11-461E-AA0B-62B55BB5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FC57C930-75F4-4207-84C4-64BD40A4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81502469-00E6-4587-B760-E52170A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C4821731-1267-4EA1-9980-86DE8A9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Unique Taxpayer Reference (UTR): 1200000036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261AA64F-CCDC-4443-8195-C52F8FE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Edward Thompson  |  Physical Address: Flat 60, 4850 Victoria Rise Drive, Oxford, OX1 1AA,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044A39ED-5503-4C8B-B92E-EB4DCEB0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343B0FBE-585F-4E23-AB03-02DA4E4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3FB57ECF-3523-4533-8E95-D96C87C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Unique Taxpayer Reference (UTR): 1200000037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DA7EEEDD-1F5C-40B2-B4A0-DC31E398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Emily Jones  |  Physical Address: Flat 61, 4887 Abbey Vale Drive, Glasgow, G1 2FF,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0B430AD9-74CA-4B2B-9664-CD88F33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BDEECAB6-6646-4765-9F7A-924BA8A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B6C6A3C7-F237-47A1-B12D-A66CD46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Unique Taxpayer Reference (UTR): 1200000038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C3D775C1-1EAD-42AB-88EB-6215408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Grace Roberts  |  Physical Address: Flat 62, 4924 Bramble Vale Drive, Newcastle, NE1 4LP,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9F140DB9-EC44-45FF-B420-AF945D6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7D7BBE16-C2ED-413D-9D84-AAF754C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3148AD24-8321-468C-9E79-D19310C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Unique Taxpayer Reference (UTR): 1200000039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183D86F5-085E-49F3-BDE4-5ECD9602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Wilson  |  Physical Address: Flat 63, 4961 Cedar Vale Drive, Manchester, M1 2WD,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E17AC3B7-C8DF-445A-AEF9-00706A6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F9DBBEEC-F871-403F-A150-406FB235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96D221EB-5115-4708-99DF-831C135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Unique Taxpayer Reference (UTR): 1200000040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42B8C7CA-ECB5-4243-9BB9-B1D25A79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Lucy Thomas  |  Physical Address: Flat 64, 4998 Church Vale Drive, Nottingham, NG1 2AS,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60AC05A4-EC8D-4A49-824A-E6581932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80560FCD-0BD7-4468-8F03-DA87B235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63839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62FDCE35-CD20-4BA5-B23A-A03B2A5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55A80D4D-BD9F-4035-A450-495E5DF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9BAE98C7-1F79-4E05-9F42-39C2AE89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041AF3F7-E54E-457B-938A-F98C562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Unique Taxpayer Reference (UTR): 1200000041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04E0CC8C-4FF3-43F5-8E90-2A8AF20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Emily Patel  |  Physical Address: Flat 65, 5035 Crown Vale Drive, London, SW1A 2AA,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07107F03-E3AD-4B22-ABCB-58919B7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0D7270BA-67E2-44C6-87A0-1ED3E4B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F6718E66-9EBB-4DC0-8804-349E65FC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Unique Taxpayer Reference (UTR): 1200000042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B0A49FD9-1129-46BD-A41E-01E0ED0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Grace Harris  |  Physical Address: Flat 66, 5072 Elm Vale Drive, Edinburgh, EH1 1YZ,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C72A42D0-B1A3-4C2A-B46A-28807A4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9FA1226D-38B1-4728-A608-AB58A056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9F615DF0-CEF8-4CCD-81D6-96AEA4B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Unique Taxpayer Reference (UTR): 1200000043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72B9FB08-3281-414E-A96F-6476B815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Ava Evans  |  Physical Address: Flat 67, 5109 Hawthorn Vale Drive, Cambridge, CB1 1BH,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9A93866D-F585-42C3-8C35-78A43BBB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6649F37D-AFC6-4B65-A636-757C714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75848276-7C16-4BCD-BD52-4CF4BC7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Unique Taxpayer Reference (UTR): 1200000044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072C8DEB-2F6C-4550-819B-064A4323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Lucy Jones  |  Physical Address: Flat 68, 5146 Kingfisher Vale Drive, Cardiff, CF10 2HE,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C4A088F4-33B3-4D4C-B482-DE7BF2B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C240F26F-5606-4301-A558-297F4B3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025A5D9A-E314-4C3F-BD34-7E4D4244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Unique Taxpayer Reference (UTR): 1200000045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B7523C7C-B366-43BC-9C0B-2D1DCED4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Emily Roberts  |  Physical Address: Flat 69, 5183 Mill Vale Drive, Sheffield, S1 2BJ,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B0A1355D-8D57-42F4-8D55-2CE1CBF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D6ADF244-F7D2-4966-A4B1-AE58099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71769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FCD53222-361D-4B3D-A5A6-FB23BBC7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01BCD3EC-59B3-4CDF-A8A4-76860C4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63D8F275-0476-4AD9-B2DC-D8D06C1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4C17FDD5-C7BF-4E73-908E-79106891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Unique Taxpayer Reference (UTR): 1200000046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170709AE-9245-4359-A9EC-61D6F25C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Grace Wilson  |  Physical Address: Flat 70, 5220 Orchard Vale Drive, Leeds, LS1 4AP,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96C74B45-E3E4-4D4F-ADAC-483462E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D49C8B4D-C9F4-4022-83B0-CCB692B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07AF615D-0955-4F97-A819-C50F93BF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Unique Taxpayer Reference (UTR): 1200000047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BBC487E5-4047-4635-B6C4-BE9B421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Ava Clarke  |  Physical Address: Flat 71, 5257 Station Vale Drive, Leicester, LE1 5YP,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87F6192D-0861-4DEE-9FF9-916518A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4C91D572-D501-43A0-A648-5E634825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D6585441-E433-4523-A939-306117D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Unique Taxpayer Reference (UTR): 1200000048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16A248EF-0A8F-4472-B56A-230B10AB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Lucy Patel  |  Physical Address: Flat 72, 5294 Victoria Vale Drive, Birmingham, B1 1BB,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04984C36-81B8-4EE6-9384-33D7B7D6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0E81551B-DE54-4BA7-81BC-1404160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35EBFB34-6DCB-4D15-B2EC-BC77D5DE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Unique Taxpayer Reference (UTR): 1200000049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45EF9C9B-EF54-4E84-BA17-16F1326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Emily Harris  |  Physical Address: Flat 1, 5331 Abbey View Drive, Liverpool, L1 8JQ,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52893A59-08C2-4405-BCD4-9502691F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2E145EED-DBCB-4243-B158-97DCB99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C694BAC3-092B-4493-ABEB-D29CFF91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Unique Taxpayer Reference (UTR): 1200000050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ECAACDC0-0243-4B57-A2C3-5B743A27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William Evans  |  Physical Address: Flat 2, 5368 Bramble View Drive, Aberdeen, AB10 1AN,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289DBDE-9739-4815-A1B9-D774847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92A5D6B8-2868-4423-8DFC-3BB52E04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30181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63A875D7-1A08-45E9-BDFA-2903E7B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75960BD7-9BDF-4324-AB63-A0A7EAA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6122EA44-E96E-4E40-9E0A-45558444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95DA5D27-98E0-44E9-B1B4-CE3830DC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Unique Taxpayer Reference (UTR): 1200000051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FAFAD30A-6CBA-4637-80E8-A14DF8D8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Ava Taylor  |  Physical Address: Flat 3, 5405 Cedar View Drive, Bristol, BS1 4ST,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828FC1D1-EA79-4625-80C9-02FDCF3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1502A1F7-0CEB-4A59-90A4-99038CB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CB0FE334-D28F-41AD-A78B-43F3579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Unique Taxpayer Reference (UTR): 1200000052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5A8AE7B7-C06D-4DC3-ADD6-28713215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Lucy Roberts  |  Physical Address: Flat 4, 5442 Church View Drive, Oxford, OX1 1AA,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0A718F3A-B501-4C8D-911D-CFFC9A1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278C7996-42FF-4503-8498-D28082D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C1827EB8-CE43-4C8D-9B6A-BECFB371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Unique Taxpayer Reference (UTR): 1200000053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3CC99339-BDB7-47B0-8F6C-E150C60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Emily Wilson  |  Physical Address: Flat 5, 5479 Crown View Drive, Glasgow, G1 2FF,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CEC53369-3409-44EF-9D7A-E4479C7D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EF454796-3F17-45D0-8B17-45CA978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D19C3BBB-2BCF-4CB3-86C5-A8F93DD3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Unique Taxpayer Reference (UTR): 1200000054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927F54AF-5ED6-425A-A642-1A5DD22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Grace Clarke  |  Physical Address: Flat 6, 5516 Elm View Drive, Newcastle, NE1 4LP,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4A347E3C-6FB5-45DE-9D29-456BFBA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7CEABA22-52E6-4D78-A426-2E67746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0409B1C6-6170-4CE2-8AA4-588E212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Unique Taxpayer Reference (UTR): 1200000055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91FE01E9-3554-470E-BCB1-3CE7DAD4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Ava Robinson  |  Physical Address: Flat 7, 5553 Hawthorn View Drive, Manchester, M1 2WD,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B2296721-0DB2-4C8A-B806-EDA30BF8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D084FEEE-4253-47D7-80D6-77466AC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93083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9BD57DBD-6FFB-41A0-9CE6-DB3AF3C0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74F692CA-8A79-42B3-867F-70E6EB0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5F47AB44-74B7-466A-AA1C-3996426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CD3D7417-6B66-4D6F-AE7D-2701B80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Unique Taxpayer Reference (UTR): 1200000056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0A438EBC-2B90-49A0-A890-E12AA4A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Lucy Harris  |  Physical Address: Flat 8, 5590 Kingfisher View Drive, Nottingham, NG1 2AS,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BE867A4E-4511-45C7-8B0A-E9B3E5A8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35C2B054-0CF8-4FA5-A2EA-052BFAC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D58C794B-358B-479F-898B-95C6C15B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Unique Taxpayer Reference (UTR): 1200000057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984478A7-AC32-4D86-AEAC-E08FF3E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Emily Evans  |  Physical Address: Flat 9, 5627 Mill View Drive, London, SW1A 2AA,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51FC6BEE-9BA5-4EE5-A82F-86B6140C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7C7E5F49-126F-48AB-9476-77EDB4F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4968C745-C6B2-4D1C-BB12-45815819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Unique Taxpayer Reference (UTR): 1200000058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650CE9D6-8039-4139-B0D9-954506F8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Grace Taylor  |  Physical Address: Flat 10, 5664 Orchard View Drive, Edinburgh, EH1 1YZ,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78516E0F-01E2-4D4D-8856-4E20AE19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75963E51-48C7-415A-AD9B-EA732AD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25BEBF5F-6B43-44D5-9161-95E7878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Unique Taxpayer Reference (UTR): 1200000059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17FBC275-3BE8-4EDD-9C02-D76B51E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Ava Green  |  Physical Address: Flat 11, 5701 Station View Drive, Cambridge, CB1 1BH,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8329A720-F1C7-4808-9FCE-B1A82B2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C45848EE-7A7E-4B68-B125-5C84C6BC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94010D6F-3953-4709-8999-2AAABDE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Unique Taxpayer Reference (UTR): 1200000060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020F4983-3F37-41E1-BEEF-E38BEB3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Lucy Wilson  |  Physical Address: Flat 12, 5738 Victoria View Drive, Cardiff, CF10 2HE,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11D09CA1-AB49-40C1-849D-83FD14D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743804C6-A678-4BD5-8C8B-AF8F67F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01492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477DB236-649C-4FC0-BA73-9F3B92A6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959CF15A-E762-434C-A7B5-8835CB14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9CEC4C19-E58E-4AD4-99C9-0F9D0E71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7FAE6C50-6301-48C7-BA0E-728B3B30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Unique Taxpayer Reference (UTR): 1200000061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E6236BEA-6184-4E2D-B416-133200B5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Oscar Clarke  |  Physical Address: Flat 13, 5775 Abbey Wood Drive, Sheffield, S1 2BJ,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F5D94BF2-589D-4FA0-BC11-0A61673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2B5D3518-4A06-49F1-9C59-FB162D50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3028C240-0C32-4DC2-8A4A-AC94FF6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Unique Taxpayer Reference (UTR): 1200000062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0349E3AD-0FD6-4B55-AD08-BE9429E3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Harry Robinson  |  Physical Address: Flat 14, 5812 Bramble Wood Drive, Leeds, LS1 4AP,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6B355989-A776-47DD-8BF8-8CE4C75A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444A5915-8A3B-495D-AF33-7BFC65F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4E5BF9D6-6A2C-47B0-AEF6-42A9C9E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Unique Taxpayer Reference (UTR): 1200000063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1C8C25B5-ADDA-40CD-B736-6F1B6155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George Edwards  |  Physical Address: Flat 15, 5849 Cedar Wood Drive, Leicester, LE1 5YP,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6EAFD764-04FA-477F-826B-87AC725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8FB1B6F0-1451-436B-B864-4C606A2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6386E3EB-6DF4-40A5-8C6B-0C0244EE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Unique Taxpayer Reference (UTR): 1200000064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0AAF1ED8-8444-4FB4-ACB6-A6B4F50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Henry Evans  |  Physical Address: Flat 16, 5886 Church Wood Drive, Birmingham, B1 1BB,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1A9E4D6A-A8CB-4166-BF02-2FD51EA5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FE4899BC-5F83-4B1A-B881-9A9CCCD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3C13F5F9-0AAE-4C56-A0B4-A146750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Unique Taxpayer Reference (UTR): 1200000065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B56C5A79-93E2-4990-BB5F-C21A4081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Oscar Taylor  |  Physical Address: Flat 17, 5923 Crown Wood Drive, Liverpool, L1 8JQ,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8125070A-3CC4-4617-B2E5-C301A481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69CAE96F-259C-4B87-8078-0AE8FE6B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471044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6A627C71-67B5-4DE5-AB4B-DC307FC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ECC81380-A425-4359-8E94-8BCE2B7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E9867AD3-C10A-47D8-B2A4-EDB9EEC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318A2701-E049-4875-8F30-2F0B6A55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Unique Taxpayer Reference (UTR): 1200000066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3207CFD1-EC0B-46E7-914C-C8BFD9F7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Harry Green  |  Physical Address: Flat 18, 5960 Elm Wood Drive, Aberdeen, AB10 1AN,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607B836E-1CB6-4852-8098-5925EE5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FD15E209-8DA1-41EC-B497-4D1D8F1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8331A06F-2315-41F8-857F-959B95A1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Unique Taxpayer Reference (UTR): 1200000067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3F31DE6-61DC-4AE6-BAEA-10F9DCFF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George Johnson  |  Physical Address: Flat 19, 5997 Hawthorn Wood Drive, Bristol, BS1 4ST,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4AA102A2-C598-4CAB-93D2-96C8DC99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B8C6F5BE-5E11-46FD-AB2B-DCE28E28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C9273440-CC41-4452-A509-CF7B0738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Unique Taxpayer Reference (UTR): 1200000068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700279FB-C748-4A19-8EC8-A8D0C58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Henry Clarke  |  Physical Address: Flat 20, 6034 Kingfisher Wood Drive, Oxford, OX1 1AA,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EA3E2788-D40C-4674-98DC-D24E4DE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B078626A-7AC5-4F23-8913-61A790DA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DAC6E92C-922B-4FEF-853F-85A3B58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Unique Taxpayer Reference (UTR): 1200000069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BEC5FF0B-2177-4B9F-AA13-C63811B7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Lucy Robinson  |  Physical Address: Flat 21, 6071 Mill Wood Drive, Glasgow, G1 2FF,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AE18C301-1C87-4855-8DB7-B08E2EFE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2AA1C9CD-F3AB-4F32-B231-94B4F7A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579CD98B-8A8E-4C95-AB0B-7BA462CE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Unique Taxpayer Reference (UTR): 1200000070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C1B25DA3-740D-4881-BDCE-C091BE6F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Harry Edwards  |  Physical Address: Flat 22, 6108 Orchard Wood Drive, Newcastle, NE1 4LP,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01104F6F-1E71-41F8-9358-F15A7C84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DDF1D76A-22DD-4DA7-91F3-34F9FB2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131113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ED0E17D-9ECB-42E4-A4C2-1DCB4DB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707A1570-0DFF-4CD7-B214-E43920FA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111A55C9-549B-4DB1-90A4-6ACEAEDA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BC62B0DF-3F8F-42A9-B2E5-4199D802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Unique Taxpayer Reference (UTR): 1200000071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935D73A7-A396-412A-819F-C383FC67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George Walker  |  Physical Address: Flat 23, 6145 Station Wood Drive, Manchester, M1 2WD,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C4464B73-EEB6-46E1-A956-3721597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AF167783-27D1-425C-A8A9-91BB122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9525D087-212F-4084-8434-E58F8567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Unique Taxpayer Reference (UTR): 1200000072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08A3B2A3-C938-493B-81F3-353645A1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Henry Taylor  |  Physical Address: Flat 24, 6182 Victoria Wood Drive, Nottingham, NG1 2AS,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E8EE8420-F328-4705-A23C-AC91A314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68BB8BF0-EF4D-409D-9560-AF5F2E9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98A3566B-F832-4A83-A13B-A8CD59C6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Unique Taxpayer Reference (UTR): 1200000073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B88485E3-59B7-4D8B-8DF2-16543AA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Oscar Green  |  Physical Address: Flat 25, 6219 Abbey Green Drive, London, SW1A 2AA,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45156894-B55D-4029-919B-88C20E20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C030CD38-7014-4DDF-836B-E4980CE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3810976B-C0CC-4357-99D0-D4E5766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Unique Taxpayer Reference (UTR): 1200000074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9F4829AA-891D-4F98-BF47-EF04C0D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Harry Johnson  |  Physical Address: Flat 26, 6256 Bramble Green Drive, Edinburgh, EH1 1YZ,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A28F3C12-D4E6-452D-BBD9-DB70C651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90DA8A64-3840-4E5F-BFCC-0C86131C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295D9AE0-71B2-4A9C-9039-91F258F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Unique Taxpayer Reference (UTR): 1200000075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89B2F60A-4B69-4897-B7F0-1F5FC6A2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George Jackson  |  Physical Address: Flat 27, 6293 Cedar Green Drive, Cambridge, CB1 1BH,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A6BD123B-7CE4-4199-B1C5-5D2B0CF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A2B7F767-A97B-4BE5-9BFA-086BF2E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314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A27112F8-6CF8-4634-9A1A-2AED54AE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D6E2A718-4294-44C3-ADB4-D97DF9B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E7483DDA-319B-4066-9891-C7F6AF71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3AF1CC0E-0DD5-4E88-B6D3-161A88E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Unique Taxpayer Reference (UTR): 1200000076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221E8AB5-34B3-4E4F-8990-8975588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Robinson  |  Physical Address: Flat 28, 6330 Church Green Drive, Cardiff, CF10 2HE,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1243B448-CB36-4537-94CA-C4B77A7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71EB8FA3-DA74-4634-A2F0-1FA9AD0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059C752F-7AF7-4707-9D74-9B0BAD76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Unique Taxpayer Reference (UTR): 1200000077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D7108D4F-7FE1-47F1-9851-600E5F1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Oscar Edwards  |  Physical Address: Flat 29, 6367 Crown Green Drive, Sheffield, S1 2BJ,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1140FB32-9772-4A35-9E9B-64A12DFD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CA27DEC9-42E4-4D73-96E0-124C05D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3CFF2C60-E729-4C59-BC5C-67D90504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Unique Taxpayer Reference (UTR): 1200000078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CE1FC885-D80E-4591-B7D5-0E60F829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Harry Walker  |  Physical Address: Flat 30, 6404 Elm Green Drive, Leeds, LS1 4AP,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E1A0E372-CB85-48FF-9FAC-E193684C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5FD766C1-5979-45BE-8D98-983E70CE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236E1752-6EDF-4710-BC44-7C3AD98C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Unique Taxpayer Reference (UTR): 1200000079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B5A92E16-86E1-4060-A1E1-25B5700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George Brown  |  Physical Address: Flat 31, 6441 Hawthorn Green Drive, Leicester, LE1 5YP,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831CA8B1-2996-4F5C-A8D4-22A0915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690CD0CD-6C3B-4B5A-BB3A-C987332C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3807C6E7-FA9A-4445-822A-BF54A50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Unique Taxpayer Reference (UTR): 1200000080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2DAA3D3D-6516-4DDC-B6EA-4EBE35CE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Henry Green  |  Physical Address: Flat 32, 6478 Kingfisher Green Drive, Birmingham, B1 1BB,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8D0404C5-12D8-4C33-8805-12BCD53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4DEEE11C-CABC-4F69-B3E1-4C97D169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58183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4B0C85BF-B4AE-460B-A9C4-DCA59DA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BE5F74EF-4A43-4310-A303-FAC91D24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46C6B274-4C75-4828-8A79-DDC8DDB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19AD8C41-2764-4AB9-9C3A-5631B8EA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Unique Taxpayer Reference (UTR): 1200000081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60ADA88A-AC1A-4360-9BD1-3DCAA0FB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Oscar Johnson  |  Physical Address: Flat 33, 6515 Mill Green Drive, Liverpool, L1 8JQ,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45E1E6D3-A9D0-4E3E-BAA5-D44476C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D5FF3D22-A3FC-43D3-BD29-0EC6DF2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E7BBC1F6-AE16-462D-BCA6-1D81489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Unique Taxpayer Reference (UTR): 1200000082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8B1A3126-7CEB-4E63-894E-6E7D6B5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Harry Jackson  |  Physical Address: Flat 34, 6552 Orchard Green Drive, Aberdeen, AB10 1AN,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9C5FC1C0-3BA9-4929-B3B9-669A209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2B42131C-CFC5-4E81-8DA8-6B078C4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8CFE69C2-CF11-4E49-8CA8-92D8816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Unique Taxpayer Reference (UTR): 1200000083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4F70FFAB-1E1D-494B-8DFC-E6F37597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George Wright  |  Physical Address: Flat 35, 6589 Station Green Drive, Bristol, BS1 4ST,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2B23BA44-3C03-4C53-8B90-1B2D319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561D3F34-CC04-42EA-B6B4-B2ADFE53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091333EC-0594-4E25-A056-909EBCB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Unique Taxpayer Reference (UTR): 1200000084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AD75475F-47B5-4296-A81A-97699530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Henry Edwards  |  Physical Address: Flat 36, 6626 Victoria Green Drive, Oxford, OX1 1AA,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5CD15495-EFDA-45C3-B36F-41A51C6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14085076-F74F-4ED4-8CF9-4AB80780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8359095B-9052-48D5-827B-9009324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Unique Taxpayer Reference (UTR): 1200000085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240E82E6-17D0-4BAB-A2B3-43E0C37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Freya Walker  |  Physical Address: Flat 37, 6663 Abbey Heath Drive, Glasgow, G1 2FF,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661A9C7A-947D-43E2-AB27-D8D527CE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47D95BE5-4859-40FD-BA8B-B89D0D2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187821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1F4FC5A6-D4DB-4A53-A7B3-36E4E6DE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0B633B61-B995-4396-8141-A035AC7C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73ECE734-7031-4CB8-81E3-5BEC6C6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4DE89F9F-4691-4455-8450-D133F91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Unique Taxpayer Reference (UTR): 1200000086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0C7400AB-C005-4FFF-AA1A-4230BB20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Sophia Brown  |  Physical Address: Flat 38, 6700 Bramble Heath Drive, Newcastle, NE1 4LP,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419B1C6A-D331-4A3A-AB82-EAFD119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29099B85-6582-4E0A-9200-7C13BD98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63528C35-8B47-4C31-9D92-6A1A7FF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Unique Taxpayer Reference (UTR): 1200000087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26CB6690-2184-44D5-80DF-F85F9CF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Isla Hall  |  Physical Address: Flat 39, 6737 Cedar Heath Drive, Manchester, M1 2WD,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2AB3BD5D-54CF-4083-9534-2B27870D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382A1307-D999-4B68-9040-E64DFA73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AAD76A25-913A-401C-B1A1-0E5736AE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Unique Taxpayer Reference (UTR): 1200000088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53095723-92FF-42EC-A43C-320F302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George Johnson  |  Physical Address: Flat 40, 6774 Church Heath Drive, Nottingham, NG1 2AS,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3AFCF1AA-3269-4AA3-BD37-ECAE0EA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5A07A507-2755-4732-986E-5DF9D2C4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275CF624-FF13-4E87-BC4D-C14AFC3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Unique Taxpayer Reference (UTR): 1200000089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F6711F09-7FFF-453C-B610-15C6DDCC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Freya Jackson  |  Physical Address: Flat 41, 6811 Crown Heath Drive, London, SW1A 2AA,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A6CAF2E-6286-44F1-8866-714E2F4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303802DD-6BF6-4979-AE8E-25A4BD77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81415F38-2E57-46F3-B7AC-0D92F030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Unique Taxpayer Reference (UTR): 1200000090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B9FD5041-CC6F-45A3-A98D-CE3546ED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Sophia Wright  |  Physical Address: Flat 42, 6848 Elm Heath Drive, Edinburgh, EH1 1YZ,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67BFC65F-3F6D-4D85-A1AE-FA8A71A0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52E96CA5-95E2-43FF-852B-0D181519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15576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0C4BEE1-2B54-4173-B8B3-F39CDD4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3C7D063A-C946-4323-8E12-33E9AB2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F1B2FFF1-3505-4E7A-B22B-04EE6C69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5D37F91C-9E53-46C5-AB90-BABE7B0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Unique Taxpayer Reference (UTR): 1200000091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A2C4F764-4146-4438-B10C-0E4982EE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Isla Smith  |  Physical Address: Flat 43, 6885 Hawthorn Heath Drive, Cambridge, CB1 1BH,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01ACFF01-44B0-4483-82C9-CBFB381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BFAC2B03-9414-4E62-A328-0EE2F0AB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8A5D144D-0CF0-4EFD-972C-AA10D8E2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Unique Taxpayer Reference (UTR): 1200000092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6F2F233B-35AC-4EE2-AA98-F12415E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Evie Walker  |  Physical Address: Flat 44, 6922 Kingfisher Heath Drive, Cardiff, CF10 2HE,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DC875C13-7508-4B2C-B75A-97BB081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F6A27F4D-A01C-442D-918B-B79D1BF2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D4DFA26D-9BF4-4043-BD6B-CF15E519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Unique Taxpayer Reference (UTR): 1200000093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B8280144-2BDA-4C1C-9A04-7B6B119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Freya Brown  |  Physical Address: Flat 45, 6959 Mill Heath Drive, Sheffield, S1 2BJ,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73D7CAC1-996C-4A12-AE64-3364ACA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73E7AD64-B986-4290-8CCE-F16BA90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8DA2B599-78B5-437F-B85F-0D63F61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Unique Taxpayer Reference (UTR): 1200000094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33670A83-FCA0-46C5-8495-ECE6D0B4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Sophia Hall  |  Physical Address: Flat 46, 6996 Orchard Heath Drive, Leeds, LS1 4AP,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01A74CE1-3E92-4E4B-AAB1-AF6ADBD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DA94A909-EB31-4FEA-A5BC-14AD44EB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A40301B1-1F19-4CA8-9E77-0043D22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Unique Taxpayer Reference (UTR): 1200000095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6F998234-97A9-4140-BBB3-B7ABC34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Isla Davies  |  Physical Address: Flat 47, 7033 Station Heath Drive, Leicester, LE1 5YP,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73A690C7-FECA-4326-A640-EBAA5C91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49F6754-B6BC-4C71-836A-2D56FA3E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869429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1277AC63-5CD8-4B75-A9E2-AF55BD7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F60CC420-2630-40FC-82E4-AC47928D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9E1B697F-DF64-424E-91CA-7DE2843F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5CDF3E1F-8CEF-441D-868C-4AF9004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Unique Taxpayer Reference (UTR): 1200000096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C377CB52-8C1E-48EA-B948-E8F0F02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Evie Jackson  |  Physical Address: Flat 48, 7070 Victoria Heath Drive, Birmingham, B1 1BB,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E0D61423-72F8-4F70-8A17-F1556E32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F1240585-DA47-408B-8686-BB5DE6D0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300BD96E-CCB1-4600-9F02-300911D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Unique Taxpayer Reference (UTR): 1200000097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BC7B53AC-A00A-4F10-96FD-5666A7C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Freya Wright  |  Physical Address: Flat 49, 7107 Abbey Cross Drive, Liverpool, L1 8JQ,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4D49A904-18F2-4552-86C4-C009CAC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562607CD-8D59-4296-891A-50CE9A9D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C7D4E98D-755C-48F3-A07E-BE1360BE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Unique Taxpayer Reference (UTR): 1200000098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7AABC42A-F0A6-44BF-99BD-BA6D374E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Sophia Smith  |  Physical Address: Flat 50, 7144 Bramble Cross Drive, Aberdeen, AB10 1AN,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349F7C4C-7290-4B4A-AAC5-DC48DCE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73D3E429-4F7A-43CD-A173-2D3F2248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40A83248-8065-46CE-A0EF-F89D0A48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Unique Taxpayer Reference (UTR): 1200000099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3BBB9264-7DBE-4A74-99A5-A579B84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Isla White  |  Physical Address: Flat 51, 7181 Cedar Cross Drive, Bristol, BS1 4ST,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7623DD00-81B1-4787-9784-6ABA97B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2EDF02D8-D7E7-415E-9931-0F8E6DE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8012E725-059D-41D5-A0F6-347A2A56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Unique Taxpayer Reference (UTR): 1200000100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C6D53B9C-1F8D-4120-88D8-63DAC03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Evie Brown  |  Physical Address: Flat 52, 7218 Church Cross Drive, Oxford, OX1 1AA,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E068191B-CBB6-479A-BF96-9656DF6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5028F03B-C7CD-4C67-89FE-047EF6F4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427654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3C5A3B03-2748-4189-9A09-1C6EA63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60970B82-2754-46A7-8D17-57EEB4D8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6653BAB0-E932-48B4-9E4D-0F8D0F50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2059361C-34DF-4FA6-B846-C1073442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Unique Taxpayer Reference (UTR): 1200000101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33B75563-D555-4408-BB58-B5427722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Freya Hall  |  Physical Address: Flat 53, 7255 Crown Cross Drive, Glasgow, G1 2FF,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CB35C820-07E1-4136-BA25-C7F4577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2043A6AE-6D47-4543-9BA2-E423FA4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FCAC522B-065E-43A9-A23D-27A2FC72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Unique Taxpayer Reference (UTR): 1200000102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9E780C4C-3347-4A50-8B2F-A1829310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Sophia Davies  |  Physical Address: Flat 54, 7292 Elm Cross Drive, Newcastle, NE1 4LP,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274DAC6A-609D-4AC8-A6F8-849D6DAF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17348608-BE8A-47C5-A7F7-DB1A1507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D85C50F6-51AD-47F3-B679-74E7B18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Unique Taxpayer Reference (UTR): 1200000103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D84D6659-40EB-4B57-972B-0ABEECC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Isla Wood  |  Physical Address: Flat 55, 7329 Hawthorn Cross Drive, Manchester, M1 2WD,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86C1822E-B11F-4808-A464-F00A334B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BE8F41D-F0D0-41F3-A0C5-AA0BC1EA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7D6491EC-943F-48B5-A019-BAF1075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Unique Taxpayer Reference (UTR): 1200000104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B9B1E212-D32A-407C-B88F-E9D92892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Evie Wright  |  Physical Address: Flat 56, 7366 Kingfisher Cross Drive, Nottingham, NG1 2AS,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55F8B03E-94BE-4C1D-8C19-142B72BE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DBC1B46A-6729-4DDB-BBCC-EA07D13A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32128B70-EEE5-4347-9E1D-EF2FA5FB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Unique Taxpayer Reference (UTR): 1200000105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204C481A-A2FA-40D1-8787-9C79BF84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Freya Smith  |  Physical Address: Flat 57, 7403 Mill Cross Drive, London, SW1A 2AA,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7B6CB29C-C88A-4C6A-88B3-256CFB68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FA8C99F9-4C35-474F-9E5C-DB6312B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83096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DBEF1592-5B27-4809-A80A-84D7F381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631452D4-340C-48D6-9AC9-D3C7183E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9FC4C457-D4AD-43EE-AD44-03A26CCE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EAA67DE-918C-4A8F-983A-51BEC73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Unique Taxpayer Reference (UTR): 1200000106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4729E0C4-8E98-4EC9-B938-B6E1F4E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Sophia White  |  Physical Address: Flat 58, 7440 Orchard Cross Drive, Edinburgh, EH1 1YZ,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DA8EA15F-EE82-4FE4-A427-E0BB5FE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018B953E-C109-4FB5-A05D-EBD78EFB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D9808EAF-C55A-4ED3-B702-FCD932A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Unique Taxpayer Reference (UTR): 1200000107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6F9B3147-B419-4E77-AD54-94DA6BD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Isla Williams  |  Physical Address: Flat 59, 7477 Station Cross Drive, Cambridge, CB1 1BH,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821D354A-F3B6-41FC-863F-D3B4F7F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9B45F5CE-D8F4-4DF5-9797-79A1E3A8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6E8658FB-9063-4D36-B4CC-89FCB6EF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Unique Taxpayer Reference (UTR): 1200000108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C42141B4-D2FA-496A-B8F7-AFAE6AB5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Evie Hall  |  Physical Address: Flat 60, 7514 Victoria Cross Drive, Cardiff, CF10 2HE,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94C37DC6-BFF4-4454-B7D8-0EC63ECE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F9150A4D-64E8-41A9-BB8F-FB8D8D5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11C69FA3-F443-4123-9561-99D22CFE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Unique Taxpayer Reference (UTR): 1200000109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10485EFC-6ADE-4700-8A04-B5A1BEE1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Thomas Davies  |  Physical Address: Flat 61, 7551 Abbey Gate Drive, Sheffield, S1 2BJ,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5CAE431F-51FE-45F1-9ECD-2A27C55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DC53C36B-7D57-40E1-AE0A-B8F711C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B7A31C52-0A12-4AD6-A755-944319B7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Unique Taxpayer Reference (UTR): 1200000110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9C2DC842-415C-48EC-893D-B90B00F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Jack Wood  |  Physical Address: Flat 62, 7588 Bramble Gate Drive, Leeds, LS1 4AP,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417D0C5D-39CD-4983-BB53-AC46E282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F29DAF6F-CF5D-433D-B3DB-9A0C0E26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352271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D2E97685-964A-42F6-B074-279BB513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2E371A46-CA9C-4C71-A866-34D2895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25AEA62D-A109-4744-843E-F861D93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EE83F6EA-B64B-4444-B969-8D2D039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Unique Taxpayer Reference (UTR): 1200000111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427780E4-AA9E-421B-A3EE-D8D2BBEB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Oliver Thompson  |  Physical Address: Flat 63, 7625 Cedar Gate Drive, Leicester, LE1 5YP,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01D251DE-75C3-469C-9C0B-52B3424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5D60F0A1-262A-4C1F-9D84-48B89DD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9D9C782A-4E46-496D-AD75-6BFB4DAC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Unique Taxpayer Reference (UTR): 1200000112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1C39E4B9-D27A-4F60-90BF-982D5C6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James Smith  |  Physical Address: Flat 64, 7662 Church Gate Drive, Birmingham, B1 1BB,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4014FD93-D711-4E4D-B2A5-1F83C709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A5E552AD-6FEF-4CCC-AA3B-CF5DF797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31386A50-0B0E-45CC-8DA8-B2D9C07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Unique Taxpayer Reference (UTR): 1200000113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40A46FBD-7922-476C-916E-FE661F8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Thomas White  |  Physical Address: Flat 65, 7699 Crown Gate Drive, Liverpool, L1 8JQ,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1FB0A432-CAB6-4A7B-AD56-4CA1360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AC843C11-2F0B-4A7D-893F-CA54F524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2136DE3D-5CD0-426F-87B1-720BC308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Unique Taxpayer Reference (UTR): 1200000114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EB14BB79-EAB3-4E71-ABB3-FAB4EBF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Jack Williams  |  Physical Address: Flat 66, 7736 Elm Gate Drive, Aberdeen, AB10 1AN,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D55EA55E-1898-4ED5-A201-82D96E93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3C2CA6ED-68D9-4F3C-929F-937FFF9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72198CF9-9488-45B4-BBA4-6397607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Unique Taxpayer Reference (UTR): 1200000115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ADDC6625-6A62-453A-8299-BCD8A23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Oliver Thomas  |  Physical Address: Flat 67, 7773 Hawthorn Gate Drive, Bristol, BS1 4ST,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24A7356E-4768-483A-A7B0-071EE9F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DB93B697-166E-4674-B05E-3857B70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800277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49A25374-D949-4505-88BC-CEF8331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224DC198-087E-4FAC-98DA-96AA9A1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CC7FE1C3-8F8A-44DD-8344-78BA354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834900F6-C4E1-4906-B26A-D484EFD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Unique Taxpayer Reference (UTR): 1200000116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4ADB9D24-DDC9-4E19-99F0-0B0E98DE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James Davies  |  Physical Address: Flat 68, 7810 Kingfisher Gate Drive, Oxford, OX1 1AA,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D35FF5DF-0F6F-4612-A396-01D1B7D8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4F5453B6-911B-4AFA-9F8D-736F5D0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8A23BDFF-3DB6-4399-A29F-C283305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Unique Taxpayer Reference (UTR): 1200000117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31712594-184B-4A83-A774-9E506ECD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Thomas Wood  |  Physical Address: Flat 69, 7847 Mill Gate Drive, Glasgow, G1 2FF,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3B6028D9-4863-426F-802E-1F4A300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4954E55F-A6E0-440F-9658-A8BC80D3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B99F03DE-88A1-49AB-9538-F9D1FEC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Unique Taxpayer Reference (UTR): 1200000118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66B9BE7A-2DD7-4CBE-A5AD-2CFB6744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Jack Thompson  |  Physical Address: Flat 70, 7884 Orchard Gate Drive, Newcastle, NE1 4LP,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96619AA1-9577-43C7-A8A4-7CECD97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31B4FA56-B496-4A19-823C-E584B737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BCDD8AC4-6B78-45B1-979F-2F6B314D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Unique Taxpayer Reference (UTR): 1200000119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8D8BD01B-E0AD-4FDD-B8C2-309231C5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Oliver Jones  |  Physical Address: Flat 71, 7921 Station Gate Drive, Manchester, M1 2WD,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B2AED91E-B369-43B5-8A96-3B91A626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97C7FA33-DA97-43A5-80D4-965ADE60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FEC46D34-CDD2-4D8F-A290-C31897B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Unique Taxpayer Reference (UTR): 1200000120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A7CB047F-C469-4930-9725-223B9C5C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James White  |  Physical Address: Flat 72, 7958 Victoria Gate Drive, Nottingham, NG1 2AS,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B3A81450-82B3-41F8-9F82-B119A1B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0031E188-21FD-47C1-9258-D056EBCC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34107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D86F3E4D-AB78-478D-B162-C40FEA4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A6FA803C-4223-4C7F-B3AE-096A4F0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187D6986-50BB-43D0-BB2D-0EFCB761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B053B189-DB50-4F3C-A3B2-6022BD8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Unique Taxpayer Reference (UTR): 1200000121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79F10934-5CF5-4756-9DB0-26A345F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Thomas Williams  |  Physical Address: Flat 1, 7995 Abbey Close Way, London, SW1A 2AA,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71BC037C-339D-46CB-B49F-FE779B0F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E005221F-EC5D-44DD-A7CB-C34258F3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3B74B866-6759-40A3-BF4E-04E2BF17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Unique Taxpayer Reference (UTR): 1200000122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D7D79CB3-C2C9-4B31-9147-452B539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Jack Thomas  |  Physical Address: Flat 2, 8032 Bramble Close Way, Edinburgh, EH1 1YZ,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E0FE5F34-195A-427A-B61A-513D4E07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0DCE9D1E-1EF7-45F1-B45B-4D24501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F2DB8416-8CF5-4F95-8E58-EFC1D39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Unique Taxpayer Reference (UTR): 1200000123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E87FEED8-3673-456A-A9D0-BA593C7E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Oliver Patel  |  Physical Address: Flat 3, 8069 Cedar Close Way, Cambridge, CB1 1BH,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EA901046-A91A-4FC8-902D-89A3CBA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627D1BD1-6D4B-44CF-8FD9-1EDFD7E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A0FBF4F7-547C-4669-B9C5-54228A6A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Unique Taxpayer Reference (UTR): 1200000124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F1263221-F5DB-4704-A9C8-B6144518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James Wood  |  Physical Address: Flat 4, 8106 Church Close Way, Cardiff, CF10 2HE,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368F5B56-4BD0-4BD5-A0D5-0C2D96A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41316194-D02D-481F-A272-E368B4E0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BE2B3515-8F82-480B-B4F4-D88646E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Unique Taxpayer Reference (UTR): 1200000125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2CE6FE46-25C4-4A29-A17A-E6210BD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Thomas Thompson  |  Physical Address: Flat 5, 8143 Crown Close Way, Sheffield, S1 2BJ,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C3451DB1-C143-4CA4-A596-89010D21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4AC1A54F-2017-4EAD-950A-7B43C8B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37916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65F00CAC-ECFE-4E93-BC6A-16AD2DAD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0F7FF67D-5747-4EE7-9842-4CE5587B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0A931B97-C10E-4590-A37E-F0215263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D6AD1A13-C3ED-4886-999B-983D18C9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Unique Taxpayer Reference (UTR): 1200000126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ACADC203-0758-486B-99B4-7AE1683F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Jack Jones  |  Physical Address: Flat 6, 8180 Elm Close Way, Leeds, LS1 4AP,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A880A176-F023-4E4E-B9AC-9AF5355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3482E49F-1681-4556-816C-3872CD53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FE96B8FF-B141-4B6E-BEF7-14BBDEAF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Unique Taxpayer Reference (UTR): 1200000127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4298B5A9-911C-41CF-BE73-2223606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Oliver Roberts  |  Physical Address: Flat 7, 8217 Hawthorn Close Way, Leicester, LE1 5YP,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7D29E27D-DFF3-4172-8347-219C58EB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5B04366D-9F88-4A20-B359-BE61249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74CDD4D5-0CAA-46B9-8939-F0777BB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Unique Taxpayer Reference (UTR): 1200000128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BF48CC4D-BB6E-4C0C-8258-C339249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James Williams  |  Physical Address: Flat 8, 8254 Kingfisher Close Way, Birmingham, B1 1BB,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1B6C30FA-DE48-4C54-B42E-7C4317C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8F137EF0-9BAC-478F-B6E3-CE8D37B1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938696D0-ACD3-4498-BF5A-DE3F76A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Unique Taxpayer Reference (UTR): 1200000129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82448409-C33D-49C3-B857-DB4FABB9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Thomas Thomas  |  Physical Address: Flat 9, 8291 Mill Close Way, Liverpool, L1 8JQ,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620610F2-9BAA-475B-A39D-67BCC298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848ADE23-A209-48DC-A53D-3A6E37AF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90EEC329-D22E-403A-998A-A4D3E0A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Unique Taxpayer Reference (UTR): 1200000130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443F64F3-A620-42D4-98B3-FAB92C35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Jack Patel  |  Physical Address: Flat 10, 8328 Orchard Close Way, Aberdeen, AB10 1AN,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543159D8-B59D-42C0-84D9-D1D235C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25762F8-39CD-4262-BB66-AD72B4E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542069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C429449C-F940-4CF6-8A94-D00E573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C87CA07F-DE6B-4A70-B07B-19E6481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7663BE4B-5834-47D1-B572-0C4476B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5A676D10-CAE8-4E5E-8518-8FD46CF8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Unique Taxpayer Reference (UTR): 1200000131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59A36F78-E9A6-473F-81DF-E9BE7E6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Sophia Harris  |  Physical Address: Flat 11, 8365 Station Close Way, Bristol, BS1 4ST,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AF894D9F-BFAF-410F-BBB9-BC3872C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0844B6BD-55FD-4F78-9B85-CED377FE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8ECBBE2D-E251-4B92-818A-2F804DD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Unique Taxpayer Reference (UTR): 1200000132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5E360E66-27B2-4DF8-A498-3E2CCCB4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James Thompson  |  Physical Address: Flat 12, 8402 Victoria Close Way, Oxford, OX1 1AA,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F1006949-03F9-4521-B775-4585E9AF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925218AA-DCFA-44E5-B0D0-CF777A39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D11CEC53-4477-4AF3-9B2E-6B5C9E6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Unique Taxpayer Reference (UTR): 1200000133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8470A272-703F-4BCE-8B9F-42F3509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Lily Jones  |  Physical Address: Flat 13, 8439 Abbey Grove Way, Glasgow, G1 2FF,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FD3771AD-0649-4D3F-A103-C1A235F1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5ADF6A05-4605-4ACC-9D44-406EA56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996E30FD-0113-4738-970D-2D46A065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Unique Taxpayer Reference (UTR): 1200000134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E8529E65-855E-4B3D-8CC1-A98F67E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Mia Roberts  |  Physical Address: Flat 14, 8476 Bramble Grove Way, Newcastle, NE1 4LP,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5FC161D0-D693-44B5-AF70-6BC3DC0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E22723A5-4AAB-44F3-A6B6-DE018D26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2CB00A6D-A3C4-4A07-8BBF-8F643BD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Unique Taxpayer Reference (UTR): 1200000135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E6661538-11F4-4A9A-BB99-401EFD18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Amelia Wilson  |  Physical Address: Flat 15, 8513 Cedar Grove Way, Manchester, M1 2WD,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4B6AC7AC-7179-4EDF-8502-F49729F7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4178BC7F-8CBC-40D0-B6B1-4CBA01B1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936793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AF964EB1-8E43-44DF-B338-F2628719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0CC806ED-3374-49A0-B55A-7F36528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DD8C75D9-4D87-4074-9A89-017DCB3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5143CE75-4D4E-49A0-B736-F8F396A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Unique Taxpayer Reference (UTR): 1200000136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181A48D8-FADB-4EEC-BB5C-458E2D0A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Sophie Thomas  |  Physical Address: Flat 16, 8550 Church Grove Way, Nottingham, NG1 2AS,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111E6879-3F1D-46DE-9610-15C68C5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EFE8C2F3-ABFD-4796-9ABA-0EE3322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E1E2CA8E-7CA7-4C27-945B-40D37399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Unique Taxpayer Reference (UTR): 1200000137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42D70043-D929-4F9B-BCD3-E6065020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Lily Patel  |  Physical Address: Flat 17, 8587 Crown Grove Way, London, SW1A 2AA,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8B5BE2D8-9B1B-4CBB-B72C-761CE8A9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E89207B2-D5DA-4FD7-9BC6-47B7C98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B61068AD-CBDF-4FC5-B722-28AC8A6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Unique Taxpayer Reference (UTR): 1200000138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BDC85F7A-13B5-4F49-87EF-480529C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Mia Harris  |  Physical Address: Flat 18, 8624 Elm Grove Way, Edinburgh, EH1 1YZ,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AC79EEB8-B230-4FBC-95EB-5C98326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C8AADB38-81A4-40F6-BEE7-2888F675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62684A0E-9CA6-4292-A420-10492DD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Unique Taxpayer Reference (UTR): 1200000139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B0768951-1357-4CC0-92C3-416234D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Amelia Evans  |  Physical Address: Flat 19, 8661 Hawthorn Grove Way, Cambridge, CB1 1BH,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585D9C26-AFD5-4920-8810-08C462A6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FBEBE8DF-0FB0-4ED2-B232-5EB48AB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FF46DB12-127A-4E67-B899-98DFA2F2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Unique Taxpayer Reference (UTR): 1200000140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1299355C-67CB-44C5-9C9D-65D2904A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Sophie Jones  |  Physical Address: Flat 20, 8698 Kingfisher Grove Way, Cardiff, CF10 2HE,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A1613BE0-999E-47DA-8F00-BB7C7AA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EB9229AF-B166-479E-8CF8-D2E0FA02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763177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31685977-A986-419E-A687-E10014DE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D1AD9B7C-AE72-42CD-8592-1075788E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A8803E1B-42E6-455B-98CB-1505D3A8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5C9D3BDF-F9D5-4070-B253-0790E31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Unique Taxpayer Reference (UTR): 1200000141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CC2348CB-2E8C-4B58-A72C-9542063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Lily Roberts  |  Physical Address: Flat 21, 8735 Mill Grove Way, Sheffield, S1 2BJ,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9EEECD16-CC57-4367-9BC4-0019785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5ECB5D18-A6E0-407A-905B-E985748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1D28C579-E5C5-4AC7-9755-4C4448E3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Unique Taxpayer Reference (UTR): 1200000142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4FF2145B-6F28-4600-AA2B-EA82DB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Mia Wilson  |  Physical Address: Flat 22, 8772 Orchard Grove Way, Leeds, LS1 4AP,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6F7B65B8-28B8-4614-BE6C-3760C54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A49FE68D-1F3A-4988-9DF2-3EFB6B33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2506C248-3DB9-48BE-8A1D-0F132AC3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Unique Taxpayer Reference (UTR): 1200000143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1FF53008-29EB-4B28-828D-56E6007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Amelia Clarke  |  Physical Address: Flat 23, 8809 Station Grove Way, Leicester, LE1 5YP,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B0B5B45A-ECDE-4ECA-8BFA-472A112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23D3CFBA-0934-45B1-BC0E-DA5D8A0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559F010C-06FB-44AA-A443-460AECC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Unique Taxpayer Reference (UTR): 1200000144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79CFF09A-BE41-4487-929A-EA7DE67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Sophie Patel  |  Physical Address: Flat 24, 8846 Victoria Grove Way, Birmingham, B1 1BB,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3AC5645B-9352-4DA9-B951-AABE0FE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0EE1C254-81A9-4CE0-AB20-CD9496A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7E7B4119-83E6-45C5-B856-9BC52390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Unique Taxpayer Reference (UTR): 1200000145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B2641CEC-B8F9-4DB8-AF2E-05E58706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Lily Harris  |  Physical Address: Flat 25, 8883 Abbey Mead Way, Liverpool, L1 8JQ,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B577DC07-0141-41E3-828F-638E3F26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CF47D792-382E-4101-B5CE-CBE0A3A6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990344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B266999E-54BF-450B-B5BD-455C514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Tax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A699DE78-58E6-4186-8A90-163F996C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9D1AAD29-E2BD-4A47-A1AB-78B0811F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14BB9979-948A-44F0-BF36-DCEF0F2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Unique Taxpayer Reference (UTR): 1200000146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C30954FD-3ADE-4EB9-B1E0-7D6980CE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Mia Evans  |  Physical Address: Flat 26, 8920 Bramble Mead Way, Aberdeen, AB10 1AN,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83A096F6-8B9C-4DB7-88A1-EA1DEF8A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792CCEA3-7D3C-43AC-BE6F-58435CE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56E73E1D-807F-43F2-B00F-B06EE834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Unique Taxpayer Reference (UTR): 1200000147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AC5D12EC-4618-4744-A153-4566AEB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Amelia Taylor  |  Physical Address: Flat 27, 8957 Cedar Mead Way, Bristol, BS1 4ST,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A03E20D4-4E25-436B-9ED6-BC6E3CA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58ED0C94-6FBD-4751-BE27-8E2AB22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D45E4917-1D9A-4985-B22B-DBC40543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Unique Taxpayer Reference (UTR): 1200000148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47A43241-9EC5-4857-897F-02616EA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Sophie Roberts  |  Physical Address: Flat 28, 8994 Church Mead Way, Oxford, OX1 1AA,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B3A775F9-C82C-4134-9D67-FB1958D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3AF803B1-EE29-45C4-8CFD-74438E7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539668A0-45A9-4C01-83C2-D860582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Unique Taxpayer Reference (UTR): 1200000149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474A1E76-1ECC-4F45-A701-0BE33334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Lily Wilson  |  Physical Address: Flat 29, 9031 Crown Mead Way, Glasgow, G1 2FF,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3F5F83D7-7FAB-4F76-9264-3D5C1043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B95EC0A7-3A7E-468E-8CF7-F45185FE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F2C0F4E4-7969-4984-B583-7C5A0BE4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Unique Taxpayer Reference (UTR): 1200000150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7520E3DC-07A8-48B1-A0A8-CF277EC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Thomas Clarke  |  Physical Address: Flat 30, 9068 Elm Mead Way, Newcastle, NE1 4LP,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8FA259CE-B8FC-4190-B7FF-92A1C83C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HMRC Unique Taxpayer Reference UTR; self assessment tax return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882C2369-D414-408D-AFF9-7047EA6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Unique Taxpayer Reference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73297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2026-07-31T08:58:11.2100000Z</dcterms:created>
  <dcterms:modified xsi:type="dcterms:W3CDTF">2026-07-31T08:58:11.2100000Z</dcterms:modified>
</coreProperties>
</file>
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8c75d9e8649a0" /><Relationship Type="http://schemas.openxmlformats.org/officeDocument/2006/relationships/extended-properties" Target="/docProps/app.xml" Id="Rc35ba738495b491b" /><Relationship Type="http://schemas.openxmlformats.org/officeDocument/2006/relationships/officeDocument" Target="/ppt/presentation.xml" Id="R4d493103d8a343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8f8b7f0a04ac8"/>
  </p:sldMasterIdLst>
  <p:notesMasterIdLst>
    <p:notesMasterId xmlns:r="http://schemas.openxmlformats.org/officeDocument/2006/relationships" r:id="R9afba7a3289548db"/>
  </p:notesMasterIdLst>
  <p:sldIdLst>
    <p:sldId xmlns:r="http://schemas.openxmlformats.org/officeDocument/2006/relationships" id="256" r:id="R22fa29884fa34e42"/>
    <p:sldId xmlns:r="http://schemas.openxmlformats.org/officeDocument/2006/relationships" id="257" r:id="Rd140f9f0dde34b34"/>
    <p:sldId xmlns:r="http://schemas.openxmlformats.org/officeDocument/2006/relationships" id="258" r:id="R624732cbc5124f94"/>
    <p:sldId xmlns:r="http://schemas.openxmlformats.org/officeDocument/2006/relationships" id="259" r:id="R3514e3d23e39478a"/>
    <p:sldId xmlns:r="http://schemas.openxmlformats.org/officeDocument/2006/relationships" id="260" r:id="R0a639db39c564ddd"/>
    <p:sldId xmlns:r="http://schemas.openxmlformats.org/officeDocument/2006/relationships" id="261" r:id="Rc4d93d5d4e1847c5"/>
    <p:sldId xmlns:r="http://schemas.openxmlformats.org/officeDocument/2006/relationships" id="262" r:id="R03907f4d830c457f"/>
    <p:sldId xmlns:r="http://schemas.openxmlformats.org/officeDocument/2006/relationships" id="263" r:id="R1e3c2ca24de54f3b"/>
    <p:sldId xmlns:r="http://schemas.openxmlformats.org/officeDocument/2006/relationships" id="264" r:id="R7920f2ff36354603"/>
    <p:sldId xmlns:r="http://schemas.openxmlformats.org/officeDocument/2006/relationships" id="265" r:id="R7ed7151235ea4a2f"/>
    <p:sldId xmlns:r="http://schemas.openxmlformats.org/officeDocument/2006/relationships" id="266" r:id="R8375ca6d43154487"/>
    <p:sldId xmlns:r="http://schemas.openxmlformats.org/officeDocument/2006/relationships" id="267" r:id="Rdc84b5affc914547"/>
    <p:sldId xmlns:r="http://schemas.openxmlformats.org/officeDocument/2006/relationships" id="268" r:id="R49b290e94be24b28"/>
    <p:sldId xmlns:r="http://schemas.openxmlformats.org/officeDocument/2006/relationships" id="269" r:id="R3e88e11f1053431e"/>
    <p:sldId xmlns:r="http://schemas.openxmlformats.org/officeDocument/2006/relationships" id="270" r:id="Ra5381934db124ba7"/>
    <p:sldId xmlns:r="http://schemas.openxmlformats.org/officeDocument/2006/relationships" id="271" r:id="R9c32a48bd3de4658"/>
    <p:sldId xmlns:r="http://schemas.openxmlformats.org/officeDocument/2006/relationships" id="272" r:id="Re2c5038867204044"/>
    <p:sldId xmlns:r="http://schemas.openxmlformats.org/officeDocument/2006/relationships" id="273" r:id="R2e75a499c66a4f66"/>
    <p:sldId xmlns:r="http://schemas.openxmlformats.org/officeDocument/2006/relationships" id="274" r:id="R9f48ba4852c0404e"/>
    <p:sldId xmlns:r="http://schemas.openxmlformats.org/officeDocument/2006/relationships" id="275" r:id="R7c8aa16f1fbd4a7a"/>
    <p:sldId xmlns:r="http://schemas.openxmlformats.org/officeDocument/2006/relationships" id="276" r:id="Rad8a0f680e5c435d"/>
    <p:sldId xmlns:r="http://schemas.openxmlformats.org/officeDocument/2006/relationships" id="277" r:id="Raabc4ede311a480b"/>
    <p:sldId xmlns:r="http://schemas.openxmlformats.org/officeDocument/2006/relationships" id="278" r:id="R1044adc71eb44179"/>
    <p:sldId xmlns:r="http://schemas.openxmlformats.org/officeDocument/2006/relationships" id="279" r:id="R02f722f6921b4322"/>
    <p:sldId xmlns:r="http://schemas.openxmlformats.org/officeDocument/2006/relationships" id="280" r:id="R230d003b7c194ff0"/>
    <p:sldId xmlns:r="http://schemas.openxmlformats.org/officeDocument/2006/relationships" id="281" r:id="R54a25e5a2cf14bc2"/>
    <p:sldId xmlns:r="http://schemas.openxmlformats.org/officeDocument/2006/relationships" id="282" r:id="R14b4dc0e3ae9476f"/>
    <p:sldId xmlns:r="http://schemas.openxmlformats.org/officeDocument/2006/relationships" id="283" r:id="R47984a84841a43ef"/>
    <p:sldId xmlns:r="http://schemas.openxmlformats.org/officeDocument/2006/relationships" id="284" r:id="R5a2efd8747384c59"/>
    <p:sldId xmlns:r="http://schemas.openxmlformats.org/officeDocument/2006/relationships" id="285" r:id="R6bc892fb97fa43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77aa601254b1f" /><Relationship Type="http://schemas.openxmlformats.org/officeDocument/2006/relationships/slideMaster" Target="/ppt/slideMasters/slideMaster1.xml" Id="R9718f8b7f0a04ac8" /><Relationship Type="http://schemas.openxmlformats.org/officeDocument/2006/relationships/notesMaster" Target="/ppt/notesMasters/notesMaster1.xml" Id="R9afba7a3289548db" /><Relationship Type="http://schemas.openxmlformats.org/officeDocument/2006/relationships/presProps" Target="/ppt/presProps.xml" Id="R31d36ec6a3d5408a" /><Relationship Type="http://schemas.openxmlformats.org/officeDocument/2006/relationships/tableStyles" Target="/ppt/tableStyles.xml" Id="R882a4316fc0e49aa" /><Relationship Type="http://schemas.openxmlformats.org/officeDocument/2006/relationships/slide" Target="/ppt/slides/slide1.xml" Id="R22fa29884fa34e42" /><Relationship Type="http://schemas.openxmlformats.org/officeDocument/2006/relationships/slide" Target="/ppt/slides/slide2.xml" Id="Rd140f9f0dde34b34" /><Relationship Type="http://schemas.openxmlformats.org/officeDocument/2006/relationships/slide" Target="/ppt/slides/slide3.xml" Id="R624732cbc5124f94" /><Relationship Type="http://schemas.openxmlformats.org/officeDocument/2006/relationships/slide" Target="/ppt/slides/slide4.xml" Id="R3514e3d23e39478a" /><Relationship Type="http://schemas.openxmlformats.org/officeDocument/2006/relationships/slide" Target="/ppt/slides/slide5.xml" Id="R0a639db39c564ddd" /><Relationship Type="http://schemas.openxmlformats.org/officeDocument/2006/relationships/slide" Target="/ppt/slides/slide6.xml" Id="Rc4d93d5d4e1847c5" /><Relationship Type="http://schemas.openxmlformats.org/officeDocument/2006/relationships/slide" Target="/ppt/slides/slide7.xml" Id="R03907f4d830c457f" /><Relationship Type="http://schemas.openxmlformats.org/officeDocument/2006/relationships/slide" Target="/ppt/slides/slide8.xml" Id="R1e3c2ca24de54f3b" /><Relationship Type="http://schemas.openxmlformats.org/officeDocument/2006/relationships/slide" Target="/ppt/slides/slide9.xml" Id="R7920f2ff36354603" /><Relationship Type="http://schemas.openxmlformats.org/officeDocument/2006/relationships/slide" Target="/ppt/slides/slide10.xml" Id="R7ed7151235ea4a2f" /><Relationship Type="http://schemas.openxmlformats.org/officeDocument/2006/relationships/slide" Target="/ppt/slides/slide11.xml" Id="R8375ca6d43154487" /><Relationship Type="http://schemas.openxmlformats.org/officeDocument/2006/relationships/slide" Target="/ppt/slides/slide12.xml" Id="Rdc84b5affc914547" /><Relationship Type="http://schemas.openxmlformats.org/officeDocument/2006/relationships/slide" Target="/ppt/slides/slide13.xml" Id="R49b290e94be24b28" /><Relationship Type="http://schemas.openxmlformats.org/officeDocument/2006/relationships/slide" Target="/ppt/slides/slide14.xml" Id="R3e88e11f1053431e" /><Relationship Type="http://schemas.openxmlformats.org/officeDocument/2006/relationships/slide" Target="/ppt/slides/slide15.xml" Id="Ra5381934db124ba7" /><Relationship Type="http://schemas.openxmlformats.org/officeDocument/2006/relationships/slide" Target="/ppt/slides/slide16.xml" Id="R9c32a48bd3de4658" /><Relationship Type="http://schemas.openxmlformats.org/officeDocument/2006/relationships/slide" Target="/ppt/slides/slide17.xml" Id="Re2c5038867204044" /><Relationship Type="http://schemas.openxmlformats.org/officeDocument/2006/relationships/slide" Target="/ppt/slides/slide18.xml" Id="R2e75a499c66a4f66" /><Relationship Type="http://schemas.openxmlformats.org/officeDocument/2006/relationships/slide" Target="/ppt/slides/slide19.xml" Id="R9f48ba4852c0404e" /><Relationship Type="http://schemas.openxmlformats.org/officeDocument/2006/relationships/slide" Target="/ppt/slides/slide20.xml" Id="R7c8aa16f1fbd4a7a" /><Relationship Type="http://schemas.openxmlformats.org/officeDocument/2006/relationships/slide" Target="/ppt/slides/slide21.xml" Id="Rad8a0f680e5c435d" /><Relationship Type="http://schemas.openxmlformats.org/officeDocument/2006/relationships/slide" Target="/ppt/slides/slide22.xml" Id="Raabc4ede311a480b" /><Relationship Type="http://schemas.openxmlformats.org/officeDocument/2006/relationships/slide" Target="/ppt/slides/slide23.xml" Id="R1044adc71eb44179" /><Relationship Type="http://schemas.openxmlformats.org/officeDocument/2006/relationships/slide" Target="/ppt/slides/slide24.xml" Id="R02f722f6921b4322" /><Relationship Type="http://schemas.openxmlformats.org/officeDocument/2006/relationships/slide" Target="/ppt/slides/slide25.xml" Id="R230d003b7c194ff0" /><Relationship Type="http://schemas.openxmlformats.org/officeDocument/2006/relationships/slide" Target="/ppt/slides/slide26.xml" Id="R54a25e5a2cf14bc2" /><Relationship Type="http://schemas.openxmlformats.org/officeDocument/2006/relationships/slide" Target="/ppt/slides/slide27.xml" Id="R14b4dc0e3ae9476f" /><Relationship Type="http://schemas.openxmlformats.org/officeDocument/2006/relationships/slide" Target="/ppt/slides/slide28.xml" Id="R47984a84841a43ef" /><Relationship Type="http://schemas.openxmlformats.org/officeDocument/2006/relationships/slide" Target="/ppt/slides/slide29.xml" Id="R5a2efd8747384c59" /><Relationship Type="http://schemas.openxmlformats.org/officeDocument/2006/relationships/slide" Target="/ppt/slides/slide30.xml" Id="R6bc892fb97fa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16134af7e9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f7a050f2324ac9" /><Relationship Type="http://schemas.openxmlformats.org/officeDocument/2006/relationships/notesMaster" Target="/ppt/notesMasters/notesMaster1.xml" Id="R887d3bb5dbd1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484dd510d34f38" /><Relationship Type="http://schemas.openxmlformats.org/officeDocument/2006/relationships/notesMaster" Target="/ppt/notesMasters/notesMaster1.xml" Id="R7fb34176a9a8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37c783c7b14f90" /><Relationship Type="http://schemas.openxmlformats.org/officeDocument/2006/relationships/notesMaster" Target="/ppt/notesMasters/notesMaster1.xml" Id="R825008c8ff0a4f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8c0146f184417" /><Relationship Type="http://schemas.openxmlformats.org/officeDocument/2006/relationships/notesMaster" Target="/ppt/notesMasters/notesMaster1.xml" Id="R3e86ebdfb775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b33b14e3e4eae" /><Relationship Type="http://schemas.openxmlformats.org/officeDocument/2006/relationships/notesMaster" Target="/ppt/notesMasters/notesMaster1.xml" Id="Rdd6b09ceed7a40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1c94892bc04454" /><Relationship Type="http://schemas.openxmlformats.org/officeDocument/2006/relationships/notesMaster" Target="/ppt/notesMasters/notesMaster1.xml" Id="R5a1abcaec4fd43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2a0d6771504a44" /><Relationship Type="http://schemas.openxmlformats.org/officeDocument/2006/relationships/notesMaster" Target="/ppt/notesMasters/notesMaster1.xml" Id="R01dc1686957b49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669fa90b47424a" /><Relationship Type="http://schemas.openxmlformats.org/officeDocument/2006/relationships/notesMaster" Target="/ppt/notesMasters/notesMaster1.xml" Id="Rdc208274b6ea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71f49a0abc4351" /><Relationship Type="http://schemas.openxmlformats.org/officeDocument/2006/relationships/notesMaster" Target="/ppt/notesMasters/notesMaster1.xml" Id="R0d86a106ac6847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a675fc386146f3" /><Relationship Type="http://schemas.openxmlformats.org/officeDocument/2006/relationships/notesMaster" Target="/ppt/notesMasters/notesMaster1.xml" Id="R49b883d4815b4b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a38c56dcd41e6" /><Relationship Type="http://schemas.openxmlformats.org/officeDocument/2006/relationships/notesMaster" Target="/ppt/notesMasters/notesMaster1.xml" Id="R5372bfce2dea4d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73ce8248ab4b10" /><Relationship Type="http://schemas.openxmlformats.org/officeDocument/2006/relationships/notesMaster" Target="/ppt/notesMasters/notesMaster1.xml" Id="Rc5e6fde8097b4d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90ea761df64a19" /><Relationship Type="http://schemas.openxmlformats.org/officeDocument/2006/relationships/notesMaster" Target="/ppt/notesMasters/notesMaster1.xml" Id="R71a43b8672c548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c250c067a84781" /><Relationship Type="http://schemas.openxmlformats.org/officeDocument/2006/relationships/notesMaster" Target="/ppt/notesMasters/notesMaster1.xml" Id="Rd300d303408648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35a209bcf54f3c" /><Relationship Type="http://schemas.openxmlformats.org/officeDocument/2006/relationships/notesMaster" Target="/ppt/notesMasters/notesMaster1.xml" Id="R3b3fb79dec194b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8bac8c25024748" /><Relationship Type="http://schemas.openxmlformats.org/officeDocument/2006/relationships/notesMaster" Target="/ppt/notesMasters/notesMaster1.xml" Id="Rf21b0096955946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f868b3f1644cf9" /><Relationship Type="http://schemas.openxmlformats.org/officeDocument/2006/relationships/notesMaster" Target="/ppt/notesMasters/notesMaster1.xml" Id="R46d08c616bf245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cbd55d7d274811" /><Relationship Type="http://schemas.openxmlformats.org/officeDocument/2006/relationships/notesMaster" Target="/ppt/notesMasters/notesMaster1.xml" Id="Rec5a5c28fdf542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9cc5a877b64633" /><Relationship Type="http://schemas.openxmlformats.org/officeDocument/2006/relationships/notesMaster" Target="/ppt/notesMasters/notesMaster1.xml" Id="R847756d4fe4d4e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466da2ab6c444f" /><Relationship Type="http://schemas.openxmlformats.org/officeDocument/2006/relationships/notesMaster" Target="/ppt/notesMasters/notesMaster1.xml" Id="R30a2594366584d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f1aac4c65f4ba9" /><Relationship Type="http://schemas.openxmlformats.org/officeDocument/2006/relationships/notesMaster" Target="/ppt/notesMasters/notesMaster1.xml" Id="Raa77a7c0474748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ca639a69964222" /><Relationship Type="http://schemas.openxmlformats.org/officeDocument/2006/relationships/notesMaster" Target="/ppt/notesMasters/notesMaster1.xml" Id="R264a27ff0a854ee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ead3561592452a" /><Relationship Type="http://schemas.openxmlformats.org/officeDocument/2006/relationships/notesMaster" Target="/ppt/notesMasters/notesMaster1.xml" Id="R46b169233d704b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8d047304c54636" /><Relationship Type="http://schemas.openxmlformats.org/officeDocument/2006/relationships/notesMaster" Target="/ppt/notesMasters/notesMaster1.xml" Id="Ra6699a9114b14d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ea5bdc86c8462e" /><Relationship Type="http://schemas.openxmlformats.org/officeDocument/2006/relationships/notesMaster" Target="/ppt/notesMasters/notesMaster1.xml" Id="R3b974c8529544b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2d056499ce4923" /><Relationship Type="http://schemas.openxmlformats.org/officeDocument/2006/relationships/notesMaster" Target="/ppt/notesMasters/notesMaster1.xml" Id="R2ff54b67861747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ae7d38b58c402b" /><Relationship Type="http://schemas.openxmlformats.org/officeDocument/2006/relationships/notesMaster" Target="/ppt/notesMasters/notesMaster1.xml" Id="R12bcb5f7547c49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04e3be118c34264" /><Relationship Type="http://schemas.openxmlformats.org/officeDocument/2006/relationships/notesMaster" Target="/ppt/notesMasters/notesMaster1.xml" Id="R4113aa2dbad5401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d96afef86764ca3" /><Relationship Type="http://schemas.openxmlformats.org/officeDocument/2006/relationships/notesMaster" Target="/ppt/notesMasters/notesMaster1.xml" Id="Rf2d5b1ce91b743d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65e8e83f83a444f" /><Relationship Type="http://schemas.openxmlformats.org/officeDocument/2006/relationships/notesMaster" Target="/ppt/notesMasters/notesMaster1.xml" Id="Ra25a97aa801d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https://learn.microsoft.com/en-us/purview/sit-defn-international-banking-account-number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f1dc6d31b48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cdfe32363d4adf" /><Relationship Type="http://schemas.openxmlformats.org/officeDocument/2006/relationships/slideLayout" Target="/ppt/slideLayouts/slideLayout1.xml" Id="R5e47feef65214f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47feef65214f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0fe838a2f4dc2" /><Relationship Type="http://schemas.openxmlformats.org/officeDocument/2006/relationships/notesSlide" Target="/ppt/notesSlides/notesSlide1.xml" Id="Rd37cbf2cdb7949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dd64578d04700" /><Relationship Type="http://schemas.openxmlformats.org/officeDocument/2006/relationships/notesSlide" Target="/ppt/notesSlides/notesSlide2.xml" Id="R21068ad2c83540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9864663f047e0" /><Relationship Type="http://schemas.openxmlformats.org/officeDocument/2006/relationships/notesSlide" Target="/ppt/notesSlides/notesSlide3.xml" Id="R5e0d68adda534f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9fccd0abb4f1d" /><Relationship Type="http://schemas.openxmlformats.org/officeDocument/2006/relationships/notesSlide" Target="/ppt/notesSlides/notesSlide4.xml" Id="R27c440b87d7d45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930b8c2344746" /><Relationship Type="http://schemas.openxmlformats.org/officeDocument/2006/relationships/notesSlide" Target="/ppt/notesSlides/notesSlide5.xml" Id="R08480a12f24d4f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f830d7e6248fb" /><Relationship Type="http://schemas.openxmlformats.org/officeDocument/2006/relationships/notesSlide" Target="/ppt/notesSlides/notesSlide6.xml" Id="R1a3945e41556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e453d07924013" /><Relationship Type="http://schemas.openxmlformats.org/officeDocument/2006/relationships/notesSlide" Target="/ppt/notesSlides/notesSlide7.xml" Id="R47309abea0ea44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5f3dc87964646" /><Relationship Type="http://schemas.openxmlformats.org/officeDocument/2006/relationships/notesSlide" Target="/ppt/notesSlides/notesSlide8.xml" Id="R1dc5800d94e84c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ba7226aef4b01" /><Relationship Type="http://schemas.openxmlformats.org/officeDocument/2006/relationships/notesSlide" Target="/ppt/notesSlides/notesSlide9.xml" Id="R329e07e5c85f47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cd589e2374eca" /><Relationship Type="http://schemas.openxmlformats.org/officeDocument/2006/relationships/notesSlide" Target="/ppt/notesSlides/notesSlide10.xml" Id="R83f605e1c0394d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83039511d427b" /><Relationship Type="http://schemas.openxmlformats.org/officeDocument/2006/relationships/notesSlide" Target="/ppt/notesSlides/notesSlide11.xml" Id="Rf7956cf2446347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226c6658f4c3f" /><Relationship Type="http://schemas.openxmlformats.org/officeDocument/2006/relationships/notesSlide" Target="/ppt/notesSlides/notesSlide12.xml" Id="Re8c6a361ed0b47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8280002714568" /><Relationship Type="http://schemas.openxmlformats.org/officeDocument/2006/relationships/notesSlide" Target="/ppt/notesSlides/notesSlide13.xml" Id="Rf042b07a0f264c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40bc3c73b44ef" /><Relationship Type="http://schemas.openxmlformats.org/officeDocument/2006/relationships/notesSlide" Target="/ppt/notesSlides/notesSlide14.xml" Id="R23351652d9bb42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b393d986468f" /><Relationship Type="http://schemas.openxmlformats.org/officeDocument/2006/relationships/notesSlide" Target="/ppt/notesSlides/notesSlide15.xml" Id="R3c38519baebf49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16aea90cc4b99" /><Relationship Type="http://schemas.openxmlformats.org/officeDocument/2006/relationships/notesSlide" Target="/ppt/notesSlides/notesSlide16.xml" Id="R0e1d03dc507842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f300d617b439c" /><Relationship Type="http://schemas.openxmlformats.org/officeDocument/2006/relationships/notesSlide" Target="/ppt/notesSlides/notesSlide17.xml" Id="R0cf8a578638b4b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1deacfb4d483d" /><Relationship Type="http://schemas.openxmlformats.org/officeDocument/2006/relationships/notesSlide" Target="/ppt/notesSlides/notesSlide18.xml" Id="R91664b8d4c014a3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421900e444d38" /><Relationship Type="http://schemas.openxmlformats.org/officeDocument/2006/relationships/notesSlide" Target="/ppt/notesSlides/notesSlide19.xml" Id="Ra72b10bf3a974e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f089214d84c2e" /><Relationship Type="http://schemas.openxmlformats.org/officeDocument/2006/relationships/notesSlide" Target="/ppt/notesSlides/notesSlide20.xml" Id="Rfd8addaa2b5644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c8d7e718b4848" /><Relationship Type="http://schemas.openxmlformats.org/officeDocument/2006/relationships/notesSlide" Target="/ppt/notesSlides/notesSlide21.xml" Id="Re67a9fee06c243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392320cb14df7" /><Relationship Type="http://schemas.openxmlformats.org/officeDocument/2006/relationships/notesSlide" Target="/ppt/notesSlides/notesSlide22.xml" Id="R243a3140a2a14e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2689a5d2148db" /><Relationship Type="http://schemas.openxmlformats.org/officeDocument/2006/relationships/notesSlide" Target="/ppt/notesSlides/notesSlide23.xml" Id="R61e907a2ef6744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5d981b76e45b3" /><Relationship Type="http://schemas.openxmlformats.org/officeDocument/2006/relationships/notesSlide" Target="/ppt/notesSlides/notesSlide24.xml" Id="R0aab256a91f346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17521217a4993" /><Relationship Type="http://schemas.openxmlformats.org/officeDocument/2006/relationships/notesSlide" Target="/ppt/notesSlides/notesSlide25.xml" Id="R68647476b9dc44a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1b27a712d4ce8" /><Relationship Type="http://schemas.openxmlformats.org/officeDocument/2006/relationships/notesSlide" Target="/ppt/notesSlides/notesSlide26.xml" Id="R4b9b33951e4241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00ec365bd41c0" /><Relationship Type="http://schemas.openxmlformats.org/officeDocument/2006/relationships/notesSlide" Target="/ppt/notesSlides/notesSlide27.xml" Id="R7c3600e6a63f41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9b75c60ad4a27" /><Relationship Type="http://schemas.openxmlformats.org/officeDocument/2006/relationships/notesSlide" Target="/ppt/notesSlides/notesSlide28.xml" Id="R4a44f775ad0c41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46f745fee45b2" /><Relationship Type="http://schemas.openxmlformats.org/officeDocument/2006/relationships/notesSlide" Target="/ppt/notesSlides/notesSlide29.xml" Id="Rd9a8b11a2ab249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af93226eb4c03" /><Relationship Type="http://schemas.openxmlformats.org/officeDocument/2006/relationships/notesSlide" Target="/ppt/notesSlides/notesSlide30.xml" Id="R08435979770349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7F3A6F00-2FDC-47EE-B52C-D5F3233A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4E2DCB4A-E865-4400-8A1B-E46D1BC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A7A75612-0CB0-4EBC-98D6-205E1A16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5AD73967-9C10-4F92-9FF1-A070EA9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Pakistan International Bank Account Number (IBAN): PK65 SCBL 1000 0000 0000 0001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41B2739A-B6A0-46ED-BBCA-A6B30476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Hamza Rashid  |  Physical Address: House 1050, Canal Heights Road, Islamabad 44000, Pakistan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57BBE00F-018C-4B21-AA5F-A2C7B623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1FBC9546-8D2B-4CE4-900F-71BECCD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16FE310B-0D47-4AA0-98BA-B1CC418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Pakistan International Bank Account Number (IBAN): PK38 SCBL 1000 0000 0000 0002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52290A3F-14FD-44C0-9749-01296094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Hassan Hussain  |  Physical Address: House 1087, Garden Heights Road, Quetta 87300, Pakistan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4955195A-CC93-42F0-B8E6-C7A293C3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8B741707-EC90-493F-B98C-547A73E4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49E27906-574E-48A2-9F67-D022E4D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Pakistan International Bank Account Number (IBAN): PK11 SCBL 1000 0000 0000 0003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548F7422-6B06-4D4A-8206-B5549A1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Salman Javed  |  Physical Address: House 1124, Iqbal Heights Road, Karachi 74200, Pakistan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440FAA26-DEAF-4C96-9994-6697499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7F95B8C6-96D3-4529-AD94-20E983C3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D4DB137C-4AFC-4E8F-896D-5BCF4EB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Pakistan International Bank Account Number (IBAN): PK81 SCBL 1000 0000 0000 0004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F5B50A36-E14D-4726-A5BC-CD521697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Imran Iqbal  |  Physical Address: House 1161, Jinnah Heights Road, Hyderabad 71000, Pakistan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0074F06E-CF9F-4C8E-9450-B1BF8DD0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CD57E001-697B-4CC5-926C-BA0A78D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53E20F16-D9A3-4A45-B8BD-A2FBCAFE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Pakistan International Bank Account Number (IBAN): PK54 SCBL 1000 0000 0000 0005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F351EC1C-C6C8-4D52-93AE-162F1426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Hamza Mirza  |  Physical Address: House 1198, Kashmir Heights Road, Peshawar 25000, Pakistan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36F0ABB8-443F-4500-A2CB-E71ABB8A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FE5E001A-1F38-4B22-A1E0-77956BE2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3240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20ED6184-C8B8-4D4B-97B7-B2EE20E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7CF233F2-B2A2-426D-AC2B-A9411201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94AAD672-8F99-41DE-A7C4-F395709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61043DBA-954C-4B21-875D-8FE733BD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Pakistan International Bank Account Number (IBAN): PK27 SCBL 1000 0000 0000 0006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B7E25EB2-DCE8-4F4C-B366-B45CFBBA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Hassan Chaudhry  |  Physical Address: House 1235, Margalla Heights Road, Bahawalpur 63100, Pakistan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1D1CCD92-BEDF-4760-96BF-B6DDB552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7DBE4B94-D6EC-4D39-955B-C5383D5F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D98E4042-BF57-430E-9EE4-A140E90A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Pakistan International Bank Account Number (IBAN): PK97 SCBL 1000 0000 0000 0007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A1B2DB84-24E7-401C-B133-87D6E59F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Salman Mahmood  |  Physical Address: House 1272, Model Heights Road, Faisalabad 38000, Pakistan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7B29677A-008E-4EC1-BF39-B8D1769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3020BFA3-1B61-4422-A799-34508C66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863F34FB-34A4-4043-916F-CB19A431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Pakistan International Bank Account Number (IBAN): PK70 SCBL 1000 0000 0000 0008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4575C4A2-AB86-4AA6-81FB-A7169499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 Imran Rashid  |  Physical Address: House 1309, Nishat Heights Road, Lahore 54000, Pakistan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D5C72D5C-AE45-4569-BB57-AF7AEA70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A8C6BDE3-A498-420F-817C-1B498CE6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E179F703-5CB7-4344-831A-527DE1BC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Pakistan International Bank Account Number (IBAN): PK43 SCBL 1000 0000 0000 0009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A9996045-BBB4-4A4A-BC61-5CC55274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Ayesha Hamza Hussain  |  Physical Address: House 1346, River Heights Road, Sialkot 51310, Pakistan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E3F52A0C-D12A-4152-8AE6-97517722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5A95590A-0D8C-400C-89DD-0083691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6FAD0E69-1534-47E3-995C-E01228BA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Pakistan International Bank Account Number (IBAN): PK16 SCBL 1000 0000 0000 0010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1ECEAB06-CEAF-4B3A-AF0C-32B883C8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Salman Zainab Nawaz  |  Physical Address: House 1383, Shalimar Heights Road, Rawalpindi 46000, Pakistan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96482B81-AA8E-40B0-887D-AC9862A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9CEA3A4B-07FB-4A1E-98A3-B4381CA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39351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3541EB70-0A5C-4AC7-8213-BC61192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B3F0D93B-BF2D-4DAD-9C88-4369F395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B0402570-BD76-467D-A560-D7A266C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58C1A9C7-7EAF-4A53-902B-CF16A90E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Pakistan International Bank Account Number (IBAN): PK86 SCBL 1000 0000 0000 0011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FFBA5355-CBF3-4120-938A-AD2DA91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Mehak Hassan Iqbal  |  Physical Address: House 1420, University Heights Road, Gujranwala 52250, Pakistan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704C73AC-9D0B-4320-B033-6EABC491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8548005F-713A-4A0F-B82B-0887556E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02522687-8D11-4B20-9B2A-1FE4CD5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Pakistan International Bank Account Number (IBAN): PK59 SCBL 1000 0000 0000 0012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5E15DF24-3815-478B-B405-523146A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Danish Noor Mirza  |  Physical Address: House 1457, Zamzama Heights Road, Multan 60000, Pakistan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D4E7F1E4-19FA-42AB-A95C-C94CFB72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084B1176-444A-4153-B485-F5EAF9E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FFC47AB2-C2D0-4DF1-AF12-17F82BB2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Pakistan International Bank Account Number (IBAN): PK32 SCBL 1000 0000 0000 0013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A244FACD-6310-4C79-A9B2-AF775D99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Alina Sana Chaudhry  |  Physical Address: House 1494, Canal View Road, Islamabad 44000, Pakistan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C323DEE2-1F8E-4B95-BEF6-10B0D35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37ABD2D7-AFE4-4118-AD8C-6BB6603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7761E6F5-2878-4D8A-AA00-E4F1191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Pakistan International Bank Account Number (IBAN): PK05 SCBL 1000 0000 0000 0014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2EB53A06-D5C1-4E8E-BE8D-2F5EE1E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Fahad Zainab Khan  |  Physical Address: House 1531, Garden View Road, Quetta 87300, Pakistan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EBE7D132-5859-423C-8F32-75253887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873CA7FE-A252-4138-AF40-06EB413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E31C611A-352D-4653-A934-E4FB5BCE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Pakistan International Bank Account Number (IBAN): PK75 SCBL 1000 0000 0000 0015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22897DB5-4DC5-43FC-AFD0-64D65948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Rabia Mehak Rashid  |  Physical Address: House 1568, Iqbal View Road, Karachi 74200, Pakistan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208EA671-DEA7-4AF0-A26D-25037B55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89A36EF2-C80E-4838-A2F5-1B401D6E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42561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8A61F7A6-AA75-4328-BD4E-34BCD47D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7AFF3E85-47BC-419D-AB51-4F40D8B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CE4DA84C-0DA3-4AB9-A738-90E98836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C5BFFC7-F1DC-4093-AD11-27491CE0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Pakistan International Bank Account Number (IBAN): PK48 SCBL 1000 0000 0000 0016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E0BE4D2A-D6E9-400D-9139-62FA8EE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Imran Noor Hussain  |  Physical Address: House 1605, Jinnah View Road, Hyderabad 71000, Pakistan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67F50933-D91F-4B97-89B1-5006633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8743C64C-BF12-4895-BB1A-530FB47C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4B32EFAD-E4BC-4B07-A69D-72BC7925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Pakistan International Bank Account Number (IBAN): PK21 SCBL 1000 0000 0000 0017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454CD16B-0F09-46E7-9C18-76DBB7AB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 Sana Nawaz  |  Physical Address: House 1642, Kashmir View Road, Peshawar 25000, Pakistan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5E1BE3B5-24E7-40B4-B998-C3E8A92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B802E960-7232-4219-9C02-71F04CD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C3E0E41C-E9F9-4422-8A0B-C343F5F0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Pakistan International Bank Account Number (IBAN): PK91 SCBL 1000 0000 0000 0018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7946587A-F399-4A28-BF28-6CFAA52E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Saad Zainab Raza  |  Physical Address: House 1679, Margalla View Road, Bahawalpur 63100, Pakistan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ECEB519C-2EFE-4A02-9D71-24468BD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E96F2A4D-152E-43B0-8787-E050F7FE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B0B6FC17-6CF6-4111-9CF7-50FD82FD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Pakistan International Bank Account Number (IBAN): PK64 SCBL 1000 0000 0000 0019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C4C82599-42BB-4474-8EA3-E8658C60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Mehak Mirza  |  Physical Address: House 1716, Model View Road, Faisalabad 38000, Pakistan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27CD64AA-1F85-41C1-A309-350F5D62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8E9D5DE0-E6F2-439B-82E8-6924AAB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0BEFB21A-5D51-4DEF-AF74-865BDE0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Pakistan International Bank Account Number (IBAN): PK37 SCBL 1000 0000 0000 0020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FC471244-4884-4B12-8A5D-C4C092B5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Noor Chaudhry  |  Physical Address: House 1753, Nishat View Road, Lahore 54000, Pakistan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168AF0F4-0534-4C65-A93D-B3910C28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2FBFCE5B-C318-4E4E-822E-72000D41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56364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51F96175-E747-4163-8A38-26EB5C8D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07E8AC89-5BE5-4D9C-B213-831562FC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36BD95BD-46F0-4428-B8F0-251BBCBA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134259D4-4460-4326-8FDD-4FCFA30F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Pakistan International Bank Account Number (IBAN): PK10 SCBL 1000 0000 0000 0021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C515468D-18BE-45B0-A5D3-F3E7AEC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Iqra Sana Khan  |  Physical Address: House 1790, River View Road, Sialkot 51310, Pakistan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D92F57E1-1475-4977-9499-C54400A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2BEBEB1C-9A10-4A3B-80F8-24CFC6E0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7F136C6C-243F-48DD-87A9-0BA47EBF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Pakistan International Bank Account Number (IBAN): PK80 SCBL 1000 0000 0000 0022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683EA40F-5A60-498E-91BF-9677AA2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Hamza Zainab Akhtar  |  Physical Address: House 1827, Shalimar View Road, Rawalpindi 46000, Pakistan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A9CAA6DC-40EB-4D1E-A61C-50817BF8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1009E637-D1BE-4C7C-9419-C1425A61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D76034A1-1AD0-45B6-BCC7-0FE7EAED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Pakistan International Bank Account Number (IBAN): PK53 SCBL 1000 0000 0000 0023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5BD2D51D-1062-4470-A206-613B63D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Sana Mehak Hussain  |  Physical Address: House 1864, University View Road, Gujranwala 52250, Pakistan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6F769489-67F4-489C-8B54-2EEA3403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817C33E9-ED44-4693-8EEB-E83A2E3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D54A7259-9716-4CBF-9AD6-EA42550E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Pakistan International Bank Account Number (IBAN): PK26 SCBL 1000 0000 0000 0024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F6D0244D-7A8B-4734-BF59-04B5608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Bilal Noor Nawaz  |  Physical Address: House 1901, Zamzama View Road, Multan 60000, Pakistan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295E758D-1D08-4219-89E6-0F57EEA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08E4242A-123D-4245-8D19-B3157D7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0E2C350B-8EEC-4FDC-9172-E3B3A38C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Pakistan International Bank Account Number (IBAN): PK96 SCBL 1000 0000 0000 0025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F75EB59A-8B56-4F62-AAD3-F1FCF78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Sana Raza  |  Physical Address: House 1938, Canal Park Road, Islamabad 44000, Pakistan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853A8ABF-E477-4B5D-8C27-E39E379C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2EDE7F57-AC9D-47D5-980D-355E65C3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11766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6BFD18EE-423F-4BE0-857E-58C641A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B93D42E9-A171-4CDB-A7B2-A3EDF8D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6EAF51AD-DB27-419A-B5C2-2524AA65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8C7E15E2-CE06-404B-81E0-7398F2CB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Pakistan International Bank Account Number (IBAN): PK69 SCBL 1000 0000 0000 0026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4F8F62D4-A1F5-410A-8C21-F780E9E3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Zainab Ansari  |  Physical Address: House 1975, Garden Park Road, Quetta 87300, Pakistan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0C97D2AC-8C82-4D52-A06E-08E09B4C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9DD0B100-3238-4CEC-9869-5AAAF4D6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C39DFD29-A291-4AD2-8221-391F3C6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Pakistan International Bank Account Number (IBAN): PK42 SCBL 1000 0000 0000 0027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CE5609C5-3449-4AB2-876F-83E7861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Mehak Chaudhry  |  Physical Address: House 2012, Iqbal Park Road, Karachi 74200, Pakistan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17AE2B67-55B6-4FB7-AD19-C40DF45A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6622B759-E063-4C5B-83DA-C8DFA24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6932C9AF-8D4D-4B51-A0C8-F4D0983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Pakistan International Bank Account Number (IBAN): PK15 SCBL 1000 0000 0000 0028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80D9BE22-9928-4EE6-9AC9-79962A61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Noor Khan  |  Physical Address: House 2049, Jinnah Park Road, Hyderabad 71000, Pakistan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384C2CFC-5882-486C-A427-20765416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5DB07E93-1807-4EC6-B786-09F5341C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458F77DA-1E10-403C-9926-EABDF239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Pakistan International Bank Account Number (IBAN): PK85 SCBL 1000 0000 0000 0029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CC883EFC-B8F8-4B31-B092-1BD6187F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Sana Akhtar  |  Physical Address: House 2086, Kashmir Park Road, Peshawar 25000, Pakistan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24CB9634-7785-4CCF-8FC4-351B59FF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BC7B00ED-9A48-478C-8153-65196B41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70E8B0BB-6971-41D5-B08A-4EBEA7B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Pakistan International Bank Account Number (IBAN): PK58 SCBL 1000 0000 0000 0030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AA1E697A-54D4-4CF7-8BBF-A06CB932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Zainab Malik  |  Physical Address: House 2123, Margalla Park Road, Bahawalpur 63100, Pakistan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C71B4522-1F1D-4FA8-B600-AD585CF3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2F3901DA-3217-48F8-8677-CE53908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81577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68DA85AD-35A7-4151-9A2D-D4D4FEB2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588683C9-EA4C-4079-BB79-121A0713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9A087898-46C6-409D-99C5-57D46E4C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8D2FF237-7A83-403A-A3F2-762F4CF9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Pakistan International Bank Account Number (IBAN): PK31 SCBL 1000 0000 0000 0031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AB6EB5B3-F32F-4684-8DC8-1D2CD06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Mehak Nawaz  |  Physical Address: House 2160, Model Park Road, Faisalabad 38000, Pakistan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5320FB68-B22C-4F78-83A1-0A0C306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F38AAD72-0DB0-43D5-ABEE-537A42C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A2798312-FE5F-41B1-9C19-59817641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Pakistan International Bank Account Number (IBAN): PK04 SCBL 1000 0000 0000 0032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C482127A-24C5-49BA-87C9-AA44BCF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 Noor Raza  |  Physical Address: House 2197, Nishat Park Road, Lahore 54000, Pakistan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46330541-3210-4D13-B078-7F0F17A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BE6DD1C6-1844-4A3E-A188-8999A13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621A5519-D3F9-43C5-AF74-DA286A54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Pakistan International Bank Account Number (IBAN): PK74 SCBL 1000 0000 0000 0033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D78E47E6-E8F8-4BD7-8C71-4A327F7F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Ayesha Sana Ansari  |  Physical Address: House 2234, River Park Road, Sialkot 51310, Pakistan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58A8BD00-645C-4891-8FF0-8F29644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AF136685-75B9-4B24-BC19-D8D1D6F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0566E952-FF26-436A-AD51-639504F7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Pakistan International Bank Account Number (IBAN): PK47 SCBL 1000 0000 0000 0034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BB99BB29-B5E4-4395-A5A7-1939FE4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Salman Ahmed Butt  |  Physical Address: House 2271, Shalimar Park Road, Rawalpindi 46000, Pakistan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D340298C-3737-48B4-9A7D-837E5E4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237D6FAD-475C-4905-9A9D-BC28F48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C1D8831E-F21F-4707-A617-F479913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Pakistan International Bank Account Number (IBAN): PK20 SCBL 1000 0000 0000 0035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FAF35515-0680-491A-96B1-3F186C8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Mehak Danish Khan  |  Physical Address: House 2308, University Park Road, Gujranwala 52250, Pakistan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D2ABBE17-8B15-4381-AB95-A065257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FF0AEEA1-5652-4637-A63A-2BA94FE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97394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1912FB63-1B36-494A-8A25-68BC3D58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C8070EA7-069C-4E16-A5ED-653E27AB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9C4B028D-7421-43CA-B49A-FE7C4AAB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1ACDAA63-6C45-4DDD-B432-E8424717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Pakistan International Bank Account Number (IBAN): PK90 SCBL 1000 0000 0000 0036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C45F304B-CA34-461F-B476-4DF43B97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Danish Saad Akhtar  |  Physical Address: House 2345, Zamzama Park Road, Multan 60000, Pakistan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277BF950-0C69-479A-8683-044FDAE3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2A21CE0F-222D-4514-A19C-4C080969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245EB187-E4C6-40F2-960F-B940EB9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Pakistan International Bank Account Number (IBAN): PK63 SCBL 1000 0000 0000 0037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E605F80B-62F4-4FC9-BED6-0A79AC8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Alina Bilal Malik  |  Physical Address: House 2382, Canal Gardens Road, Islamabad 44000, Pakistan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5D8E24D3-62E7-481B-ABD6-6833431A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BF92CA6F-823F-432D-9735-CF883512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D88819D0-3B84-407F-951D-34E9FBF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Pakistan International Bank Account Number (IBAN): PK36 SCBL 1000 0000 0000 0038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BAE04868-FD1E-409C-BD81-1757B74F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Fahad Ahmed Shah  |  Physical Address: House 2419, Garden Gardens Road, Quetta 87300, Pakistan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8D302CEF-400F-4881-BD81-D1895C09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2658E4E5-C7C8-43C1-A4F7-C78FE59A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5A4370F5-FA12-4BCD-98FD-5F107EB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Pakistan International Bank Account Number (IBAN): PK09 SCBL 1000 0000 0000 0039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03BF96CF-B3AA-4482-8B12-01BA96E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Rabia Danish Raza  |  Physical Address: House 2456, Iqbal Gardens Road, Karachi 74200, Pakistan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8963957A-0AEE-44A6-B3F0-D7EC972E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D9F7C0F3-FB18-47D0-AC8D-A2CF98D4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C074FF1A-1F60-4B3E-8276-5DC0F7A7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Pakistan International Bank Account Number (IBAN): PK79 SCBL 1000 0000 0000 0040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E4E598EC-5C4D-43B5-B521-E6CB829D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Imran Saad Ansari  |  Physical Address: House 2493, Jinnah Gardens Road, Hyderabad 71000, Pakistan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38FE87DB-9F22-4F55-A24F-DC2AC5B4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ACEB5026-5A33-49D6-B49F-140669A0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77822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26A13D67-44A2-48B1-B489-F30458A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A75FC76C-A061-4352-8A04-4FB2872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C5DBB597-6451-4CBE-ADCC-035D8E8F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2FB71D59-3D91-41DC-998D-3FAAC6D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Pakistan International Bank Account Number (IBAN): PK52 SCBL 1000 0000 0000 0041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D0C2318C-7256-4CCF-9173-89701774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 Bilal Butt  |  Physical Address: House 2530, Kashmir Gardens Road, Peshawar 25000, Pakistan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BC0C9B0F-84AA-4743-9B91-5012DDC5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9A8AAB9B-88A0-40F1-99CF-35C42C53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46E3E75D-6ED1-489B-9D7C-8550DE19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Pakistan International Bank Account Number (IBAN): PK25 SCBL 1000 0000 0000 0042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D57119E8-905D-4F2B-AD5C-F5C9ED05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Saad Ahmed Ahmed  |  Physical Address: House 2567, Margalla Gardens Road, Bahawalpur 63100, Pakistan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854AF50E-7EB5-40E5-A1D1-38F31AD8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DD3BF3AA-1612-4B71-9114-BC85A75D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4761E5B2-C9E3-444A-A980-6F578A60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Pakistan International Bank Account Number (IBAN): PK95 SCBL 1000 0000 0000 0043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E996AB9E-F66A-4597-8CEE-6CD63D45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Danish Akhtar  |  Physical Address: House 2604, Model Gardens Road, Faisalabad 38000, Pakistan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9CF2B747-8D00-4C8E-A4A3-68C485B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4582B53B-6EBA-4D05-B323-4387CED2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1516209E-9308-4172-B912-BE4B12C6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Pakistan International Bank Account Number (IBAN): PK68 SCBL 1000 0000 0000 0044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6DB6D769-D443-48BD-A976-2B7CC547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Saad Malik  |  Physical Address: House 2641, Nishat Gardens Road, Lahore 54000, Pakistan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F36C0281-DD53-4BB3-A2F3-154D8E2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916AE253-3C22-4833-8FF4-46F5D23B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5638453E-8B2E-4E1D-9D60-FBF4452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Pakistan International Bank Account Number (IBAN): PK41 SCBL 1000 0000 0000 0045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C7D9E217-BA6C-4156-8A4A-6AF27D9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Iqra Bilal Shah  |  Physical Address: House 2678, River Gardens Road, Sialkot 51310, Pakistan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FA6F1828-2BA4-4F49-953D-50A76DA5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70EDE928-09C9-48AD-89D8-C50BCDF4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04811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B9A5D63F-EAF0-4629-AD20-30D50BC9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EF0541E3-7227-4E49-93A9-7598A71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77EAFF73-1E5C-4C21-9D48-67CBC13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6D9A1C97-94E0-4D1F-93B8-C5E3B8AB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Pakistan International Bank Account Number (IBAN): PK14 SCBL 1000 0000 0000 0046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D9ACE007-295E-4416-98A3-E26D286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Hamza Ahmed Siddiqui  |  Physical Address: House 2715, Shalimar Gardens Road, Rawalpindi 46000, Pakistan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481C9FC7-8041-4F7E-BC8F-FCCD04B1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E6FA5901-3ACD-457E-8ED3-6DA34D1E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B6EF0211-786C-4EB4-97F7-EB0D972D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Pakistan International Bank Account Number (IBAN): PK84 SCBL 1000 0000 0000 0047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C00AF3D7-D11E-4587-8E45-263150B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Sana Danish Ansari  |  Physical Address: House 2752, University Gardens Road, Gujranwala 52250, Pakistan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63C54311-580C-4095-93E9-055429AB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4DC0C56C-CDDD-4E3C-86FC-4E468250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BB690F25-5C39-4575-B319-166C0BB0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Pakistan International Bank Account Number (IBAN): PK57 SCBL 1000 0000 0000 0048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3C51EC2F-99AB-4524-9CED-5AFDF3AC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Bilal Saad Butt  |  Physical Address: House 2789, Zamzama Gardens Road, Multan 60000, Pakistan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4BD71B53-6546-4CE3-AABE-A10BEE96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56F3E29D-96AE-43D0-A0F1-B365C038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16F7A3D5-112B-4713-88A8-C722DC3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Pakistan International Bank Account Number (IBAN): PK30 SCBL 1000 0000 0000 0049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C3645680-E0AD-4D29-B594-B3CFB4F1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Bilal Ahmed  |  Physical Address: House 2826, Canal Enclave Road, Islamabad 44000, Pakistan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E24CFB21-A7F1-4528-956B-6329E0A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B68E2357-4D7D-4AA3-BF00-B94075EB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8DA7726B-5341-45B5-97C8-3447458D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Pakistan International Bank Account Number (IBAN): PK03 SCBL 1000 0000 0000 0050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DE76B27F-0947-4C0A-ADF4-9CCEF463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Ahmed Farooq  |  Physical Address: House 2863, Garden Enclave Road, Quetta 87300, Pakistan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47826CF4-485F-46D6-85C3-7B98A7D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CB711DAA-241D-41C6-82F6-F237868F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76318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0B275F5C-3AF0-4EFB-878C-CACF33E3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AD460B35-4245-4ED5-8559-57054D82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A8405DEB-812F-45B5-956B-06DD5AFD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45603F4E-5247-4298-8C7A-5BAC1F7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Pakistan International Bank Account Number (IBAN): PK73 SCBL 1000 0000 0000 0051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C1306988-06C1-4312-A646-5CDB67A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Danish Malik  |  Physical Address: House 2900, Iqbal Enclave Road, Karachi 74200, Pakistan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7B787381-6553-4528-9789-670279D4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310564E2-7560-4291-9C58-93C2DFE9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42303A91-DBD7-40C7-A3C1-161CF6A4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Pakistan International Bank Account Number (IBAN): PK46 SCBL 1000 0000 0000 0052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8E628325-EC38-4CFD-9F64-92AA0B4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Saad Shah  |  Physical Address: House 2937, Jinnah Enclave Road, Hyderabad 71000, Pakistan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A36E256A-C162-437D-A3A0-8BCB765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81709035-6695-41FA-ACFB-C6337922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EFAC8A20-9506-49C9-9BC0-FD318D9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Pakistan International Bank Account Number (IBAN): PK19 SCBL 1000 0000 0000 0053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E1423AA2-8122-4941-AB9A-CD01981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Bilal Siddiqui  |  Physical Address: House 2974, Kashmir Enclave Road, Peshawar 25000, Pakistan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E87B0143-8817-473F-81FA-B0A398C7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B5D13EDC-4FD3-4781-9A5E-12890AEE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7DBCB03C-FCD7-448C-94F5-ED4C192A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Pakistan International Bank Account Number (IBAN): PK89 SCBL 1000 0000 0000 0054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858277C6-5474-459B-BA65-D575C0DF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Sana Bhatti  |  Physical Address: House 3011, Margalla Enclave Road, Bahawalpur 63100, Pakistan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4851938F-829B-4363-ABBA-93269CCF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3434C522-016B-4C8E-B219-04C70254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9E1174CD-71DE-462B-898E-C704187A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Pakistan International Bank Account Number (IBAN): PK62 SCBL 1000 0000 0000 0055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7009AB42-65EA-49C2-B09C-D63D07F9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Danish Butt  |  Physical Address: House 3048, Model Enclave Road, Faisalabad 38000, Pakistan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314394C7-3B43-450C-BB8E-105DC11E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485E3E76-E997-4F81-B541-DADC35A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92708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ECDD7248-3686-47D3-BA96-2C2B04BE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6F2CE1C3-931D-4370-BFDB-08778B31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83CC0C5B-3842-4E0B-927A-A7E399AF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357DBC97-E8AE-4DDF-B579-51E178B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Pakistan International Bank Account Number (IBAN): PK35 SCBL 1000 0000 0000 0056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96D81A5F-081E-42A8-8309-05857AAC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 Saad Ahmed  |  Physical Address: House 3085, Nishat Enclave Road, Lahore 54000, Pakistan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08395FDD-5686-4718-810C-43CE77E4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5B973B93-E36B-4717-828A-5C81BFA4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55A4EE99-77A4-4B69-BA18-E59123A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Pakistan International Bank Account Number (IBAN): PK08 SCBL 1000 0000 0000 0057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C454EA3F-4594-4ED6-8770-2DEF0479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Ayesha Bilal Farooq  |  Physical Address: House 3122, River Enclave Road, Sialkot 51310, Pakistan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6DE0F968-91C8-4053-B2F1-4E776E23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B0EC436A-856B-4806-BB44-A992E30B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AF1C3D6A-B11B-4A62-B49B-6FFFB34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Pakistan International Bank Account Number (IBAN): PK78 SCBL 1000 0000 0000 0058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3F0A7B58-602B-43E3-A915-4D412F7E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Salman Fatima Sheikh  |  Physical Address: House 3159, Shalimar Enclave Road, Rawalpindi 46000, Pakistan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9D141647-5025-4D79-88AB-44DD92C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6E8D9FC6-64CE-4C31-98B0-875B1BE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546FE27A-4FA1-4844-889A-060CDC5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Pakistan International Bank Account Number (IBAN): PK51 SCBL 1000 0000 0000 0059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80A9FACC-E986-4939-BF56-B02C0D4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Mehak Alina Shah  |  Physical Address: House 3196, University Enclave Road, Gujranwala 52250, Pakistan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AE251D07-83F5-46A1-92F2-2394640A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93D669AF-2DE8-48B2-A627-06FE00B9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BB58C6D8-6E9A-450E-A3B8-0C9AB6FC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Pakistan International Bank Account Number (IBAN): PK24 SCBL 1000 0000 0000 0060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1C5FDB92-F1F6-4A99-8631-5CCB8B17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Danish Maha Siddiqui  |  Physical Address: House 3233, Zamzama Enclave Road, Multan 60000, Pakistan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E8AC116E-A571-4BF4-AADA-F6267356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21464DBC-1958-4FBB-B047-ACFFC6E2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945622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56007E3A-6BFA-4240-8D94-F9E584C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F23CF641-7E7F-4FA9-AF68-772526C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571015D5-2B84-4C3C-BD8F-0F5C7E12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079645D7-E12A-4F65-B7EE-C2E90ADB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Pakistan International Bank Account Number (IBAN): PK94 SCBL 1000 0000 0000 0061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8E59261F-0D4A-4D63-A2FE-2F5FB7E7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Alina Hira Bhatti  |  Physical Address: House 3270, Canal Town Road, Islamabad 44000, Pakistan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99739FFB-E64D-4C73-ACAA-2E2CFB81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408A7FA6-A121-4848-991F-65637F8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E68EB783-5955-4014-8FFF-2D1E5768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Pakistan International Bank Account Number (IBAN): PK67 SCBL 1000 0000 0000 0062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F7BCDC4A-BD7D-4905-8E7A-5939CB5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Fahad Fatima Abbasi  |  Physical Address: House 3307, Garden Town Road, Quetta 87300, Pakistan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B09A08EF-290E-4A23-8C2C-4A037F9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B98403CA-A7FE-4E39-BA06-C1BCDF86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39D9BB55-496C-484A-9133-F4F4352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Pakistan International Bank Account Number (IBAN): PK40 SCBL 1000 0000 0000 0063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4B4FA08A-3826-4BD3-A2A3-5628FF3B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Rabia Alina Ahmed  |  Physical Address: House 3344, Iqbal Town Road, Karachi 74200, Pakistan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719C37B6-B7C8-4C3D-9686-122D0A0D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D365F9B4-9F4E-49FF-91A8-2EC0B966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37D9F258-D2F7-4DF1-9267-993404A3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Pakistan International Bank Account Number (IBAN): PK13 SCBL 1000 0000 0000 0064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A9E3ACD2-1331-4744-A6FF-9C4F774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Imran Maha Farooq  |  Physical Address: House 3381, Jinnah Town Road, Hyderabad 71000, Pakistan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459F104B-81B3-4629-9DCF-F07B867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EC7B2298-6AE9-4D85-A465-E94D67F0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E5C45AA6-86B4-4149-8FCF-5CFB8BE9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Pakistan International Bank Account Number (IBAN): PK83 SCBL 1000 0000 0000 0065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AF2DC2A3-F5C9-4EAE-AD15-02E2386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 Hira Sheikh  |  Physical Address: House 3418, Kashmir Town Road, Peshawar 25000, Pakistan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2469102F-669E-4068-A829-1751301C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32E2DEFC-D8E8-4524-842B-A5C3070C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8906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E4BE308B-6B6B-497A-82FE-DB88078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19015DEE-5880-4BAC-A109-D7353360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90C30AB2-6E28-47F7-A803-5A2A9DA9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B0DD4D6B-5AFC-4FB5-91C9-FC27F7F4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Pakistan International Bank Account Number (IBAN): PK56 SCBL 1000 0000 0000 0066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63D5A259-1F8A-430B-B2AE-F8FAD10B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Saad Fatima Mughal  |  Physical Address: House 3455, Margalla Town Road, Bahawalpur 63100, Pakistan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0FC15D2F-14AD-42E5-ADB7-500EB820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E54045A7-6A58-4AA5-9EE5-92DEB91C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2E80CF79-E9FB-45D8-800B-89FCAEBC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Pakistan International Bank Account Number (IBAN): PK29 SCBL 1000 0000 0000 0067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8C10EDF6-30DA-427C-B11A-5B77EF4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Alina Siddiqui  |  Physical Address: House 3492, Model Town Road, Faisalabad 38000, Pakistan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BF505C8A-E0ED-4CDA-9EE3-A8032F7F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1C2E9A87-00B9-4D66-9502-BBC9573B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8B7A7C14-664A-4789-A28A-168308F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Pakistan International Bank Account Number (IBAN): PK02 SCBL 1000 0000 0000 0068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4AD628FF-D52B-4B99-8F19-FF418C6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Maha Bhatti  |  Physical Address: House 3529, Nishat Town Road, Lahore 54000, Pakistan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44B2F0AC-726A-44B7-BBA3-60D0958A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F8EBDABA-0F30-4E7C-A4C6-3017860F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A0356A03-F31A-4423-B264-2AB3BDF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Pakistan International Bank Account Number (IBAN): PK72 SCBL 1000 0000 0000 0069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4E646A7A-36F0-4597-AC8E-87CEA67C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Iqra Hira Abbasi  |  Physical Address: House 3566, River Town Road, Sialkot 51310, Pakistan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7E5C9385-87A2-4980-8BFE-4EE553A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1EEE1AB1-5A85-4EF2-9029-CBFD3761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3AD1D3AA-6F8C-4133-8D01-FB32C80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Pakistan International Bank Account Number (IBAN): PK45 SCBL 1000 0000 0000 0070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759C6B7C-598E-4C1D-A421-5774DB03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Hamza Fatima Ali  |  Physical Address: House 3603, Shalimar Town Road, Rawalpindi 46000, Pakistan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EA2E85F9-CB6D-44A0-A978-09E95AD4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E4EE17BB-5D7B-4F52-B0AC-8C2B42C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47523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6F11C490-718F-4D32-B754-2239B93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24E443DB-13AB-4364-A0B2-39586483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E09003CE-E834-4578-AC0A-BD990263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4354237C-D040-474E-AEE7-96DFEB7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Pakistan International Bank Account Number (IBAN): PK18 SCBL 1000 0000 0000 0071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8F349F1D-A6F7-4313-9D60-6FAE83A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Sana Alina Farooq  |  Physical Address: House 3640, University Town Road, Gujranwala 52250, Pakistan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301C0E2D-FBA5-4382-B1CE-B42483FA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F8845016-5CF3-47C2-BD5E-28B53945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C4CF21B7-0CD2-4855-A800-679F55EB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Pakistan International Bank Account Number (IBAN): PK88 SCBL 1000 0000 0000 0072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62A100DA-6664-42CA-AFEB-D38AA44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Bilal Maha Sheikh  |  Physical Address: House 3677, Zamzama Town Road, Multan 60000, Pakistan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7D3E6006-D4CA-47C8-89E0-3722ABB7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93780382-7C4B-4548-98B3-ADE5A72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C3E7B88E-19D8-4FB5-8FDB-776B6C6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Pakistan International Bank Account Number (IBAN): PK61 SCBL 1000 0000 0000 0073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63C433FC-AFE1-42BA-AA77-033D15B8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Saad Mughal  |  Physical Address: House 3714, Canal Colony Road, Islamabad 44000, Pakistan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37494CEB-A69A-47F1-A0ED-9EB53CA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07E7D251-8363-4876-A192-285E6B5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5A0725A2-A480-4871-89D0-3E90C70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Pakistan International Bank Account Number (IBAN): PK34 SCBL 1000 0000 0000 0074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32E09C0C-D1B8-4A6E-B85D-5D715B0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Fatima Qureshi  |  Physical Address: House 3751, Garden Colony Road, Quetta 87300, Pakistan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A857EB47-D6B4-44F4-8AF7-7F203786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9259ADBE-8971-4127-BAF6-1C1F365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E1D10576-DC16-4936-AD4C-9D2E101B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Pakistan International Bank Account Number (IBAN): PK07 SCBL 1000 0000 0000 0075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984C8BAE-141B-420E-9902-10E4CA09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Alina Bhatti  |  Physical Address: House 3788, Iqbal Colony Road, Karachi 74200, Pakistan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FAD93D9D-4C89-49B1-81A5-EADA909B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669CF0CA-DAC0-4EB6-AF18-8127CD34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683892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48FFCD96-38C6-403D-96AC-0F1C6FC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4EE7C636-625F-4967-BDCF-10B532E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6F551245-5C7A-44D4-9C21-11280080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51097A11-D6CB-49D3-8974-B5E3CDA7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Pakistan International Bank Account Number (IBAN): PK77 SCBL 1000 0000 0000 0076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5BC9E529-F592-4496-A4F1-3E556E7E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Maha Abbasi  |  Physical Address: House 3825, Jinnah Colony Road, Hyderabad 71000, Pakistan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45103EEF-5B50-4038-84F2-805C95E8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BEE33610-3FD2-43BB-85AA-08E8E415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FF2875BF-EE49-4C0D-8B3C-41E8C28C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Pakistan International Bank Account Number (IBAN): PK50 SCBL 1000 0000 0000 0077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5D6A9F7D-8B40-4A68-B97B-42ED32E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Hira Ali  |  Physical Address: House 3862, Kashmir Colony Road, Peshawar 25000, Pakistan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EC801759-461C-444A-B35A-FCE9B04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36700BEA-5915-4653-82B8-8D61623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33C95CFA-83EF-4564-9F37-BE2FF5F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Pakistan International Bank Account Number (IBAN): PK23 SCBL 1000 0000 0000 0078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F9E42706-68BB-45F1-B7F3-B8A6335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Fatima Javed  |  Physical Address: House 3899, Margalla Colony Road, Bahawalpur 63100, Pakistan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674D5459-1A01-433B-833A-866CC7C4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CA6C964A-AA8B-4295-9DB2-446EFE1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6F83D5F0-42A4-4727-AD69-5171853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Pakistan International Bank Account Number (IBAN): PK93 SCBL 1000 0000 0000 0079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EEAD0E5D-F2B9-4255-A73A-98B764A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Alina Sheikh  |  Physical Address: House 3936, Model Colony Road, Faisalabad 38000, Pakistan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CB202BBE-6EE1-478F-890F-B5664355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7AE658C2-010B-472D-B63A-2FEF1985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677E62B0-C350-4200-8EB2-E207B1C1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Pakistan International Bank Account Number (IBAN): PK66 SCBL 1000 0000 0000 0080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A0B84F40-A711-4105-B1EA-026837D4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 Maha Mughal  |  Physical Address: House 3973, Nishat Colony Road, Lahore 54000, Pakistan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BCFF62D6-4125-45CA-A4B9-0DA95B4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B8BF8A79-1B12-4024-A1E2-411BDFE2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803668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982048ED-B354-4203-9A0E-0F352BAD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2AF78861-481E-4BCD-A061-1A9B9D1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8E760155-9BF7-4248-BE40-2A96D433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05002D88-79A2-40C5-A794-3020BE78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Pakistan International Bank Account Number (IBAN): PK39 SCBL 1000 0000 0000 0081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F6A825C9-F902-492D-9A12-E18A0ADC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Ayesha Hira Qureshi  |  Physical Address: House 4010, River Colony Road, Sialkot 51310, Pakistan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033A0F9C-882D-457F-8F0D-C8BCC18D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228E9F73-6B2E-4E65-B11C-B01AD4B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135FB87C-278C-4D3B-828E-EE3E4BF3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Pakistan International Bank Account Number (IBAN): PK12 SCBL 1000 0000 0000 0082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3230362B-ACBB-4B08-93FE-48B492C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Salman Ali Mahmood  |  Physical Address: House 4047, Shalimar Colony Road, Rawalpindi 46000, Pakistan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CB4C1142-D387-4478-B329-10B0F56F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F94A27A8-ADFF-498D-9B25-6FEB2BC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E116C10F-85FA-4A49-966B-54F7603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Pakistan International Bank Account Number (IBAN): PK82 SCBL 1000 0000 0000 0083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56275C9E-AFB2-4CB7-80CA-38E6650D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Mehak Fahad Abbasi  |  Physical Address: House 4084, University Colony Road, Gujranwala 52250, Pakistan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2AA18EEB-AFB8-49C3-B553-4FE0EE71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D68D8D65-A942-41A8-A45B-26653C6A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3B90F2CC-DE3B-41D1-BF05-324F5B7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Pakistan International Bank Account Number (IBAN): PK55 SCBL 1000 0000 0000 0084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C9CFECB7-E04C-4A2B-A438-68C3ABC7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Danish Omar Ali  |  Physical Address: House 4121, Zamzama Colony Road, Multan 60000, Pakistan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6914BD6C-8FE0-4658-A047-7D4F67F7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EB1CF0A2-E4B4-46A3-83B5-53523D4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F38F8C17-D3E6-4F49-910E-1A35F174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Pakistan International Bank Account Number (IBAN): PK28 SCBL 1000 0000 0000 0085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F9C0CC77-8C79-43C5-9250-F4FAC5A7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Alina Usman Javed  |  Physical Address: House 4158, Canal Terrace Road, Islamabad 44000, Pakistan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7DCFDAC4-99ED-4573-90A2-693D584A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A8B8F7EA-EC3B-4B7B-BDDC-FEF10964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712093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7F19AA18-FBA3-4E37-869D-C0843024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1417533B-A80F-4C1D-8CAE-2FD88DB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6C0FF1A6-D11B-4CDE-8D20-09166D2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C469D30C-233B-44AA-8326-98975F9F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Pakistan International Bank Account Number (IBAN): PK98 SCBL 1000 0000 0000 0086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BFF8DEE9-E147-479C-9950-EB0E5B91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Fahad Ali Iqbal  |  Physical Address: House 4195, Garden Terrace Road, Quetta 87300, Pakistan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45201B84-E439-4EE1-9F85-8A25893F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736809BB-A89E-4AE7-AFB9-D1125476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F5B1CCDF-5551-4F1B-8843-CAF0796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Pakistan International Bank Account Number (IBAN): PK71 SCBL 1000 0000 0000 0087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9B7563B5-F94B-426A-887B-B0A7DF0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Rabia Fahad Mughal  |  Physical Address: House 4232, Iqbal Terrace Road, Karachi 74200, Pakistan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A0C5E503-44F4-4315-9216-1445200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D7EE0A35-82EA-4DE9-AACF-F2B9516A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ABFF45AC-6310-4F52-81A6-F96C71A1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Pakistan International Bank Account Number (IBAN): PK44 SCBL 1000 0000 0000 0088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C9C3E326-39F7-4177-B05F-8D85696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Imran Omar Qureshi  |  Physical Address: House 4269, Jinnah Terrace Road, Hyderabad 71000, Pakistan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CB41ACBF-BFA9-41A0-A70F-B09384E7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9BB582D4-03D1-436B-A9F9-BB9131B5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4801CB9D-BB66-4182-AFEF-A4C71476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Pakistan International Bank Account Number (IBAN): PK17 SCBL 1000 0000 0000 0089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B3C4E5A3-3742-433F-9CB8-F3CA023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 Usman Mahmood  |  Physical Address: House 4306, Kashmir Terrace Road, Peshawar 25000, Pakistan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7E40F51D-A257-404E-BDDE-ACE179E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C9F0FC07-0E8D-455F-B87F-295C9AA5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3F83722C-1207-4B23-BFC4-D4CABA7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Pakistan International Bank Account Number (IBAN): PK87 SCBL 1000 0000 0000 0090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81F98795-90F3-441B-9A85-68C3F9A0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Saad Ali Rashid  |  Physical Address: House 4343, Margalla Terrace Road, Bahawalpur 63100, Pakistan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92CF75AC-03F3-4FD7-B2C5-97B2FD0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E744ECFF-C069-4925-95AE-B6E3205A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138125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E23B0F82-4904-4AA1-951D-F1C2B116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3CCF3129-C948-4074-ABC5-E218AB32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5891432F-6DCD-4B16-8DD5-BC39BAF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6F219C99-868F-4AD2-A617-093CA89C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Pakistan International Bank Account Number (IBAN): PK60 SCBL 1000 0000 0000 0091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6D9CBF67-1E32-48F0-89B5-2517FFF4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Fahad Ali  |  Physical Address: House 4380, Model Terrace Road, Faisalabad 38000, Pakistan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F12FBFA4-4E30-4A03-B49D-75E53F8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B1C8BF4D-721C-4AFA-87B9-2A1CCE8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11374DDA-BB40-4F64-9E8A-1D71F675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Pakistan International Bank Account Number (IBAN): PK33 SCBL 1000 0000 0000 0092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F0206110-9E98-492D-9C73-57AF853A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Alina Javed  |  Physical Address: House 4417, Nishat Terrace Road, Lahore 54000, Pakistan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BD1B5F53-6FEB-4ED1-8382-7A9B2287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6E76C13B-00D0-483B-BCC3-88D1B30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4581F12A-E1AC-4E2D-AB64-FBACF442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Pakistan International Bank Account Number (IBAN): PK06 SCBL 1000 0000 0000 0093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51FFE186-80F6-475F-B632-DE71A407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Iqra Usman Iqbal  |  Physical Address: House 4454, River Terrace Road, Sialkot 51310, Pakistan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4D2FC1EF-8E17-4ECB-80B3-D16F111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711D69D3-73BF-4BD7-84D1-5B5ED8E2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F4BC7E72-C2CA-4E7C-8D8B-772176A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Pakistan International Bank Account Number (IBAN): PK76 SCBL 1000 0000 0000 0094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DBC1693F-2802-4FDA-AFFE-B86B136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Hamza Ali Mirza  |  Physical Address: House 4491, Shalimar Terrace Road, Rawalpindi 46000, Pakistan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D6E92F7A-9487-4551-9EB0-B78E086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8612448E-F618-4C82-9095-97BB093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C833E505-1FFB-4107-9ABE-1769EB03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Pakistan International Bank Account Number (IBAN): PK49 SCBL 1000 0000 0000 0095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55043B3B-A8F1-4C27-88A8-CAB7680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Sana Fahad Qureshi  |  Physical Address: House 4528, University Terrace Road, Gujranwala 52250, Pakistan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45584578-A74C-4CC3-BBE7-126B37D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0A2B48AA-9EC9-4BDC-BDB1-D00CB879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749400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739F9505-126B-4342-B7C6-A4D008BA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F487F9B4-34AF-47D4-885D-81F40E81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327C3C8D-F066-4B6F-A3D8-E9CDC12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003690AF-A284-48FD-9193-D339623E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Pakistan International Bank Account Number (IBAN): PK22 SCBL 1000 0000 0000 0096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2EA1DDD0-E50F-4588-9814-BE6CEEC0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Bilal Omar Mahmood  |  Physical Address: House 4565, Zamzama Terrace Road, Multan 60000, Pakistan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B1A85492-AED7-4443-A5E5-2CF28CFA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1EFE42A8-2384-4B1F-8B0E-42A62CC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ABA09172-39B2-4A56-9619-566BEDB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Pakistan International Bank Account Number (IBAN): PK92 SCBL 1000 0000 0000 0097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E575742D-B4DA-4D27-A8E7-D3E0B79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Usman Rashid  |  Physical Address: House 4602, Canal Square Road, Islamabad 44000, Pakistan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9CB8A430-2F0F-4C10-BC5B-C86F7760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AA1B12E9-092B-4CAC-B659-2B21090A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F5DF026B-E513-46AB-B0AF-BA7380C7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Pakistan International Bank Account Number (IBAN): PK65 SCBL 1000 0000 0000 0098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7A9A177C-5039-44D2-A7A7-2C96722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Ali Hussain  |  Physical Address: House 4639, Garden Square Road, Quetta 87300, Pakistan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F327B2BC-27EE-42A0-926E-135BB15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F6DD0E69-CC1A-4FC5-9CE8-5BAEA2E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9A5BFB66-A320-49F0-B603-B505E96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Pakistan International Bank Account Number (IBAN): PK38 SCBL 1000 0000 0000 0099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10282E02-8206-476D-9A99-9DF6F242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Fahad Javed  |  Physical Address: House 4676, Iqbal Square Road, Karachi 74200, Pakistan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F7E3CAB0-A4DF-4C2D-9EB1-2243B51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03A8F560-3F1A-43DF-9466-5696C7BD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825173D8-A0F8-404D-B373-3EA88EFD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Pakistan International Bank Account Number (IBAN): PK11 SCBL 1000 0000 0000 0100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4C0900A6-58BE-473A-B50B-99801E44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Omar Iqbal  |  Physical Address: House 4713, Jinnah Square Road, Hyderabad 71000, Pakistan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038D65A4-8671-42DD-ACE8-08B6C5C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0A6C18F2-141D-49F5-BFE7-32D705BC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75647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7704BD26-47E7-45CD-B27D-6AEF0A8D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9F2167BE-4E60-4BF4-A62A-129EF3C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25F11C13-8657-4A92-A62C-DC15916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C70D7776-46F0-4A2E-95AD-BEA5AD1F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Pakistan International Bank Account Number (IBAN): PK81 SCBL 1000 0000 0000 0101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C4B4AC1A-0C32-4E07-B050-F798E70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Usman Mirza  |  Physical Address: House 4750, Kashmir Square Road, Peshawar 25000, Pakistan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CE33DECB-4126-45E2-AF59-3A924006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DB96EDF7-BE24-4374-8F88-ABC3E6DB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CF12EE3A-58FB-4EC7-81BA-55BC4FB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Pakistan International Bank Account Number (IBAN): PK54 SCBL 1000 0000 0000 0102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45298D75-32D6-4D2A-8EB1-D82CCA80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Ali Chaudhry  |  Physical Address: House 4787, Margalla Square Road, Bahawalpur 63100, Pakistan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58B11711-1EC5-4338-9B0E-733FBA3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3BA52858-26E1-405D-B1B6-2A544F9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71A4F2BC-7E0A-40CD-8CE6-ABC05CDC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Pakistan International Bank Account Number (IBAN): PK27 SCBL 1000 0000 0000 0103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5C5ED39D-7115-423F-A1A8-824A800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Fahad Mahmood  |  Physical Address: House 4824, Model Square Road, Faisalabad 38000, Pakistan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43B6F009-715C-4C71-87FB-2F6E453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64E631BC-DE6A-4B1F-BDD1-486E9ACE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6C57674F-39E6-423B-AFBC-5D576F6B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Pakistan International Bank Account Number (IBAN): PK97 SCBL 1000 0000 0000 0104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D55409E9-CD59-4C99-9835-883C3BD6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 Omar Rashid  |  Physical Address: House 4861, Nishat Square Road, Lahore 54000, Pakistan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A1787F09-518E-4695-94B4-878BF4F8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D761D8B7-43DD-4ECC-B59F-42389DC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1A26A6F5-C032-422C-88A0-9411DFD5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Pakistan International Bank Account Number (IBAN): PK70 SCBL 1000 0000 0000 0105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D62FA207-19FD-4C40-9284-1575FD3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Ayesha Usman Hussain  |  Physical Address: House 4898, River Square Road, Sialkot 51310, Pakistan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734DB9F5-C320-472E-8176-C7EA986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0A481737-63A3-49C7-BB33-8C15048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150164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908715C5-E0E9-4852-89CC-BB72420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3B077D45-2DA9-429B-86C7-8CAAFE95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C15EABA9-FC7C-4B26-9BE0-0A47AC0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F733F0EE-83D5-4F10-8912-9CB4810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Pakistan International Bank Account Number (IBAN): PK43 SCBL 1000 0000 0000 0106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56EBFEC4-DBF3-4C5E-AC51-41C9872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Salman Ayesha Nawaz  |  Physical Address: House 4935, Shalimar Square Road, Rawalpindi 46000, Pakistan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20C1843B-85BC-48A9-BEC9-80AF48E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93F34E97-9AA8-4F4E-85AE-831CDF37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6BD145DA-2095-44B6-8BAF-59E40FA4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Pakistan International Bank Account Number (IBAN): PK16 SCBL 1000 0000 0000 0107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78227607-3476-4703-929F-7EF8FC4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Mehak Rabia Iqbal  |  Physical Address: House 4972, University Square Road, Gujranwala 52250, Pakistan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D2BD67AF-6DD6-48C4-BC2B-CBD90CC1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DD185E6E-2F55-4B8A-99C9-BB2CD69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E7A27FF3-1369-46C1-8769-B6C59119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Pakistan International Bank Account Number (IBAN): PK86 SCBL 1000 0000 0000 0108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EDF7C604-9C00-46F4-9B85-E0C8531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Danish Iqra Mirza  |  Physical Address: House 5009, Zamzama Square Road, Multan 60000, Pakistan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0AD69BB3-69D8-4716-AF0C-1003EC9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B02D9067-9AAA-4DBE-B5ED-E12D106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A7CC7990-B6D9-4040-8FE2-A1488F5B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Pakistan International Bank Account Number (IBAN): PK59 SCBL 1000 0000 0000 0109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5C5A28E9-CD25-42BD-8488-ABAC3EE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Alina Maryam Chaudhry  |  Physical Address: House 5046, Canal Valley Road, Islamabad 44000, Pakistan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0C6B8AB1-E902-488F-AC0B-8FC3BA9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87E763B3-08A5-422F-BA0F-635B1738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042602F7-1BEF-4ED4-88F4-1EAF146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Pakistan International Bank Account Number (IBAN): PK32 SCBL 1000 0000 0000 0110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E8C39C14-D3A3-4EEA-8179-10DDCDD8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Fahad Ayesha Khan  |  Physical Address: House 5083, Garden Valley Road, Quetta 87300, Pakistan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09EB93D2-28F9-4D46-B84A-A56FFC8B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D27E55D6-4F3D-44A0-ADD2-2395E7AB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26325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D1A4ED0F-97DD-4667-A33A-0D02809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3A5A8610-4022-4A3D-A2E8-99B13BD3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AC5F5BDE-20B5-4C05-B50A-65F16492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0172AF4C-EB31-463A-84D0-AA386E0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Pakistan International Bank Account Number (IBAN): PK05 SCBL 1000 0000 0000 0111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B2D02F7C-39B4-423B-9819-F8BB2E61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Rabia Ali Rashid  |  Physical Address: House 5120, Iqbal Valley Road, Karachi 74200, Pakistan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CDEB20C9-A525-4C7E-B4D2-314A1F03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60A138FC-7116-429E-8343-020F4B8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7E2B7E90-91DA-4B3A-BAF4-11789E17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Pakistan International Bank Account Number (IBAN): PK75 SCBL 1000 0000 0000 0112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2EB3EB69-A583-4581-B5D5-69165C5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Imran Iqra Hussain  |  Physical Address: House 5157, Jinnah Valley Road, Hyderabad 71000, Pakistan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5D2C4C0A-EF4A-4FEA-8B7E-3B6EF841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69AD13A5-603D-4BB8-A93E-287FEA43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90D3CBBF-59F0-42C5-91FD-9EB90E6E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Pakistan International Bank Account Number (IBAN): PK48 SCBL 1000 0000 0000 0113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6F21F964-AB00-472A-BB55-510EEA27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 Maryam Nawaz  |  Physical Address: House 5194, Kashmir Valley Road, Peshawar 25000, Pakistan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8DFD41F9-03D1-4E2F-9C9A-88F1088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F324DCBA-FB37-4BB6-8258-D52D6FE2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35C5FCFF-E221-486E-997C-3A091E45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Pakistan International Bank Account Number (IBAN): PK21 SCBL 1000 0000 0000 0114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D1068350-6CA2-49AC-84AD-0E90B46D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Saad Ayesha Raza  |  Physical Address: House 5231, Margalla Valley Road, Bahawalpur 63100, Pakistan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081D3747-A9D0-43A0-8D48-D1818EA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4236FB60-224A-4C87-B8B9-F364758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8862172E-54E2-450D-8D33-9BF908A9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Pakistan International Bank Account Number (IBAN): PK91 SCBL 1000 0000 0000 0115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AFCE5F94-486D-4AD7-9A96-8B0B4688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Rabia Mirza  |  Physical Address: House 5268, Model Valley Road, Faisalabad 38000, Pakistan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14A05B85-90E2-449F-A7DE-A7188FBE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D216AAD5-BDD5-4365-824D-0E5C0A6D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119767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1EB48E32-DF03-4809-9842-F66071C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ECC304FE-D18D-4BCC-A65C-866D983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776274EA-B1F8-4008-BE09-1141DAE9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C6668789-4329-4C7A-B3FB-3FCC772A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Pakistan International Bank Account Number (IBAN): PK64 SCBL 1000 0000 0000 0116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A14AA6C4-4D4E-485B-A55C-3BA704F6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Iqra Chaudhry  |  Physical Address: House 5305, Nishat Valley Road, Lahore 54000, Pakistan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4979051E-EEB7-4B94-8D05-02C535A0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1CB7A9B8-B803-41E5-9641-6F6AFBC1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01363B29-2CA9-443F-84BD-457C032E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Pakistan International Bank Account Number (IBAN): PK37 SCBL 1000 0000 0000 0117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BACDBC7B-3F51-4FB0-B5C6-2B92CEEB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Iqra Maryam Khan  |  Physical Address: House 5342, River Valley Road, Sialkot 51310, Pakistan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5C465F1D-5E4B-4F6D-BF27-FF56F4FF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855B0600-AD8F-481E-8E8F-86AED260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40D73E3D-A9F1-478E-B3A0-F99F019D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Pakistan International Bank Account Number (IBAN): PK10 SCBL 1000 0000 0000 0118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A876C365-B127-4A03-A221-35F693EB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Hamza Ayesha Akhtar  |  Physical Address: House 5379, Shalimar Valley Road, Rawalpindi 46000, Pakistan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B64A3C76-8D59-4F1E-8FF9-92B6005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6A4772FC-88B1-481C-ACCE-3BA23CDE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D708FD6F-44D3-4ED0-BBCD-C7486B41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Pakistan International Bank Account Number (IBAN): PK80 SCBL 1000 0000 0000 0119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D71EDC56-B443-41EC-BCED-8DDC569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Sana Rabia Hussain  |  Physical Address: House 5416, University Valley Road, Gujranwala 52250, Pakistan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2BEC9035-5C77-4260-B911-67F42491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633DFFFF-EDEF-4D48-8A6E-6F0B201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E124E52C-CEF5-4BE1-BFCC-1411A4B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Pakistan International Bank Account Number (IBAN): PK53 SCBL 1000 0000 0000 0120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9BDBD37B-A942-4811-A4BA-D376B7B1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Bilal Iqra Nawaz  |  Physical Address: House 5453, Zamzama Valley Road, Multan 60000, Pakistan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5F64F70B-5F58-4F69-912C-2B5ACA24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59843B28-E927-4D63-BF6D-EDFB2B9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378395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A292CB28-0528-42DD-BF1F-ED338F1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DD4E0E8A-97B9-49B1-8A1D-87EA45B9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A661FD96-1A56-4D92-947B-BC4FB8AC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29E19267-DB20-4548-B8F7-3AD4C0DB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Pakistan International Bank Account Number (IBAN): PK26 SCBL 1000 0000 0000 0121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11DD09A9-5CF1-4017-B378-5E3B00C3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Maryam Raza  |  Physical Address: House 5490, Canal Centre Road, Islamabad 44000, Pakistan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27D41504-B968-4DED-9DA8-E8EAA120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D4CC8106-868C-436D-94DC-7A2FF798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73303687-4C55-4812-88A0-AE0EBCE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Pakistan International Bank Account Number (IBAN): PK96 SCBL 1000 0000 0000 0122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4467E1B8-2D99-4E7C-A40D-84FD87A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Ayesha Ansari  |  Physical Address: House 5527, Garden Centre Road, Quetta 87300, Pakistan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9E443CA0-C379-4416-8347-4B50C228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C0CF1BEC-A098-471F-92A0-F5135181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077BA6D2-7324-46A1-931B-72B1E296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Pakistan International Bank Account Number (IBAN): PK69 SCBL 1000 0000 0000 0123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89B82B1D-076C-49D5-956E-A9EC925C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Rabia Chaudhry  |  Physical Address: House 5564, Iqbal Centre Road, Karachi 74200, Pakistan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B8E80388-906D-4DB6-9FCB-4B204C7C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A3E3E6C1-01F1-45DD-8178-8DC63466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A5789A20-8C71-4524-9754-FB25FB7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Pakistan International Bank Account Number (IBAN): PK42 SCBL 1000 0000 0000 0124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D72D17C9-2088-4DC9-A4BF-8EF7DCA0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Iqra Khan  |  Physical Address: House 5601, Jinnah Centre Road, Hyderabad 71000, Pakistan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23782A32-D8D7-43B4-83DD-FF5F3974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9627BF27-425C-4A3E-9B09-B8F64F56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93B27713-065D-40BE-8F05-D63FD0E2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Pakistan International Bank Account Number (IBAN): PK15 SCBL 1000 0000 0000 0125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11309072-CB41-4F72-8A12-5771F50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Maryam Akhtar  |  Physical Address: House 5638, Kashmir Centre Road, Peshawar 25000, Pakistan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2816A07C-A360-4A9D-A6D5-D3B120B4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2265A587-BB92-4151-ABB6-019C2CB9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371818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00B26B4D-671A-4438-B52D-0812CC4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43A62225-D6F1-49A6-B76F-0D347F4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BE4AF7D6-3F12-4CC2-9252-2E085E73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F14B17DE-902C-4167-9F60-612F275C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Pakistan International Bank Account Number (IBAN): PK85 SCBL 1000 0000 0000 0126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1DFAA54C-CE5D-45A6-9DA9-E52BD788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Ayesha Malik  |  Physical Address: House 5675, Margalla Centre Road, Bahawalpur 63100, Pakistan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19042375-BBC1-4378-8758-C9742595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89747BCC-7279-4DBB-9A57-C6201AC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882E9079-3B1D-4514-B7DD-32666274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Pakistan International Bank Account Number (IBAN): PK58 SCBL 1000 0000 0000 0127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0AE30CD5-A792-46D8-99CE-1F8A306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Fatima Rabia Nawaz  |  Physical Address: House 5712, Model Centre Road, Faisalabad 38000, Pakistan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90083A9A-B8B2-4B07-A5AA-9BDD5B0B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A206DB22-F881-4E99-AEF7-A337C9EC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F45F0A10-4243-4221-BAE5-D71BE42E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Pakistan International Bank Account Number (IBAN): PK31 SCBL 1000 0000 0000 0128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831E4DC2-EBE5-45E2-9B56-0AE44CE3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 Iqra Raza  |  Physical Address: House 5749, Nishat Centre Road, Lahore 54000, Pakistan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31AE96D2-D23E-4429-8597-2D2F237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C133468E-C1EE-4B75-A2F2-08B8A78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01789575-CC20-49D4-AA71-590258F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Pakistan International Bank Account Number (IBAN): PK04 SCBL 1000 0000 0000 0129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25E56B0D-5B95-448D-A67D-352C318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Ayesha Maryam Ansari  |  Physical Address: House 5786, River Centre Road, Sialkot 51310, Pakistan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D0D382A4-157B-41B7-B4AF-C094A4B0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B6FB0011-404A-425A-AF6D-D9249192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E2D0116E-6F8F-46D4-B13E-09A0AEF7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Pakistan International Bank Account Number (IBAN): PK74 SCBL 1000 0000 0000 0130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12D7D3B1-8843-46CF-A38F-A30A9D17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Salman Maryam Chaudhry  |  Physical Address: House 5823, Shalimar Centre Road, Rawalpindi 46000, Pakistan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F391BB38-87C2-44D8-A4A7-59623766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1A6D33A4-D9D5-4A54-AC9F-DAB3239A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45452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9258D24C-AC4C-4C28-996A-7E2A2AFF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698ADF0A-0FA0-447A-BC62-D15E75B9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7A8E1AB0-37B9-4182-98DE-C3BF0A0F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D16A46E2-B7F6-469F-B2BE-010C7EDA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Pakistan International Bank Account Number (IBAN): PK47 SCBL 1000 0000 0000 0131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B4AB059D-D455-4A5F-9710-BB4D6E7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Mehak Imran Khan  |  Physical Address: House 5860, University Centre Road, Gujranwala 52250, Pakistan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41E41685-85DF-410A-A90F-498DC4B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49DC0DA9-8716-4BDD-BC4E-9FF0F138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5F04BF10-E2EA-46CA-819F-3DFE0224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Pakistan International Bank Account Number (IBAN): PK20 SCBL 1000 0000 0000 0132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80DD4A2C-672B-4617-8107-0E1FA1B8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Danish Hamza Akhtar  |  Physical Address: House 5897, Zamzama Centre Road, Multan 60000, Pakistan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59C69B20-F2C5-4084-8030-0F0ADC41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3E6DE039-0EA9-4607-9B62-6903AFF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2AF5AB19-96C2-4722-B4BE-E5BD58A4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Pakistan International Bank Account Number (IBAN): PK90 SCBL 1000 0000 0000 0133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97109E31-75BF-4459-BAEA-BC3A8717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Alina Hassan Malik  |  Physical Address: House 5934, Canal Estate Road, Islamabad 44000, Pakistan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BFB07C08-3E59-4DE1-842F-E8D80E01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561B4EDB-FE18-4F15-8C4F-B31623A5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8EF9D34C-CF3A-47C5-98D0-3E16D5E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Pakistan International Bank Account Number (IBAN): PK63 SCBL 1000 0000 0000 0134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8B6A562A-5EBC-4B2A-BB6D-F167E47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Fahad Salman Nawaz  |  Physical Address: House 5971, Garden Estate Road, Quetta 87300, Pakistan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892080B1-9A8D-4B79-9972-7FC38F1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C3540597-8205-493F-BD8C-5B46F3C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C17B287D-AB23-46F4-8E07-A771DFA8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Pakistan International Bank Account Number (IBAN): PK36 SCBL 1000 0000 0000 0135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970C6769-D5DA-44BD-AE77-513548D3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Rabia Imran Raza  |  Physical Address: House 6008, Iqbal Estate Road, Karachi 74200, Pakistan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6A315922-0EE9-4FB4-BEE2-87F0CF76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79AA3405-8D45-4050-B380-7E428736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436603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F5688119-42E0-4408-959E-C5E2EA57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3594C232-6AB9-44DE-8836-06366DC0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67E262FD-1D05-4782-9C0D-E82BB095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07CAACF7-1CFD-4CE7-AD24-FB5E724D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Pakistan International Bank Account Number (IBAN): PK09 SCBL 1000 0000 0000 0136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7B26A8DF-0FE9-421B-86BF-C94EAD3E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Imran Hamza Ansari  |  Physical Address: House 6045, Jinnah Estate Road, Hyderabad 71000, Pakistan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0033D7C6-91D9-4FCE-A23C-FB2A78AD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8FDF67C8-8328-4D58-815A-3B48865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C721F83A-DC6B-4CB7-81A1-22D41BF3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Pakistan International Bank Account Number (IBAN): PK79 SCBL 1000 0000 0000 0137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40915F0D-0379-48C6-8AB2-B1CC4170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Noor Hassan Butt  |  Physical Address: House 6082, Kashmir Estate Road, Peshawar 25000, Pakistan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23C3D73C-6C31-4039-8BC9-47104C1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8CBFF9AA-400C-4201-A166-337F9B9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BD026295-8D82-48CD-9192-98225D81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Pakistan International Bank Account Number (IBAN): PK52 SCBL 1000 0000 0000 0138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F0BDE5EF-5F5B-483F-A558-AAF3612E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Saad Salman Khan  |  Physical Address: House 6119, Margalla Estate Road, Bahawalpur 63100, Pakistan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88974402-4352-4154-8BF2-3391217E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6386A836-78D5-4FA0-9F00-69A2CFE5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DB116539-18D1-427F-AD9A-CF028751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Pakistan International Bank Account Number (IBAN): PK25 SCBL 1000 0000 0000 0139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1FE26704-5DDA-4FE0-8D38-34826583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Maha Imran Akhtar  |  Physical Address: House 6156, Model Estate Road, Faisalabad 38000, Pakistan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1706E5DE-0678-4725-9695-4A0FF057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7E5984B1-2E14-4394-8C2E-C74A1DB0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435B3E6A-95B1-4D79-AFC3-B7C036EE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Pakistan International Bank Account Number (IBAN): PK95 SCBL 1000 0000 0000 0140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96625835-2989-4D0E-A7AB-DC7FED80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Omar Hamza Malik  |  Physical Address: House 6193, Nishat Estate Road, Lahore 54000, Pakistan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695D5070-87D9-47E8-9BD2-3FCC797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64F3FD7D-7EDC-445D-BB90-DC682C6B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4128077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32FF6299-24BD-4267-B72E-23BD73F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B3CE8D9C-92CD-487B-AF75-4624622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546442D5-702D-4474-8EC7-222CEF3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ACDD283C-CEA7-4B76-AD2A-B87E2F4D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Pakistan International Bank Account Number (IBAN): PK68 SCBL 1000 0000 0000 0141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24C5E1CE-D76D-4980-A606-440CA04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Iqra Hassan Shah  |  Physical Address: House 6230, River Estate Road, Sialkot 51310, Pakistan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D6F9FFC6-D074-4493-AF10-CF15306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964C995F-E69B-4E14-B928-0DC8B215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8AA535D2-32D3-4BCB-B769-57B3073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Pakistan International Bank Account Number (IBAN): PK41 SCBL 1000 0000 0000 0142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F9F78D31-03C8-4338-A310-C925CB8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Hamza Salman Raza  |  Physical Address: House 6267, Shalimar Estate Road, Rawalpindi 46000, Pakistan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07C781E9-D120-4F97-8FCC-DEDE9B4F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204196EC-10C2-4AA1-AA87-F0B3C47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49AEAA78-459F-46CA-B34E-AF9E71BC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Pakistan International Bank Account Number (IBAN): PK14 SCBL 1000 0000 0000 0143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C928466D-C41D-4E49-A49A-D58E6416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Sana Imran Ansari  |  Physical Address: House 6304, University Estate Road, Gujranwala 52250, Pakistan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DB04446D-2D1E-45E1-8164-E645762D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59B6AC09-D782-45A1-BADB-CC14C7FD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7099492A-6950-47DA-8FDE-C705F531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Pakistan International Bank Account Number (IBAN): PK84 SCBL 1000 0000 0000 0144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E699F3E3-5DF1-4A73-8E97-A3DFD51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Bilal Hamza Butt  |  Physical Address: House 6341, Zamzama Estate Road, Multan 60000, Pakistan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AFB4334B-D852-44EF-A3D6-53BD55C8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26C22C83-954D-4EAF-B08F-7956AD8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5E831E4D-AAD4-4E09-A248-F78D3716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Pakistan International Bank Account Number (IBAN): PK57 SCBL 1000 0000 0000 0145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C49C57D7-6183-4E7D-A444-86E6E62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Hira Hassan Ahmed  |  Physical Address: House 6378, Canal Heights Street, Islamabad 44000, Pakistan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3F719848-1C5A-4FA5-84BB-8AA3D8F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B4A8AEBC-1CD1-4088-AB9A-E86A3F7A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179726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AB9F6E6D-A082-4D6C-9B7D-7EEE285F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Pakistan IBAN Codes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FDC8A738-25FD-4914-932E-38297232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2F6B265F-0FBD-4217-B883-8CEF31B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42C4EA13-644C-4554-8391-B0FF3781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Pakistan International Bank Account Number (IBAN): PK30 SCBL 1000 0000 0000 0146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30A60025-C591-452D-8ECC-2CC2309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Usman Salman Akhtar  |  Physical Address: House 6415, Garden Heights Street, Quetta 87300, Pakistan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A55C2528-F341-49FD-8487-6801FB7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8A25502C-DE6F-4170-B75E-B096277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EB9F47C6-5353-42B9-A03A-7CFCC05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Pakistan International Bank Account Number (IBAN): PK03 SCBL 1000 0000 0000 0147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D224B437-EB64-47D8-9B92-8816EB0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Maryam Imran Malik  |  Physical Address: House 6452, Iqbal Heights Street, Karachi 74200, Pakistan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8241529A-B24F-4396-8A4E-9E540E9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221CE19E-C394-4368-ACD8-9B3DEFD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ECEF865D-11C7-44A3-A07B-40DB490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Pakistan International Bank Account Number (IBAN): PK73 SCBL 1000 0000 0000 0148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58A9883D-BF10-4814-AA84-84A9785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Hassan Hamza Shah  |  Physical Address: House 6489, Jinnah Heights Street, Hyderabad 71000, Pakistan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CF49F719-D185-4C4B-97A7-EF41ED12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CE4CFCBF-EABF-4210-B539-9C92C2C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BD28D97A-AB13-4CDD-8D0D-BFDEBFA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Pakistan International Bank Account Number (IBAN): PK46 SCBL 1000 0000 0000 0149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A7B91EE3-F32F-4E73-96FD-7D796F52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Zainab Hassan Siddiqui  |  Physical Address: House 6526, Kashmir Heights Street, Peshawar 25000, Pakistan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C0D9046E-A932-463D-85D5-5B9D5E46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FAF9E997-8509-4888-960D-AE7AC1C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891A1002-5517-44CA-83AD-FE2ABA2E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Pakistan International Bank Account Number (IBAN): PK19 SCBL 1000 0000 0000 0150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9D137263-E0E0-479C-B01D-ECEBD89D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Ahmed Salman Ansari  |  Physical Address: House 6563, Margalla Heights Street, Bahawalpur 63100, Pakistan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7A1EE297-1AFB-4114-8514-A31BBB2C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Pakistan bank transfer beneficiary; IBAN; international bank account number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DF581E50-88B6-4E28-9874-AB5A9910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International banking account number (IBAN)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04912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2026-07-31T08:56:53.4520000Z</dcterms:created>
  <dcterms:modified xsi:type="dcterms:W3CDTF">2026-07-31T08:56:53.4520000Z</dcterms:modified>
</coreProperties>
</file>
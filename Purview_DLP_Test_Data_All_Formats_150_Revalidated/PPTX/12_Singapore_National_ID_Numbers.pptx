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2acc1f2cc54663" /><Relationship Type="http://schemas.openxmlformats.org/officeDocument/2006/relationships/extended-properties" Target="/docProps/app.xml" Id="R76cea506063d4edf" /><Relationship Type="http://schemas.openxmlformats.org/officeDocument/2006/relationships/officeDocument" Target="/ppt/presentation.xml" Id="R970a71b1342f44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b22bba5b974282"/>
  </p:sldMasterIdLst>
  <p:notesMasterIdLst>
    <p:notesMasterId xmlns:r="http://schemas.openxmlformats.org/officeDocument/2006/relationships" r:id="Rb049268b17ff463b"/>
  </p:notesMasterIdLst>
  <p:sldIdLst>
    <p:sldId xmlns:r="http://schemas.openxmlformats.org/officeDocument/2006/relationships" id="256" r:id="R98270fca91d04af2"/>
    <p:sldId xmlns:r="http://schemas.openxmlformats.org/officeDocument/2006/relationships" id="257" r:id="R290e223f849841cb"/>
    <p:sldId xmlns:r="http://schemas.openxmlformats.org/officeDocument/2006/relationships" id="258" r:id="R0c56c4292b7c472b"/>
    <p:sldId xmlns:r="http://schemas.openxmlformats.org/officeDocument/2006/relationships" id="259" r:id="Rf9c92f8c187b4fc9"/>
    <p:sldId xmlns:r="http://schemas.openxmlformats.org/officeDocument/2006/relationships" id="260" r:id="Rcbfa4998edbe4254"/>
    <p:sldId xmlns:r="http://schemas.openxmlformats.org/officeDocument/2006/relationships" id="261" r:id="R32311da99f7a4ae6"/>
    <p:sldId xmlns:r="http://schemas.openxmlformats.org/officeDocument/2006/relationships" id="262" r:id="Rfd41e84ae7694942"/>
    <p:sldId xmlns:r="http://schemas.openxmlformats.org/officeDocument/2006/relationships" id="263" r:id="R6f4a195ee86e4060"/>
    <p:sldId xmlns:r="http://schemas.openxmlformats.org/officeDocument/2006/relationships" id="264" r:id="Rc23cc0fde6f94720"/>
    <p:sldId xmlns:r="http://schemas.openxmlformats.org/officeDocument/2006/relationships" id="265" r:id="Rb170533a86f04fa0"/>
    <p:sldId xmlns:r="http://schemas.openxmlformats.org/officeDocument/2006/relationships" id="266" r:id="R6511cfed28904298"/>
    <p:sldId xmlns:r="http://schemas.openxmlformats.org/officeDocument/2006/relationships" id="267" r:id="Ra7662395d8a84fdf"/>
    <p:sldId xmlns:r="http://schemas.openxmlformats.org/officeDocument/2006/relationships" id="268" r:id="R99ecfca89af54742"/>
    <p:sldId xmlns:r="http://schemas.openxmlformats.org/officeDocument/2006/relationships" id="269" r:id="R614515b868694dce"/>
    <p:sldId xmlns:r="http://schemas.openxmlformats.org/officeDocument/2006/relationships" id="270" r:id="R012e53e4bf51417e"/>
    <p:sldId xmlns:r="http://schemas.openxmlformats.org/officeDocument/2006/relationships" id="271" r:id="R3b8dd1f7875f402a"/>
    <p:sldId xmlns:r="http://schemas.openxmlformats.org/officeDocument/2006/relationships" id="272" r:id="Rb51f5d7a988741af"/>
    <p:sldId xmlns:r="http://schemas.openxmlformats.org/officeDocument/2006/relationships" id="273" r:id="Rf2bb5cc877c14018"/>
    <p:sldId xmlns:r="http://schemas.openxmlformats.org/officeDocument/2006/relationships" id="274" r:id="R5650f125d4d94f08"/>
    <p:sldId xmlns:r="http://schemas.openxmlformats.org/officeDocument/2006/relationships" id="275" r:id="R5296a5dd192f42ba"/>
    <p:sldId xmlns:r="http://schemas.openxmlformats.org/officeDocument/2006/relationships" id="276" r:id="R3626f44a8fe14f06"/>
    <p:sldId xmlns:r="http://schemas.openxmlformats.org/officeDocument/2006/relationships" id="277" r:id="R764b98b0297f4790"/>
    <p:sldId xmlns:r="http://schemas.openxmlformats.org/officeDocument/2006/relationships" id="278" r:id="R79371d7f67864e75"/>
    <p:sldId xmlns:r="http://schemas.openxmlformats.org/officeDocument/2006/relationships" id="279" r:id="R9e9cc205afa740bd"/>
    <p:sldId xmlns:r="http://schemas.openxmlformats.org/officeDocument/2006/relationships" id="280" r:id="Re069e54601a24d4e"/>
    <p:sldId xmlns:r="http://schemas.openxmlformats.org/officeDocument/2006/relationships" id="281" r:id="R84b38c76aa1e4043"/>
    <p:sldId xmlns:r="http://schemas.openxmlformats.org/officeDocument/2006/relationships" id="282" r:id="R68f7952140a04a7d"/>
    <p:sldId xmlns:r="http://schemas.openxmlformats.org/officeDocument/2006/relationships" id="283" r:id="R2acac743a555456c"/>
    <p:sldId xmlns:r="http://schemas.openxmlformats.org/officeDocument/2006/relationships" id="284" r:id="Rb90d5b62b93f4e33"/>
    <p:sldId xmlns:r="http://schemas.openxmlformats.org/officeDocument/2006/relationships" id="285" r:id="R79f308e516b645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0f8f08ee8f41d3" /><Relationship Type="http://schemas.openxmlformats.org/officeDocument/2006/relationships/slideMaster" Target="/ppt/slideMasters/slideMaster1.xml" Id="Refb22bba5b974282" /><Relationship Type="http://schemas.openxmlformats.org/officeDocument/2006/relationships/notesMaster" Target="/ppt/notesMasters/notesMaster1.xml" Id="Rb049268b17ff463b" /><Relationship Type="http://schemas.openxmlformats.org/officeDocument/2006/relationships/presProps" Target="/ppt/presProps.xml" Id="Rd1cff18b3fac4110" /><Relationship Type="http://schemas.openxmlformats.org/officeDocument/2006/relationships/tableStyles" Target="/ppt/tableStyles.xml" Id="R65da02206c7b4787" /><Relationship Type="http://schemas.openxmlformats.org/officeDocument/2006/relationships/slide" Target="/ppt/slides/slide1.xml" Id="R98270fca91d04af2" /><Relationship Type="http://schemas.openxmlformats.org/officeDocument/2006/relationships/slide" Target="/ppt/slides/slide2.xml" Id="R290e223f849841cb" /><Relationship Type="http://schemas.openxmlformats.org/officeDocument/2006/relationships/slide" Target="/ppt/slides/slide3.xml" Id="R0c56c4292b7c472b" /><Relationship Type="http://schemas.openxmlformats.org/officeDocument/2006/relationships/slide" Target="/ppt/slides/slide4.xml" Id="Rf9c92f8c187b4fc9" /><Relationship Type="http://schemas.openxmlformats.org/officeDocument/2006/relationships/slide" Target="/ppt/slides/slide5.xml" Id="Rcbfa4998edbe4254" /><Relationship Type="http://schemas.openxmlformats.org/officeDocument/2006/relationships/slide" Target="/ppt/slides/slide6.xml" Id="R32311da99f7a4ae6" /><Relationship Type="http://schemas.openxmlformats.org/officeDocument/2006/relationships/slide" Target="/ppt/slides/slide7.xml" Id="Rfd41e84ae7694942" /><Relationship Type="http://schemas.openxmlformats.org/officeDocument/2006/relationships/slide" Target="/ppt/slides/slide8.xml" Id="R6f4a195ee86e4060" /><Relationship Type="http://schemas.openxmlformats.org/officeDocument/2006/relationships/slide" Target="/ppt/slides/slide9.xml" Id="Rc23cc0fde6f94720" /><Relationship Type="http://schemas.openxmlformats.org/officeDocument/2006/relationships/slide" Target="/ppt/slides/slide10.xml" Id="Rb170533a86f04fa0" /><Relationship Type="http://schemas.openxmlformats.org/officeDocument/2006/relationships/slide" Target="/ppt/slides/slide11.xml" Id="R6511cfed28904298" /><Relationship Type="http://schemas.openxmlformats.org/officeDocument/2006/relationships/slide" Target="/ppt/slides/slide12.xml" Id="Ra7662395d8a84fdf" /><Relationship Type="http://schemas.openxmlformats.org/officeDocument/2006/relationships/slide" Target="/ppt/slides/slide13.xml" Id="R99ecfca89af54742" /><Relationship Type="http://schemas.openxmlformats.org/officeDocument/2006/relationships/slide" Target="/ppt/slides/slide14.xml" Id="R614515b868694dce" /><Relationship Type="http://schemas.openxmlformats.org/officeDocument/2006/relationships/slide" Target="/ppt/slides/slide15.xml" Id="R012e53e4bf51417e" /><Relationship Type="http://schemas.openxmlformats.org/officeDocument/2006/relationships/slide" Target="/ppt/slides/slide16.xml" Id="R3b8dd1f7875f402a" /><Relationship Type="http://schemas.openxmlformats.org/officeDocument/2006/relationships/slide" Target="/ppt/slides/slide17.xml" Id="Rb51f5d7a988741af" /><Relationship Type="http://schemas.openxmlformats.org/officeDocument/2006/relationships/slide" Target="/ppt/slides/slide18.xml" Id="Rf2bb5cc877c14018" /><Relationship Type="http://schemas.openxmlformats.org/officeDocument/2006/relationships/slide" Target="/ppt/slides/slide19.xml" Id="R5650f125d4d94f08" /><Relationship Type="http://schemas.openxmlformats.org/officeDocument/2006/relationships/slide" Target="/ppt/slides/slide20.xml" Id="R5296a5dd192f42ba" /><Relationship Type="http://schemas.openxmlformats.org/officeDocument/2006/relationships/slide" Target="/ppt/slides/slide21.xml" Id="R3626f44a8fe14f06" /><Relationship Type="http://schemas.openxmlformats.org/officeDocument/2006/relationships/slide" Target="/ppt/slides/slide22.xml" Id="R764b98b0297f4790" /><Relationship Type="http://schemas.openxmlformats.org/officeDocument/2006/relationships/slide" Target="/ppt/slides/slide23.xml" Id="R79371d7f67864e75" /><Relationship Type="http://schemas.openxmlformats.org/officeDocument/2006/relationships/slide" Target="/ppt/slides/slide24.xml" Id="R9e9cc205afa740bd" /><Relationship Type="http://schemas.openxmlformats.org/officeDocument/2006/relationships/slide" Target="/ppt/slides/slide25.xml" Id="Re069e54601a24d4e" /><Relationship Type="http://schemas.openxmlformats.org/officeDocument/2006/relationships/slide" Target="/ppt/slides/slide26.xml" Id="R84b38c76aa1e4043" /><Relationship Type="http://schemas.openxmlformats.org/officeDocument/2006/relationships/slide" Target="/ppt/slides/slide27.xml" Id="R68f7952140a04a7d" /><Relationship Type="http://schemas.openxmlformats.org/officeDocument/2006/relationships/slide" Target="/ppt/slides/slide28.xml" Id="R2acac743a555456c" /><Relationship Type="http://schemas.openxmlformats.org/officeDocument/2006/relationships/slide" Target="/ppt/slides/slide29.xml" Id="Rb90d5b62b93f4e33" /><Relationship Type="http://schemas.openxmlformats.org/officeDocument/2006/relationships/slide" Target="/ppt/slides/slide30.xml" Id="R79f308e516b645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4f85aa0da54c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2c3261cdcb4e2a" /><Relationship Type="http://schemas.openxmlformats.org/officeDocument/2006/relationships/notesMaster" Target="/ppt/notesMasters/notesMaster1.xml" Id="R08b8332e87aa4b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e4f696558e42e8" /><Relationship Type="http://schemas.openxmlformats.org/officeDocument/2006/relationships/notesMaster" Target="/ppt/notesMasters/notesMaster1.xml" Id="R65883d22fa5446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c999844ce54044" /><Relationship Type="http://schemas.openxmlformats.org/officeDocument/2006/relationships/notesMaster" Target="/ppt/notesMasters/notesMaster1.xml" Id="Rb982dfddf4ae49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767f1d7c574571" /><Relationship Type="http://schemas.openxmlformats.org/officeDocument/2006/relationships/notesMaster" Target="/ppt/notesMasters/notesMaster1.xml" Id="R1ad777fc3db84a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925cafb9ef4c13" /><Relationship Type="http://schemas.openxmlformats.org/officeDocument/2006/relationships/notesMaster" Target="/ppt/notesMasters/notesMaster1.xml" Id="R46622e5d0de042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4b5b622ec240ab" /><Relationship Type="http://schemas.openxmlformats.org/officeDocument/2006/relationships/notesMaster" Target="/ppt/notesMasters/notesMaster1.xml" Id="R56e1ee31902848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e6444797994394" /><Relationship Type="http://schemas.openxmlformats.org/officeDocument/2006/relationships/notesMaster" Target="/ppt/notesMasters/notesMaster1.xml" Id="R7be8ae08ea7c48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fe6f9dee4f43a1" /><Relationship Type="http://schemas.openxmlformats.org/officeDocument/2006/relationships/notesMaster" Target="/ppt/notesMasters/notesMaster1.xml" Id="R9309735ebd1043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79ed99d4d24977" /><Relationship Type="http://schemas.openxmlformats.org/officeDocument/2006/relationships/notesMaster" Target="/ppt/notesMasters/notesMaster1.xml" Id="R657086f496984d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5156e260f842dd" /><Relationship Type="http://schemas.openxmlformats.org/officeDocument/2006/relationships/notesMaster" Target="/ppt/notesMasters/notesMaster1.xml" Id="Rdfd4bbc20a8c4f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cc87fc8e6d49c6" /><Relationship Type="http://schemas.openxmlformats.org/officeDocument/2006/relationships/notesMaster" Target="/ppt/notesMasters/notesMaster1.xml" Id="R9fd46e7b0c244d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93707f2e1a4b91" /><Relationship Type="http://schemas.openxmlformats.org/officeDocument/2006/relationships/notesMaster" Target="/ppt/notesMasters/notesMaster1.xml" Id="Rb9ebe2496a4045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611921f85d478c" /><Relationship Type="http://schemas.openxmlformats.org/officeDocument/2006/relationships/notesMaster" Target="/ppt/notesMasters/notesMaster1.xml" Id="R039d3807fb0b4e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a61a75bfa18489a" /><Relationship Type="http://schemas.openxmlformats.org/officeDocument/2006/relationships/notesMaster" Target="/ppt/notesMasters/notesMaster1.xml" Id="R86e1d4789e854c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7d729f4a3245fc" /><Relationship Type="http://schemas.openxmlformats.org/officeDocument/2006/relationships/notesMaster" Target="/ppt/notesMasters/notesMaster1.xml" Id="Ra0dd0309ef964bd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bb0b77a2af4625" /><Relationship Type="http://schemas.openxmlformats.org/officeDocument/2006/relationships/notesMaster" Target="/ppt/notesMasters/notesMaster1.xml" Id="R0422358fc137436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8c1700028f43ee" /><Relationship Type="http://schemas.openxmlformats.org/officeDocument/2006/relationships/notesMaster" Target="/ppt/notesMasters/notesMaster1.xml" Id="R44788e2dba6b416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b931472aa74728" /><Relationship Type="http://schemas.openxmlformats.org/officeDocument/2006/relationships/notesMaster" Target="/ppt/notesMasters/notesMaster1.xml" Id="R6df235c3d53643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bba35946940485b" /><Relationship Type="http://schemas.openxmlformats.org/officeDocument/2006/relationships/notesMaster" Target="/ppt/notesMasters/notesMaster1.xml" Id="R30166dbaae7e474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4e8386c4e6f40e2" /><Relationship Type="http://schemas.openxmlformats.org/officeDocument/2006/relationships/notesMaster" Target="/ppt/notesMasters/notesMaster1.xml" Id="Rb388098dbad44b6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ef6a1dac27e4170" /><Relationship Type="http://schemas.openxmlformats.org/officeDocument/2006/relationships/notesMaster" Target="/ppt/notesMasters/notesMaster1.xml" Id="R77acf156b3744af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4b80ecff2604f1b" /><Relationship Type="http://schemas.openxmlformats.org/officeDocument/2006/relationships/notesMaster" Target="/ppt/notesMasters/notesMaster1.xml" Id="R4b7bd9475d7044c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efef4b8d73a4da4" /><Relationship Type="http://schemas.openxmlformats.org/officeDocument/2006/relationships/notesMaster" Target="/ppt/notesMasters/notesMaster1.xml" Id="R869d7f78e0154e5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b03107756004159" /><Relationship Type="http://schemas.openxmlformats.org/officeDocument/2006/relationships/notesMaster" Target="/ppt/notesMasters/notesMaster1.xml" Id="R74654cbd77d7495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086cc54a9dc4659" /><Relationship Type="http://schemas.openxmlformats.org/officeDocument/2006/relationships/notesMaster" Target="/ppt/notesMasters/notesMaster1.xml" Id="Ra6ea08675c87480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da1c237027148c5" /><Relationship Type="http://schemas.openxmlformats.org/officeDocument/2006/relationships/notesMaster" Target="/ppt/notesMasters/notesMaster1.xml" Id="Raee25d4c4edc41e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836e15a408247c2" /><Relationship Type="http://schemas.openxmlformats.org/officeDocument/2006/relationships/notesMaster" Target="/ppt/notesMasters/notesMaster1.xml" Id="Rd11cfb9503ba4da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8a48a48e54f42f5" /><Relationship Type="http://schemas.openxmlformats.org/officeDocument/2006/relationships/notesMaster" Target="/ppt/notesMasters/notesMaster1.xml" Id="Rdb727f23a8a6445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7232a96232043af" /><Relationship Type="http://schemas.openxmlformats.org/officeDocument/2006/relationships/notesMaster" Target="/ppt/notesMasters/notesMaster1.xml" Id="Ref26b9d31643457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a3a8b6fed1e473c" /><Relationship Type="http://schemas.openxmlformats.org/officeDocument/2006/relationships/notesMaster" Target="/ppt/notesMasters/notesMaster1.xml" Id="Rbe67a1d08a454c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https://learn.microsoft.com/en-us/purview/sit-defn-singapore-national-registration-identity-card-number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7e877c8f7545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4d98cc072e4d6f" /><Relationship Type="http://schemas.openxmlformats.org/officeDocument/2006/relationships/slideLayout" Target="/ppt/slideLayouts/slideLayout1.xml" Id="R31548c3f4c1f48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548c3f4c1f48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c03eb0ca84c48" /><Relationship Type="http://schemas.openxmlformats.org/officeDocument/2006/relationships/notesSlide" Target="/ppt/notesSlides/notesSlide1.xml" Id="R8d06695fefd444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2d351ad454e99" /><Relationship Type="http://schemas.openxmlformats.org/officeDocument/2006/relationships/notesSlide" Target="/ppt/notesSlides/notesSlide2.xml" Id="R1c62f2968c4c4b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2d2864cfe4bb2" /><Relationship Type="http://schemas.openxmlformats.org/officeDocument/2006/relationships/notesSlide" Target="/ppt/notesSlides/notesSlide3.xml" Id="R779d523dbd0448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bda9a9162426a" /><Relationship Type="http://schemas.openxmlformats.org/officeDocument/2006/relationships/notesSlide" Target="/ppt/notesSlides/notesSlide4.xml" Id="Rda2140b2ec0249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f5e0204f648a6" /><Relationship Type="http://schemas.openxmlformats.org/officeDocument/2006/relationships/notesSlide" Target="/ppt/notesSlides/notesSlide5.xml" Id="Rc54d44d111bf41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32d91e7e047d4" /><Relationship Type="http://schemas.openxmlformats.org/officeDocument/2006/relationships/notesSlide" Target="/ppt/notesSlides/notesSlide6.xml" Id="R62207bcea2ec43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b9dcc767d4c4e" /><Relationship Type="http://schemas.openxmlformats.org/officeDocument/2006/relationships/notesSlide" Target="/ppt/notesSlides/notesSlide7.xml" Id="R96dffa91257d4c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9235257cd44be" /><Relationship Type="http://schemas.openxmlformats.org/officeDocument/2006/relationships/notesSlide" Target="/ppt/notesSlides/notesSlide8.xml" Id="Ra66c0c4186a147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8aae9345e4bbc" /><Relationship Type="http://schemas.openxmlformats.org/officeDocument/2006/relationships/notesSlide" Target="/ppt/notesSlides/notesSlide9.xml" Id="Rb86a25d8038341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2dfb8015b442d" /><Relationship Type="http://schemas.openxmlformats.org/officeDocument/2006/relationships/notesSlide" Target="/ppt/notesSlides/notesSlide10.xml" Id="R375aa52d1f6643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0d3d8254c4513" /><Relationship Type="http://schemas.openxmlformats.org/officeDocument/2006/relationships/notesSlide" Target="/ppt/notesSlides/notesSlide11.xml" Id="Rb4351358d4e84f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9e7b8e6b64837" /><Relationship Type="http://schemas.openxmlformats.org/officeDocument/2006/relationships/notesSlide" Target="/ppt/notesSlides/notesSlide12.xml" Id="R3e15bd50c83745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c5fe942314d98" /><Relationship Type="http://schemas.openxmlformats.org/officeDocument/2006/relationships/notesSlide" Target="/ppt/notesSlides/notesSlide13.xml" Id="R6e449c1a83d442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9662a42d043af" /><Relationship Type="http://schemas.openxmlformats.org/officeDocument/2006/relationships/notesSlide" Target="/ppt/notesSlides/notesSlide14.xml" Id="R93d0ffc347fb45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9cf14d641474c" /><Relationship Type="http://schemas.openxmlformats.org/officeDocument/2006/relationships/notesSlide" Target="/ppt/notesSlides/notesSlide15.xml" Id="R9a660baea82a452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028413d284578" /><Relationship Type="http://schemas.openxmlformats.org/officeDocument/2006/relationships/notesSlide" Target="/ppt/notesSlides/notesSlide16.xml" Id="R40722c29f8d846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74273ca3d41da" /><Relationship Type="http://schemas.openxmlformats.org/officeDocument/2006/relationships/notesSlide" Target="/ppt/notesSlides/notesSlide17.xml" Id="R8b66065fb7474ca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b82ca6f61480b" /><Relationship Type="http://schemas.openxmlformats.org/officeDocument/2006/relationships/notesSlide" Target="/ppt/notesSlides/notesSlide18.xml" Id="Rbfab81ce03d547b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f094718c04ba2" /><Relationship Type="http://schemas.openxmlformats.org/officeDocument/2006/relationships/notesSlide" Target="/ppt/notesSlides/notesSlide19.xml" Id="R228383b89e6a4a3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d6fd6abab413a" /><Relationship Type="http://schemas.openxmlformats.org/officeDocument/2006/relationships/notesSlide" Target="/ppt/notesSlides/notesSlide20.xml" Id="R8bb852fb0d3843c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8b2a8a7d24947" /><Relationship Type="http://schemas.openxmlformats.org/officeDocument/2006/relationships/notesSlide" Target="/ppt/notesSlides/notesSlide21.xml" Id="Rc6499d86a8bf479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92f5cd92c4093" /><Relationship Type="http://schemas.openxmlformats.org/officeDocument/2006/relationships/notesSlide" Target="/ppt/notesSlides/notesSlide22.xml" Id="Rc3e868f2a07c41a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6c0c8bbf14d5d" /><Relationship Type="http://schemas.openxmlformats.org/officeDocument/2006/relationships/notesSlide" Target="/ppt/notesSlides/notesSlide23.xml" Id="Ra6517f5638854d7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bae06bc8140b2" /><Relationship Type="http://schemas.openxmlformats.org/officeDocument/2006/relationships/notesSlide" Target="/ppt/notesSlides/notesSlide24.xml" Id="Red6b7e8a10f2479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d7d1344a245a5" /><Relationship Type="http://schemas.openxmlformats.org/officeDocument/2006/relationships/notesSlide" Target="/ppt/notesSlides/notesSlide25.xml" Id="R96d55336af7145a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3df1b16ba4390" /><Relationship Type="http://schemas.openxmlformats.org/officeDocument/2006/relationships/notesSlide" Target="/ppt/notesSlides/notesSlide26.xml" Id="R8236b746ab53421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b99c31c834726" /><Relationship Type="http://schemas.openxmlformats.org/officeDocument/2006/relationships/notesSlide" Target="/ppt/notesSlides/notesSlide27.xml" Id="R484415d78f4b45e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4005b2ff846db" /><Relationship Type="http://schemas.openxmlformats.org/officeDocument/2006/relationships/notesSlide" Target="/ppt/notesSlides/notesSlide28.xml" Id="R45ae205d159646c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40979e15b4ffb" /><Relationship Type="http://schemas.openxmlformats.org/officeDocument/2006/relationships/notesSlide" Target="/ppt/notesSlides/notesSlide29.xml" Id="R58f8376961c84dc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8ccd83f4d49ab" /><Relationship Type="http://schemas.openxmlformats.org/officeDocument/2006/relationships/notesSlide" Target="/ppt/notesSlides/notesSlide30.xml" Id="R5254cf5ccd7e4e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C691F5C4-7AC1-4C42-9AF7-0058F6BF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9BB15CEC-0CE1-477E-93F8-FE044D3F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643AF93A-7471-40CC-ADD7-9B59BCA0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BC03F699-AEA4-420D-B1B2-17D9B1A4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National Registration Identity Card (NRIC): S1000000I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160F135A-35A0-4EE6-9890-38D5235F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Cheryl Joanne Ho  |  Physical Address: Block 1089, Unit #01-100, Angsana Heights Road, Singapore 018956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AE82C2F9-D92B-41C0-BFFE-260E9A70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61A1C07B-8AA7-40CB-9262-C428CF9C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3E0D91E8-F7EE-4751-8E97-C8690978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National Registration Identity Card (NRIC): S1000001G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BB4DDED1-FE36-40D6-BFF6-3FC7FA5F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Ryan Rachel Ng  |  Physical Address: Block 1126, Unit #02-101, Bedok Heights Road, Singapore 560123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1E5C43A4-EAF6-4C44-8F14-66040573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E7B74DF8-BB8E-46A3-AF42-AA8549A2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621A99DC-EEC5-4B81-808E-AFF0ED61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National Registration Identity Card (NRIC): S1000002E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2F9F901B-F0F3-4F49-860F-1C59F7FC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 Xuan Cheryl Chong  |  Physical Address: Block 1163, Unit #03-102, Clementi Heights Road, Singapore 569933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F8037FA4-55A7-4878-858A-DF796EDE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FFB87C9E-7D37-48E0-BD52-489D2489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EB3046BF-F40F-418E-A970-42EBA5E8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National Registration Identity Card (NRIC): S1000003C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56E373A3-8F8B-4999-AA5D-51A35AF3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Jian Wei Mei Lin Chua  |  Physical Address: Block 1200, Unit #04-103, Dover Heights Road, Singapore 730101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C3A4595C-A44A-43D2-AE63-F8B61CB6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00DE7167-C363-49AC-85DE-5CCD5641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4FCDA40E-9811-4446-BDF0-8A2BE614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National Registration Identity Card (NRIC): S1000004A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E78BDE10-7C83-4F11-B6FC-CB5B8319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Hui Min Joanne Seah  |  Physical Address: Block 1237, Unit #05-104, Fernvale Heights Road, Singapore 768019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510E7189-C1D3-4D3C-A998-510070EC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A9DC585C-DEE5-4FEF-927F-683D88B5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133192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54C3AF67-0214-43E1-B978-1F2BFCDE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39FD22A0-4CFA-4E0B-BFFA-B9C07D1F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98448418-2004-4F3F-96F0-2F199B9E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D885C100-2B8F-4567-9ADD-E4C65878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National Registration Identity Card (NRIC): S1000005Z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56A14F0A-4163-4EEF-841F-AE94382F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Zhi Hao Rachel Teo  |  Physical Address: Block 1274, Unit #06-105, Harbour Heights Road, Singapore 460209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2DFF9D8A-6826-4ABB-B7DE-C2A53923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D68B903F-19B6-45B2-AE98-DA9694AD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3E2BD1D7-2BA3-48CA-B391-439C4636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National Registration Identity Card (NRIC): S1000006H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4E8877E6-D194-42AA-A30A-C04FE222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Lin Cheryl Tan  |  Physical Address: Block 1311, Unit #07-106, Jellicoe Heights Road, Singapore 529510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210AE29B-96C8-4E12-85DE-709A5963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D57D9DBB-9C9E-4817-99CC-E4DF9F41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B823D2F0-C6D6-4614-90E0-629B3D1E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National Registration Identity Card (NRIC): S1000007F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DF86B22B-EF0B-4602-BBA4-3DC13785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Kai Wen Mei Lin Low  |  Physical Address: Block 1348, Unit #08-107, Kallang Heights Road, Singapore 238801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573AB2ED-F829-4250-BEA9-9EBDA2CC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A18B7C35-F9BA-45CB-8DE5-40A5598E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0BD0E0C4-7528-4A49-8D11-65110794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National Registration Identity Card (NRIC): S1000008D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FEA93BC1-44FD-4498-AA2E-2B10D4BD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Xin Yi Joanne Ng  |  Physical Address: Block 1385, Unit #09-108, Marina Heights Road, Singapore 640201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7D826E7B-C7D7-4607-B374-0EFA78B5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A3D0C96B-18B8-41E1-A6B5-81ED18B0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735F10E5-59B2-4DCE-9F41-C765075C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National Registration Identity Card (NRIC): S1000009B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E5D81ADD-9E70-47CB-BC83-15F78C34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Jun Jie Rachel Chong  |  Physical Address: Block 1422, Unit #10-109, Orchard Heights Road, Singapore 408600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C3A3E647-9C08-4F89-89F2-F997687C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270B6F3C-B004-4039-B3A3-5C4FEF4A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528267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19B2D349-6688-49E8-9C52-B5AB2FCF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3FE2D973-3934-484D-AD2D-72C2F04A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3A7ABEB3-ECDA-4CA4-A33D-72BDCF7A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CCA91B72-5DDD-4E24-BDB3-FF802391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National Registration Identity Card (NRIC): S1000010F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40449B0E-D972-4906-9D00-587C9D56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Jia Hui Cheryl Chua  |  Physical Address: Block 1459, Unit #11-110, Pandan Heights Road, Singapore 150083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018BF297-F960-4151-AC1A-8A6D263F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D305F635-E32E-4802-AD88-B0B5473E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E2D2C4BC-D7BF-4A5A-B9A4-57C11531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National Registration Identity Card (NRIC): S1000011D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EAAF3097-6B0D-45C6-A3AF-83E31644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Wei Ming Mei Lin Chew  |  Physical Address: Block 1496, Unit #12-111, Tampines Heights Road, Singapore 119077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67AB3865-FC98-4A20-ADDB-9995D07E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D344AE12-17DE-497B-8BCF-78627042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9BD265B8-469A-4FDE-9F17-2C9B052E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National Registration Identity Card (NRIC): S1000012B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E0CCA955-60C1-4F0A-A1AB-47BFC0B3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Joanne Bryan Teo  |  Physical Address: Block 1533, Unit #13-112, Angsana Rise Road, Singapore 018956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2597D132-9060-4689-AF37-DC70C0BF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A4F3C535-49A4-4BC6-8B1F-E506FDCA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E4683973-57CD-406C-A8F2-F8AC293D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National Registration Identity Card (NRIC): S1000013J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8302EF0A-C101-43A5-A92D-094BBF6A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Bryan Ethan Tan  |  Physical Address: Block 1570, Unit #14-113, Bedok Rise Road, Singapore 560123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4D713F3D-69C1-4998-81D2-19D5ACC9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7F89ED86-245B-49F2-8F6F-3C8C4216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FAE0A9AF-7623-4594-A511-BFE4F55C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National Registration Identity Card (NRIC): S1000014I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9507D333-530B-4C4A-B95A-E5A17F7D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Nicole Ryan Low  |  Physical Address: Block 1607, Unit #15-114, Clementi Rise Road, Singapore 569933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23F21847-E299-443E-B160-39D1605C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756C134E-DB14-4CC5-91D2-488AA06F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65953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7AE7A9CE-0094-4990-BDE5-B6580E7A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23EED53E-0C8D-44B3-92C4-5BCF517C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B6C4865E-5C1A-4326-9BD1-8F0CF7C4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CF828512-2BCB-4A97-A072-A0565AE7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National Registration Identity Card (NRIC): S1000015G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DC9D0DE2-AADD-4193-9060-1648BF33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Adrian Kai Wen Ong  |  Physical Address: Block 1644, Unit #16-115, Dover Rise Road, Singapore 730101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6EC49FC6-DD0C-4A97-9A53-0327C73D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465AD6F6-D998-44B5-86F2-791184EC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B523AB3B-9D07-43F2-A87A-DDFAAC92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National Registration Identity Card (NRIC): S1000016E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7A3EE511-4909-43E8-9F4F-A596285B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Vanessa Bryan Chong  |  Physical Address: Block 1681, Unit #17-116, Fernvale Rise Road, Singapore 768019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35CFD9F5-FA64-4B4A-886B-AF216720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976FE0E8-F5D4-4B26-9FEC-21C8D69A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0A448AA3-FB79-4630-812B-A6B58061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National Registration Identity Card (NRIC): S1000017C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C5665F71-65A9-491E-8C4E-7DB18A4F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Isaac Ethan Chua  |  Physical Address: Block 1718, Unit #18-117, Harbour Rise Road, Singapore 460209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DB414C9C-8387-4F68-A4E9-DA7231EB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7567E4B2-E94C-4F06-9648-D96273D7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A4A26AF0-AEC4-4F17-A365-F8FD9E88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National Registration Identity Card (NRIC): S1000018A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40ABAEDA-6AE2-4393-9195-10E49259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Rachel Ryan Chew  |  Physical Address: Block 1755, Unit #19-118, Jellicoe Rise Road, Singapore 529510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9384A8BF-AE88-4E41-AB26-01D9123F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2CE39D4C-A382-40C8-BA33-B059F097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0BA4A8E0-891C-4BF6-A8BC-D700EEC8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National Registration Identity Card (NRIC): S1000019Z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EA6F9FAB-55BF-4593-8C49-6E3BB843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Kai Wen Ang  |  Physical Address: Block 1792, Unit #20-119, Kallang Rise Road, Singapore 238801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4F666BB3-BB85-42F7-8C35-1547D4F4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EDB23450-C92E-432D-A266-41CAAF5D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524673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E090A2C5-575B-4E9B-A1B9-FCC9BB47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C1A5B31C-871B-4119-9C6F-6F4E51B4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CE274C52-CAC8-493F-ADDC-91E60284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B27867F4-58E8-4E53-9E01-3ADA00A6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National Registration Identity Card (NRIC): S1000020C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58F153FC-DDBA-46E2-B9BA-503F02B9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Felicia Bryan Tan  |  Physical Address: Block 1829, Unit #21-120, Marina Rise Road, Singapore 640201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8D8EAE1D-766E-4E2C-9B5F-779174AF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E3A92F86-B018-45B0-9988-94777F6B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A5D87E4B-EB6A-49EB-8224-0E9033F3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National Registration Identity Card (NRIC): S1000021A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EBFE2AC8-E1DC-40E3-8A68-1B8549B6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Darren Ethan Low  |  Physical Address: Block 1866, Unit #22-121, Orchard Rise Road, Singapore 408600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2F1BDA92-EB52-471D-BC67-66B64257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DDDFC8EC-6110-4F36-B7BC-78CD8D51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AD94D893-B63D-463A-B7E1-D617B1EE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National Registration Identity Card (NRIC): S1000022Z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4EF4671F-BD33-4094-99D2-C1B64229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Alicia Ryan Ong  |  Physical Address: Block 1903, Unit #23-122, Pandan Rise Road, Singapore 150083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DA6B72DA-DA4A-4572-8F3D-10C62BCA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DCAC0853-9D73-4D8D-93DC-6EA35356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C8D671FF-ADF8-4BB3-8D8F-7FC36F3F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National Registration Identity Card (NRIC): S1000023H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0DF189BE-9B8B-4B5C-83C6-A5770D86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Marcus Kai Wen Yap  |  Physical Address: Block 1940, Unit #24-123, Tampines Rise Road, Singapore 119077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85AEA8B4-D316-45DC-9A48-7725C9D2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7B92495A-9F4A-482F-9EA4-36CFE162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83BDA8DC-0916-4F31-826A-69F99DE8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National Registration Identity Card (NRIC): S1000024F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4508F963-11BA-48F2-A260-A1410936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Cheryl Bryan Chua  |  Physical Address: Block 1977, Unit #25-124, Angsana View Road, Singapore 018956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E03262FA-38C3-4C01-AF9C-32250C49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E6E03BD3-66BA-45A3-B552-582A805B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86591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8D34A67C-8962-416A-BFB2-33D0D5E3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E64F0156-147E-41E2-A145-41E7E0A6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0A448F63-FD62-4A0F-A655-93AD4B5B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D7950212-9111-4B68-8436-A94640D2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National Registration Identity Card (NRIC): S1000025D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EF82AE1B-EED6-41B6-ACDB-42FE06F2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Ryan Ethan Chew  |  Physical Address: Block 2014, Unit #26-125, Bedok View Road, Singapore 560123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A7BCD006-FED0-4C30-A89E-F0456D9E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63798B74-7267-4BD0-A567-CBA1F744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1BC38F70-4648-4B92-8BB0-F9E8F5E8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National Registration Identity Card (NRIC): S1000026B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371A3EAC-2EBD-4625-A84C-699EC0D3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 Xuan Ryan Ang  |  Physical Address: Block 2051, Unit #27-126, Clementi View Road, Singapore 569933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5A117F30-9D9C-4FF4-B639-2049F931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5FBC7AD0-B90F-49CA-B06A-9F4F96B3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30AE35F0-88C2-49B6-909C-96167CEA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National Registration Identity Card (NRIC): S1000027J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792A10B5-1AA0-43B5-BC68-BA1819B3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Jian Wei Kai Wen Lim  |  Physical Address: Block 2088, Unit #28-127, Dover View Road, Singapore 730101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A590B4B1-F25C-41B7-950A-34CA2BE0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35BA4353-E5DD-4FEF-87A3-ABA706E6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83E0A6E9-E22D-4E70-9EC7-E8D3A3CA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National Registration Identity Card (NRIC): S1000028I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E3A125F5-681C-4B13-ADA8-DFECB273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Hui Min Bryan Low  |  Physical Address: Block 2125, Unit #29-128, Fernvale View Road, Singapore 768019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FA397A9B-3812-443B-AFCC-EA5E8F79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54178108-AF88-468E-9586-C23E1FD9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EAA03DB5-B00B-4541-BADA-1778D299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National Registration Identity Card (NRIC): S1000029G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9C64C973-6774-437B-9D85-C434FCD3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Zhi Hao Ethan Ong  |  Physical Address: Block 2162, Unit #30-129, Harbour View Road, Singapore 460209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C0999B01-D92F-4B4F-9259-4CFA4E5C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E1717E72-2DA8-4CC3-A955-D1460C2B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146674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8897EFA9-09B5-4123-9A74-69A1B8E1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4B2464CC-2067-464F-888E-8D91D60C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A6D8982B-0934-4F70-95DB-5138948B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000181C1-39A4-4E43-9EE3-BAEB9558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National Registration Identity Card (NRIC): S1000030J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F73F1C37-8227-413B-AD3A-B4FB38CA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Lin Ryan Yap  |  Physical Address: Block 2199, Unit #31-130, Jellicoe View Road, Singapore 529510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1012C4F1-858D-47F3-87AD-77498EEB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59B5B03D-ABB9-4819-9040-CC8B5FCD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A68644FA-843F-4499-BC45-34B23194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National Registration Identity Card (NRIC): S1000031I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207F3952-4DFD-4721-AE56-8BC23EA0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Kai Wen Cheryl Chan  |  Physical Address: Block 2236, Unit #32-131, Kallang View Road, Singapore 238801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6D104F2C-20DB-469F-B21A-1C09C25F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7361C133-2DC2-47C6-8644-907F9077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06F330F2-9C5E-4A68-9993-41D5964B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National Registration Identity Card (NRIC): S1000032G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51A5CF92-2718-4FD2-9EDF-6BE2E27B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Xin Yi Bryan Chew  |  Physical Address: Block 2273, Unit #33-132, Marina View Road, Singapore 640201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0F438409-E07F-4B7E-B85A-5B6B783E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88FC483C-B6DD-4FB2-8A3F-1D31CAA9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3D308627-9B91-4685-A473-C3F89D2A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National Registration Identity Card (NRIC): S1000033E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CF761304-314F-4EE6-86D6-4056A669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Jun Jie Ethan Ang  |  Physical Address: Block 2310, Unit #34-133, Orchard View Road, Singapore 408600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8F50C8BD-C5FE-43EE-934D-9C7EE7AB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FE6B27FB-E4A0-41F2-9533-A304E288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E9BC2715-795F-4CF3-999D-71A2A5D6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National Registration Identity Card (NRIC): S1000034C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B8B4C066-B00E-46ED-A41B-A57552CE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Jia Hui Ryan Lim  |  Physical Address: Block 2347, Unit #35-134, Pandan View Road, Singapore 150083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084033C1-6492-41D7-B791-3A59F9FF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BFC00F09-78EB-406C-B7F2-B168B9C1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032803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CD710589-9D93-408F-A672-D0861D5F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986E0B10-CC2E-4937-995A-92DC5DCA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A748457D-CDF8-4C13-9197-BEB82E77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1F2C02C2-FBB9-4F01-A91A-47EC055A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National Registration Identity Card (NRIC): S1000035A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D85E18A0-4E28-47A8-BBBF-AA683C0E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Wei Ming Kai Wen Toh  |  Physical Address: Block 2384, Unit #36-135, Tampines View Road, Singapore 119077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072CC00C-250A-4B50-AAD4-211FF40B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A5660333-4F22-48DF-924B-F0126495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E9167DE2-3061-4034-BF23-ED2C8EE1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National Registration Identity Card (NRIC): S1000036Z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1E1A9E7C-5C50-420D-97CE-3037CDEB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Joanne Nicole Ong  |  Physical Address: Block 2421, Unit #37-136, Angsana Green Road, Singapore 018956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11621AB2-BAA3-4843-AFFF-C5C369A1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25C10732-2C4E-497D-B819-3A736BAB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373F95EE-C210-473E-90D0-27D840F6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National Registration Identity Card (NRIC): S1000037H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64663E4E-CA47-4626-9F9D-FD3AD7CA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Bryan Felicia Yap  |  Physical Address: Block 2458, Unit #38-137, Bedok Green Road, Singapore 560123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6543CCE0-E432-456D-A529-4B407AC2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4753CAB8-3D2A-4991-B737-A6B026F6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7FA63FD4-EED0-49E3-A062-2292208B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National Registration Identity Card (NRIC): S1000038F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F1624337-E674-48B9-9F52-9E28B3EE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Nicole Li Xuan Chan  |  Physical Address: Block 2495, Unit #39-138, Clementi Green Road, Singapore 569933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11D63098-1570-4752-9B28-C6C823D7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159F265C-D672-41C5-A539-DC999372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35B487C5-81BB-4B5F-9E1D-F3792F3B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National Registration Identity Card (NRIC): S1000039D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2B621A47-C22C-4EA2-91C3-09168580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Adrian Xin Yi Foo  |  Physical Address: Block 2532, Unit #40-139, Dover Green Road, Singapore 730101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F5BE3093-35F0-489F-9DD2-217DBE34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F2E637A4-4C78-4D76-B41B-B8025C55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1095881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9F3B800F-4F2A-41A4-80E5-5D4FEB15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B9260B55-299C-42BD-A76B-6BB67FC8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7B3A08FF-5221-4977-82E7-03205E54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1A806C1B-B6C5-4E98-9C78-01549695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National Registration Identity Card (NRIC): S1000040H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228E760B-44F8-4B8B-89EF-9AA20B93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Vanessa Nicole Ang  |  Physical Address: Block 2569, Unit #41-140, Fernvale Green Road, Singapore 768019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6C4F6A18-C1CB-4171-850C-49555E32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B3286D28-6366-4AF5-848D-BF249670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B6D13772-D085-4FD0-915A-C73768F4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National Registration Identity Card (NRIC): S1000041F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9FCE7A94-9F17-448B-8554-CCD60AB3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Isaac Felicia Lim  |  Physical Address: Block 2606, Unit #42-141, Harbour Green Road, Singapore 460209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C32F6439-57C4-4DB0-AEB3-0FCE1A6A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07237573-C90D-4EA7-8713-F204FCE7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C0F8EEC1-6A59-49ED-A718-18CFE46D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National Registration Identity Card (NRIC): S1000042D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FB23BED0-CB46-4660-864A-C325B0CA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Rachel Li Xuan Toh  |  Physical Address: Block 2643, Unit #43-142, Jellicoe Green Road, Singapore 529510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256BE2B3-267F-4290-B4ED-DF9AEA8F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37667F6C-8924-4254-A88F-09E6BB7E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25D08BBF-666E-4BC4-8C26-2ABF928A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National Registration Identity Card (NRIC): S1000043B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4B298008-8C8B-4D84-BA5D-487E24B9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Xin Yi Wong  |  Physical Address: Block 2680, Unit #44-143, Kallang Green Road, Singapore 238801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BC022DFC-39F0-4AF9-A740-2699934A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D4DFBF64-2B34-4DE8-8CC6-7EB766CC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159E6D4E-B1A5-4995-9EAC-959FD6B0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National Registration Identity Card (NRIC): S1000044J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CBCFC40C-7C71-4BCB-AA21-965B2A09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Felicia Nicole Yap  |  Physical Address: Block 2717, Unit #45-144, Marina Green Road, Singapore 640201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B63CAD77-409D-4CDC-9D2F-E5BDB57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EB6E0BEE-24BF-4977-AF73-FAB3039E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649450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23AC8DD8-BF1D-4267-BCCD-C956B6A2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A2A66C48-889D-4054-B545-3FB31693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9DC07732-460B-4919-89EB-60646AB9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A8E21C8E-9336-4C90-83A5-4AB1142E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National Registration Identity Card (NRIC): S1000045I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83136ADA-24B8-4DEF-86ED-BED262A3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Darren Felicia Chan  |  Physical Address: Block 2754, Unit #46-145, Orchard Green Road, Singapore 408600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3C7AEB62-2D5D-41BF-8483-6DDD060B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1F5AD251-12D9-4143-BE90-3AB4E036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F817CCD0-65DB-47BB-8865-62B05946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National Registration Identity Card (NRIC): S1000046G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8622626F-DA0D-4A1F-A467-B4E07248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Alicia Li Xuan Foo  |  Physical Address: Block 2791, Unit #47-146, Pandan Green Road, Singapore 150083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96584FA7-04CC-4DA9-AC21-2E3F6AE1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F126ADDE-84A3-403D-96E1-B49D7F21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399F73EF-74E3-4EF8-A2D7-FBB3994C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National Registration Identity Card (NRIC): S1000047E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5817EBB7-C3E0-4FAD-A092-ED1761B7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Marcus Xin Yi Yeo  |  Physical Address: Block 2828, Unit #48-147, Tampines Green Road, Singapore 119077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77F321C4-2E3D-4C89-8562-E60DE374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7CE85AC9-1EFB-4007-9789-0487A08B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8580C211-8FFA-4DF0-88D5-C9AB1069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National Registration Identity Card (NRIC): S1000048C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FC590064-AF6C-4B98-B6F3-347DB109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Cheryl Nicole Lim  |  Physical Address: Block 2865, Unit #49-148, Angsana Park Road, Singapore 018956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5CD9B651-F286-495D-8E7C-1C097382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C14FD6C3-0F5F-4DDF-9385-0092981F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8F631A9D-0F2F-4E21-9065-9F6F0619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National Registration Identity Card (NRIC): S1000049A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8AF99840-35A2-48D6-85B1-6F17C7E2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Ryan Felicia Toh  |  Physical Address: Block 2902, Unit #50-149, Bedok Park Road, Singapore 560123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94153B48-3FEB-4915-B7E8-525FDA8B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70C1B678-763B-4755-8B8F-8F84EFBB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356610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5912B3A5-BE8A-48DA-93D2-B49801C6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E74224C3-06A3-48C6-9A48-914711A8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388814CB-FE7D-406D-B2C4-E8373864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10C74BD4-770C-4478-8303-D7D0D0B9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National Registration Identity Card (NRIC): S1000050E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BA1C140B-A1EF-4B61-9738-323C392A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 Xuan Ethan Wong  |  Physical Address: Block 2939, Unit #51-150, Clementi Park Road, Singapore 569933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BC3A0A5C-AF76-47B0-BD5B-7B31791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F1EF2673-BBF2-498C-B36B-8A0B1AA9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864FB6CE-8928-415B-8D8A-BAFA1EBD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National Registration Identity Card (NRIC): S1000051C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27CE4633-F2DC-4F6A-AF5C-F5B0D96C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Jian Wei Xin Yi Loh  |  Physical Address: Block 2976, Unit #52-151, Dover Park Road, Singapore 730101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6C50DDD2-3C0B-4BD8-860F-A89C98E4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CED8B3E4-DCEB-41C1-8D9F-AE9F8E79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A7183167-30F0-4B2C-8465-F4880EFB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National Registration Identity Card (NRIC): S1000052A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AC0D268F-1FF5-409A-80A2-E073397B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Hui Min Nicole Chan  |  Physical Address: Block 3013, Unit #53-152, Fernvale Park Road, Singapore 768019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578262E3-A5B7-4E8F-9C11-5D14A712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7A3045A1-FD03-46A4-B155-6C6D938D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D347BA63-6D7D-4410-8BCF-A11ABDA4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National Registration Identity Card (NRIC): S1000053Z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359AA1D9-9C48-47E8-B5E9-063317A4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Zhi Hao Felicia Foo  |  Physical Address: Block 3050, Unit #54-153, Harbour Park Road, Singapore 460209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47A34954-471E-43F4-B519-B288909E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33A8E1EC-AEC7-4F40-BEF6-4A156068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45AC1082-DA34-4D48-AC47-2DD61959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National Registration Identity Card (NRIC): S1000054H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3F53CC51-1684-468A-B146-0FA66AF2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Lin Li Xuan Yeo  |  Physical Address: Block 3087, Unit #55-154, Jellicoe Park Road, Singapore 529510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D773C725-ABD6-4C47-ABC2-FDB6200E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EDB724CA-4A59-41E8-AEC0-FE4BD8C4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609223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3110D638-42B7-46EE-95A4-5B527647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E9BE1CD5-FA0C-4F5E-BDB2-6497F193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5F06A1B8-9F82-440D-AB8C-AA9423D9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0D1D582C-7AD5-4486-AFC5-88665869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National Registration Identity Card (NRIC): S1000055F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51837909-AC19-42BC-9607-62F70062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Kai Wen Xin Yi Lee  |  Physical Address: Block 3124, Unit #56-155, Kallang Park Road, Singapore 238801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EEAC7466-8521-410D-9634-4E4C5E99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D89207BF-196C-446D-9711-6CA916B1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76D59F31-9045-4AE6-B102-81F58A63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National Registration Identity Card (NRIC): S1000056D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107F6A9C-162E-4911-BC9F-11DFE5D9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Xin Yi Nicole Toh  |  Physical Address: Block 3161, Unit #57-156, Marina Park Road, Singapore 640201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0B669793-8A88-4868-98F0-653C864E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449A7136-3767-4678-A399-C8EE0B4A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8E1E7D23-BA6E-4D88-A8E1-A84535B1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National Registration Identity Card (NRIC): S1000057B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4F7ACD6E-A833-4923-BA29-AFF325AE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Jun Jie Felicia Wong  |  Physical Address: Block 3198, Unit #58-157, Orchard Park Road, Singapore 408600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8CA8FE9E-D6CB-46F3-A7E0-0A9E3284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A2D26CB8-F4D7-47EE-8A83-D66892BC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A3064AAA-A17D-4777-9D49-F60B14B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National Registration Identity Card (NRIC): S1000058J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471982E6-0097-4A47-A844-D997C9CB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Jia Hui Li Xuan Loh  |  Physical Address: Block 3235, Unit #59-158, Pandan Park Road, Singapore 150083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EF1F28F5-EE37-4E03-867D-1E9246B5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00547F1D-CD99-46E4-A08D-FDB667F7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31F642F0-F134-4E3A-B9B9-03032305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National Registration Identity Card (NRIC): S1000059I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EA93D0EF-AE77-40E3-8F7C-762520F1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Wei Ming Xin Yi Koh  |  Physical Address: Block 3272, Unit #60-159, Tampines Park Road, Singapore 119077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CCF66F74-0589-4DEA-AE40-4FF843A3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322374FF-DB5D-4D9A-9A70-605184B0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336785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E5772042-B524-4A42-98CB-C60BE3C0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AEBEA299-02E8-46FA-8D14-EC99AD22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C71B4FD8-CB92-4B6C-87EC-73BD89AA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C7E91914-B70A-4F4F-946C-32DA3450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National Registration Identity Card (NRIC): S1000060B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EB435FFC-3488-4331-B995-C423412D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Joanne Adrian Foo  |  Physical Address: Block 3309, Unit #61-160, Angsana Central Road, Singapore 018956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FED2E092-1E36-443B-A4E5-B84E3870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FD43247A-1971-451B-B8BB-3A742295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8D9AAD27-B797-40A4-B0BF-91D8422B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National Registration Identity Card (NRIC): S1000061J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5D6A618E-36B3-4BB2-BA2C-EA9F1E7F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Bryan Darren Yeo  |  Physical Address: Block 3346, Unit #62-161, Bedok Central Road, Singapore 560123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ED89E1D1-38DA-4A15-B651-767C0326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4962D7D1-44AC-48B6-A0BC-412D3F0C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B4D8D6F1-6667-4A51-94C2-582F20A5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National Registration Identity Card (NRIC): S1000062I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1618FC9E-DD38-4B10-AADC-9B1EC768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Nicole Jian Wei Lee  |  Physical Address: Block 3383, Unit #63-162, Clementi Central Road, Singapore 569933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EE9C68DA-E55E-42B2-9C33-E88E0C6D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1D24EDD1-F3E3-4880-9791-DB49FD34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C0E1F172-D4CB-4CBA-A520-4BFB3E39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National Registration Identity Card (NRIC): S1000063G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5ED8EBD0-880B-42AB-B315-88473BB2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Adrian Jun Jie Sim  |  Physical Address: Block 3420, Unit #64-163, Dover Central Road, Singapore 730101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84BDC54E-1C97-4433-9E98-8A9B222E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E65BA7A4-46FE-4039-95E8-37A37CF3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35569003-1605-4CD3-A5A7-5602F964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National Registration Identity Card (NRIC): S1000064E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97684590-0746-45E5-A5D4-4BE337F6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Vanessa Adrian Wong  |  Physical Address: Block 3457, Unit #65-164, Fernvale Central Road, Singapore 768019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6EF50C9E-9041-43D7-97D5-BB3726AA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4FF5E3F5-63BF-42C0-89B7-EA2EC1E5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150565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99CF6DAF-5ABE-4BB7-BEF3-5A7AF82B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34FA3135-0E5C-4B5C-8ACA-86968E2E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AE5D0B6E-C4E0-4074-98DE-E608CE9B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61596821-B361-46D8-8F8C-9C0379A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National Registration Identity Card (NRIC): S1000065C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64486D06-7755-4E81-A2BC-F1708D1D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Isaac Darren Loh  |  Physical Address: Block 3494, Unit #66-165, Harbour Central Road, Singapore 460209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A4FC2D33-796B-4C68-9C3F-C07A8500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5BAD5F13-AE25-47EE-A14E-716A32D5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46D951E7-1E37-4673-88E4-73BFE2F9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National Registration Identity Card (NRIC): S1000066A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FE3468D2-BABB-4FBE-9359-9A0D65C1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Rachel Jian Wei Koh  |  Physical Address: Block 3531, Unit #67-166, Jellicoe Central Road, Singapore 529510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D55485E6-C24D-4156-A57D-3AE99824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8CC897E3-34FF-4CBD-8E8C-626F85E0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7DD35EF6-344B-42FB-AFF9-27E50B9B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National Registration Identity Card (NRIC): S1000067Z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D5651295-5003-48B4-84BD-0567BAAC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Jun Jie Quek  |  Physical Address: Block 3568, Unit #68-167, Kallang Central Road, Singapore 238801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BC398D25-AAEA-4097-9C7D-0A33C8F0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4FFD6CD6-3AAB-46B2-A9FA-087F4858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AFE90AB4-2969-4F00-B9E3-48852E82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National Registration Identity Card (NRIC): S1000068H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B78A2A3F-EFBE-481E-9DE5-8CBBC1DA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Felicia Adrian Yeo  |  Physical Address: Block 3605, Unit #69-168, Marina Central Road, Singapore 640201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901B8E9D-55D7-4BB3-94C1-1BBC5835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4E8EA805-4406-45BB-A48D-E984891A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424E0C1D-CFEC-4899-831F-A8EB3CFE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National Registration Identity Card (NRIC): S1000069F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40112208-1528-4B25-B6D9-3E3D53EC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Darren Nicole Lee  |  Physical Address: Block 3642, Unit #70-169, Orchard Central Road, Singapore 408600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0A3008F3-D27B-498E-B15F-39C67F10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678CBD21-BAAF-424F-B43B-A319DDD8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979657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1DAE1562-CEE5-47AA-A25D-D4C92BF6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F89B289D-2AA8-46A3-882B-98206FBA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E87F7688-5D61-4281-9750-34FA5E20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48C14846-BE9F-433E-AFFB-11D94360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National Registration Identity Card (NRIC): S1000070Z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EA7D9BF8-00A4-42D2-A030-716CD4AB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Alicia Jian Wei Sim  |  Physical Address: Block 3679, Unit #71-170, Pandan Central Road, Singapore 150083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1F63E82E-890E-4A73-990F-8979BA9C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7313B216-4DBE-4EDC-B541-3BCD1D4C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0ACD717A-21C0-4F25-9D68-2CD8CD0A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National Registration Identity Card (NRIC): S1000071H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BED156C2-14D8-4A7E-835D-724EDA90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Marcus Jun Jie Goh  |  Physical Address: Block 3716, Unit #72-171, Tampines Central Road, Singapore 119077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F9F57292-6185-4E2D-A274-2ED33B17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A550EBA1-AF65-40C0-AACF-1A7D39FD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D2E5896B-E569-48F7-96BE-75EEB5F9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National Registration Identity Card (NRIC): S1000072F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621E2388-5856-406F-9735-05B8539D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Cheryl Adrian Loh  |  Physical Address: Block 3753, Unit #01-172, Angsana Grove Road, Singapore 018956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5EF5B8F8-D890-4C98-876D-9F6363C8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EB13DA2B-AAC1-4013-80AC-EC257737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52AF12FB-CDF1-4E78-991E-476C02A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National Registration Identity Card (NRIC): S1000073D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479515C4-85BA-4AD6-A990-BABDDB33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Ryan Darren Koh  |  Physical Address: Block 3790, Unit #02-173, Bedok Grove Road, Singapore 560123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BBB4D19C-2346-44F2-8E20-10AD239E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BEC76DF0-A1E2-43C7-AA07-E5831108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3C7B39C0-90B6-4A76-BF50-B57AED15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National Registration Identity Card (NRIC): S1000074B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332C5303-03D9-48D8-B34A-5CE5FBD0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 Xuan Jian Wei Quek  |  Physical Address: Block 3827, Unit #03-174, Clementi Grove Road, Singapore 569933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9954E4C5-3C78-4092-86F6-D2071D6F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C8F3C728-D890-466D-8567-52CEFC1F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522561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BD2568C2-2832-4F2C-A121-B580AFC8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9DC65DEA-0D5C-4744-B8F8-F164C979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21923E64-836C-4D06-BB02-2CD50ED3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B7FAEED6-489B-460A-8E92-32A64735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National Registration Identity Card (NRIC): S1000075J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7338157B-1D6D-4B54-A0E6-D3C9C108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Jian Wei Jun Jie Ho  |  Physical Address: Block 3864, Unit #04-175, Dover Grove Road, Singapore 730101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FE614564-CEA0-473F-9AF2-A0B57541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E27EF68F-6D59-462B-89D2-8FD9B172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E3299DA5-EA02-4FB1-89DC-78D0A070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National Registration Identity Card (NRIC): S1000076I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8F9E5B3D-201F-4704-B543-301957D3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Hui Min Adrian Lee  |  Physical Address: Block 3901, Unit #05-176, Fernvale Grove Road, Singapore 768019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A62DE337-4CCE-404D-834C-11B0DB05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DA865045-50E6-4E96-9BAE-23ABE8EA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8C84D0DC-19F7-47D7-BCC2-09675A8B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National Registration Identity Card (NRIC): S1000077G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47685328-FC29-45D2-8BE4-C481AB92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Zhi Hao Darren Sim  |  Physical Address: Block 3938, Unit #06-177, Harbour Grove Road, Singapore 460209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39A0CF99-19F8-44D1-89D3-4E35B36F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6D57368E-3539-426B-B230-80681413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9C436C1E-5E61-4E05-B425-2C8C78A8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National Registration Identity Card (NRIC): S1000078E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3958B60E-F6CE-4531-98AB-32AEB4B6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Lin Jian Wei Goh  |  Physical Address: Block 3975, Unit #07-178, Jellicoe Grove Road, Singapore 529510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342A22C6-3E3B-40D6-BA91-A385BE92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623E9271-6F3F-493B-BEAD-B385CB09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F87B971B-279D-4BE3-94A4-195D119C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National Registration Identity Card (NRIC): S1000079C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F2DEFF7F-F313-4A1D-929D-CA58F3F2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Kai Wen Jun Jie Seah  |  Physical Address: Block 4012, Unit #08-179, Kallang Grove Road, Singapore 238801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3E877935-2C35-4EA2-A9DA-346C8497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8F836214-3737-4717-B39D-20C3FDB0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25020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CCBE88D2-FE18-4A6B-AC60-7C057CD7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3C69F396-18F1-422E-AAA3-5261BBFB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EB19CD87-C872-4FD6-BBCF-7F8B1614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4CB7CC1F-65E3-43E9-A595-2C50F389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National Registration Identity Card (NRIC): S1000080G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1C84D681-771D-4952-8C17-E1D33BFF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Xin Yi Adrian Koh  |  Physical Address: Block 4049, Unit #09-180, Marina Grove Road, Singapore 640201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8F46345B-B310-4D87-86F7-FCC67088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0C011AEB-9B07-424A-A995-33248B6F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A2B69BC6-F256-40C7-9A1B-4A953AE5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National Registration Identity Card (NRIC): S1000081E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A4D45766-8805-49D0-BDC6-0F390CBC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Jun Jie Darren Quek  |  Physical Address: Block 4086, Unit #10-181, Orchard Grove Road, Singapore 408600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C7DA34D3-086E-4F0D-ACB4-9F5EDFFF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B5B4B94F-2C4F-4416-9852-994BA9D2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742AF840-E16B-4635-AF88-8FB0731A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National Registration Identity Card (NRIC): S1000082C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157C98BF-D552-4ABB-B486-15A37549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Jia Hui Jian Wei Ho  |  Physical Address: Block 4123, Unit #11-182, Pandan Grove Road, Singapore 150083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043169BD-A75C-42DB-8C10-94243D91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CA45C2BA-E098-4001-92C3-DC349A0F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B03C216D-9791-4F6D-8810-FA407D85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National Registration Identity Card (NRIC): S1000083A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BAC5E336-3448-4D79-BC2D-DBE93A4A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Wei Ming Jun Jie Ng  |  Physical Address: Block 4160, Unit #12-183, Tampines Grove Road, Singapore 119077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523B5F0E-A357-490D-B1D0-03FED3BA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EAEC992C-7461-473B-A560-BDE392B8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DC73C5AF-594D-44DB-89A8-E2E0C21F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National Registration Identity Card (NRIC): S1000084Z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AD30B119-7095-4BAE-923C-9787D0BA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Joanne Vanessa Sim  |  Physical Address: Block 4197, Unit #13-184, Angsana Terrace Road, Singapore 018956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63541D13-6851-4AC5-BE53-68EDD657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EB984AA3-964F-4D5F-B9DA-32003B06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3694368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774FA24C-7AFF-42B8-807D-AE0A3A11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B88ED67F-9B4E-4C21-831B-442B6B87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549BE421-259D-4C31-BF81-A4004AFB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D8ACAA16-A689-4E38-8198-4D8C1E0C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National Registration Identity Card (NRIC): S1000085H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256E173C-81E3-4E3B-B43A-0AA9978C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Bryan Alicia Goh  |  Physical Address: Block 4234, Unit #14-185, Bedok Terrace Road, Singapore 560123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F3D23A90-2D60-417F-8819-D1670186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488D98EB-AB98-41D4-8B45-9CC252E7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5F9F55A4-AE51-4A9A-AD9F-CAA435AC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National Registration Identity Card (NRIC): S1000086F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C1D7C0DE-CE4F-4DB7-BA75-F4CC0FF2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Nicole Hui Min Seah  |  Physical Address: Block 4271, Unit #15-186, Clementi Terrace Road, Singapore 569933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8CE55BA5-2080-46E3-AD1D-29D98BBB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857B9673-C92B-40AF-A669-F32530FF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6F8E7CC1-863F-405E-A32A-E81E521D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National Registration Identity Card (NRIC): S1000087D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3BDB9FCD-2F7E-4081-9B1C-33153CE7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Adrian Jia Hui Teo  |  Physical Address: Block 4308, Unit #16-187, Dover Terrace Road, Singapore 730101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66EF9A2D-9123-4DED-85FE-17B84259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F602CB14-64ED-4047-91D1-D73A7C52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50C2C4EF-D409-4E3C-81CC-C6C4A07E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National Registration Identity Card (NRIC): S1000088B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5E6B82E8-D9F5-4883-B8A8-120E8B74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Vanessa Jun Jie Quek  |  Physical Address: Block 4345, Unit #17-188, Fernvale Terrace Road, Singapore 768019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B88AB3D7-4746-49F5-8347-D2AC5B67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02F4A5F3-0905-4287-B4F2-E3A72F37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A76D261E-3203-4100-92D6-8DCF3C3B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National Registration Identity Card (NRIC): S1000089J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82098DD4-6217-4532-84D2-49C913C0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Isaac Alicia Ho  |  Physical Address: Block 4382, Unit #18-189, Harbour Terrace Road, Singapore 460209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FA3B8D42-16B3-4705-A396-292168C2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413E17E6-F448-4B8E-8A7D-57F789B0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66003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50A3378C-E934-4E47-A223-4A9FE0B9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C3AE6799-BC4E-43A7-B68A-9E822B79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D9D82D11-D36B-4DAA-B434-067E1C95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0597F7BF-D8F8-4D97-ADCF-3D5DE546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National Registration Identity Card (NRIC): S1000090D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E59D90EB-5852-4633-99A0-7D221EF4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Rachel Hui Min Ng  |  Physical Address: Block 4419, Unit #19-190, Jellicoe Terrace Road, Singapore 529510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33997133-3977-4DAE-9F59-4F4F1213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D4FDD89F-1313-48BB-AEA2-9334C45D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7F785EB6-8B5B-415F-9EB9-8C38C5FD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National Registration Identity Card (NRIC): S1000091B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01D79D2A-BE53-4F67-8ACB-3943C62B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Jia Hui Chong  |  Physical Address: Block 4456, Unit #20-191, Kallang Terrace Road, Singapore 238801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A17DFC01-7CF2-4A2D-AD6C-DA90ABF8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F879BB39-B1D5-41B7-848C-321665FC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F2D64BB2-BE37-4CFC-B5CB-86215D6A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National Registration Identity Card (NRIC): S1000092J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CBDBD54C-2355-47DD-8491-65946CE9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Felicia Vanessa Goh  |  Physical Address: Block 4493, Unit #21-192, Marina Terrace Road, Singapore 640201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F2C83FFB-A122-4BFB-8612-6009F6BB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937B2BAF-9873-4BFF-88E1-8EB26DA5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D0A930CD-4F77-4D4F-97E8-5FC5DC41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National Registration Identity Card (NRIC): S1000093I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6BD90314-D13D-4D23-8E2E-EA9A8463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Darren Alicia Seah  |  Physical Address: Block 4530, Unit #22-193, Orchard Terrace Road, Singapore 408600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FE8C86BA-DCB4-411E-A318-774D9058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94B578ED-968E-4573-A941-D89F762F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DBF1B19B-8926-4523-9C9C-B343B368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National Registration Identity Card (NRIC): S1000094G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B2DEB5A5-6410-4DFA-8F90-2E8D083E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Alicia Hui Min Teo  |  Physical Address: Block 4567, Unit #23-194, Pandan Terrace Road, Singapore 150083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1EEE148F-A8C4-422F-B149-6A5DEF6C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31CAD0EF-8440-42FD-A4DF-AD0D28E9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886587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1F55A5BC-AB1E-4EAB-9CA6-39F4E47A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B017CB2A-FAFF-4430-8818-895AFEBF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72F0E180-4EBA-4A2B-9272-FF1E0396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2F81E19A-025C-4C4D-BF04-43F74086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National Registration Identity Card (NRIC): S1000095E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E841C9D0-C9DA-443B-806D-75BCF88E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Marcus Jia Hui Tan  |  Physical Address: Block 4604, Unit #24-195, Tampines Terrace Road, Singapore 119077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C7A1A47B-48C8-449D-8CBB-4EEAC217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62A5B509-10E0-4FB8-A560-C588CC81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8BEC79EE-29E7-408C-B801-811396B9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National Registration Identity Card (NRIC): S1000096C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88A75FA0-9A59-4CE2-B977-C8135386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Cheryl Vanessa Ho  |  Physical Address: Block 4641, Unit #25-196, Angsana Crescent Road, Singapore 018956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77E151A1-6E25-4135-9873-443A9AFA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BC979D17-454D-415F-9E80-728FD63A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D76F4A6F-22F6-4219-B2E9-B0CAA939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National Registration Identity Card (NRIC): S1000097A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F2F93C8E-1735-43B0-80EF-2C161E67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Ryan Alicia Ng  |  Physical Address: Block 4678, Unit #26-197, Bedok Crescent Road, Singapore 560123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767A717F-D006-4162-99C0-B6A597B3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1F3AAEA3-1BD8-4279-B77D-6E2C4F2A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6FC652D0-41DC-410B-877F-62DF659B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National Registration Identity Card (NRIC): S1000098Z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B728AC43-D427-4FAF-B892-46F1920D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 Xuan Hui Min Chong  |  Physical Address: Block 4715, Unit #27-198, Clementi Crescent Road, Singapore 569933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3032758D-E896-4B2F-9CA9-09621DAB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4E4FC4D6-AB90-4ACB-B330-ED336F28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84E17278-9BB3-43CF-B358-8878BA8D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National Registration Identity Card (NRIC): S1000099H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0BCA1B53-70E4-4473-8B4B-352AE613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Jian Wei Jia Hui Chua  |  Physical Address: Block 4752, Unit #28-199, Dover Crescent Road, Singapore 730101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DDB9E44F-070E-4C0E-8E67-485F2CF3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E66DFE8F-AF1F-4EB3-AC2E-66A9D60D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1545792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4E5A50FA-7E1C-4A6F-8A44-D4E52C39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5314E7EF-CE34-40F2-9CE8-BF5189B0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8A3C8BA1-F75C-4A48-8756-26959711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C8DACC45-AE3D-4864-9D9B-31C79C43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National Registration Identity Card (NRIC): S1000100E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668EBF9B-C5FE-4E6A-9157-0D09BD44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Hui Min Vanessa Seah  |  Physical Address: Block 4789, Unit #29-200, Fernvale Crescent Road, Singapore 768019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4FE00FEA-F8D8-4101-A6BA-AFDDB6A6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59758443-4E3E-4F58-AB5F-EED076E7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857F52E9-42C3-477D-B361-054947FB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National Registration Identity Card (NRIC): S1000101C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41EE400E-6037-4707-BA76-5AD4EFFD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Zhi Hao Alicia Teo  |  Physical Address: Block 4826, Unit #30-201, Harbour Crescent Road, Singapore 460209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44178115-7DE7-4999-A4E7-1FBFF5B4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BF9F9235-5047-4C8B-82CF-D4A3538F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D011D6A9-BD5C-4675-9564-B0A4BDBD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National Registration Identity Card (NRIC): S1000102A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D358CF4A-58EA-464B-9F30-94E863D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Lin Hui Min Tan  |  Physical Address: Block 4863, Unit #31-202, Jellicoe Crescent Road, Singapore 529510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130E255D-C1F0-41F0-9DF8-94D208A8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2830D9AB-6C42-4B12-BFA0-0C4B66A7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7E287337-994D-40AD-9343-A578A6BC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National Registration Identity Card (NRIC): S1000103Z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0F430AA0-37A6-4A1D-8428-7B9B2999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Kai Wen Jia Hui Low  |  Physical Address: Block 4900, Unit #32-203, Kallang Crescent Road, Singapore 238801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A48BD6CC-203D-433C-938C-62011A94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DC2B2A32-A435-4609-86CF-80AA5890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88BE98BE-D28C-46B0-9AFB-B3F6EADD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National Registration Identity Card (NRIC): S1000104H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4C076773-51B1-49D5-B1B0-5EF79FA4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Xin Yi Vanessa Ng  |  Physical Address: Block 4937, Unit #33-204, Marina Crescent Road, Singapore 640201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E2305BBC-590C-4080-82C9-50E010FD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0C770C24-35EA-465D-B3A1-25D45869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685732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99C99F8F-695A-4313-9990-D823CEB9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C1B8A5D7-91A0-41E7-B24C-463F1A93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FC60C2B9-FB83-466A-A883-137FE7A6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D8BC0161-17EB-4586-A639-9F3D96B0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National Registration Identity Card (NRIC): S1000105F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97729568-E5B5-49C4-85C5-72ECCF72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Jun Jie Alicia Chong  |  Physical Address: Block 4974, Unit #34-205, Orchard Crescent Road, Singapore 408600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177FE0CF-522D-416B-A47C-B8D3AC4D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1F3E489D-0E06-402F-AD9A-190C8222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51A7A950-1F6B-4EA3-B6CD-EA460761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National Registration Identity Card (NRIC): S1000106D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6A5671E0-8D63-408D-8C0C-58EA1DE0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Jia Hui Hui Min Chua  |  Physical Address: Block 5011, Unit #35-206, Pandan Crescent Road, Singapore 150083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48F7F49A-A4C6-4181-8741-A89EAEE7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1F5EE958-86C5-4968-89D4-A0CC4015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82406ED7-57E2-41CE-AB34-6E082F1F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National Registration Identity Card (NRIC): S1000107B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80EAFD34-3FB3-4AEC-8A35-38625BB2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Wei Ming Jia Hui Chew  |  Physical Address: Block 5048, Unit #36-207, Tampines Crescent Road, Singapore 119077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7C5CC81D-AA51-48F6-BFD0-E90656FF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CB1CCF15-B2B1-42B7-A411-F119AB64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B34A59F5-FC02-476E-8B3A-0BEDF83E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National Registration Identity Card (NRIC): S1000108J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01DE86A7-2EDA-48A9-971B-B1386279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Joanne Isaac Teo  |  Physical Address: Block 5085, Unit #37-208, Angsana Point Road, Singapore 018956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A7CB94E3-C359-4B52-A418-82AB17AC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F37581A9-37CE-4883-A0B0-825AFE84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FE3F5755-E7AC-4701-9E3A-D134DCF6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National Registration Identity Card (NRIC): S1000109I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45F4A2F9-4349-4453-87F5-2F96AACC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Bryan Marcus Tan  |  Physical Address: Block 5122, Unit #38-209, Bedok Point Road, Singapore 560123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954DF6A2-116A-4A02-BD65-0BA63852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AF531D5E-FC49-4CB4-ACDC-108A7011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6191255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78DF633D-1DA7-4A83-9D48-27BBE74F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ADA4E4F6-F212-4105-8C48-249552D3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5956EC6F-2340-49D6-954F-83660CFD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70131AD9-5EA6-4542-8A45-5995BB03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National Registration Identity Card (NRIC): S1000110B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DE836B00-9BED-4A12-80AB-B51C635A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Nicole Zhi Hao Low  |  Physical Address: Block 5159, Unit #39-210, Clementi Point Road, Singapore 569933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E7978CA4-2BE0-435D-AEC7-4AA4356F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D511EFED-3C4B-4D46-AFB1-4BE49301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44E379F1-71E9-4E21-AF96-55636985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National Registration Identity Card (NRIC): S1000111J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A2A4F2C9-85DA-49AB-AA52-39984989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Adrian Wei Ming Ong  |  Physical Address: Block 5196, Unit #40-211, Dover Point Road, Singapore 730101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27C527FF-E3FD-4DDA-AFA0-172E1B1B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C17C0021-7EB7-44B6-9C26-90B71502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6EF9B2EE-4955-43FD-920E-F69B489F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National Registration Identity Card (NRIC): S1000112I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C5527C21-E9E6-4E78-A831-F0BDE94B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Vanessa Isaac Chong  |  Physical Address: Block 5233, Unit #41-212, Fernvale Point Road, Singapore 768019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BAD8E14D-6A93-42F2-8F49-2845828E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DBD69B80-7186-45DD-99EC-F9CEC906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C2844D6B-581B-4D9B-9F2B-E6802E87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National Registration Identity Card (NRIC): S1000113G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A4FBF4E6-9CAE-4458-B493-82CFD3D7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Isaac Marcus Chua  |  Physical Address: Block 5270, Unit #42-213, Harbour Point Road, Singapore 460209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E4889C38-AB78-4955-90E1-6F3600B5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43DF3787-620B-408C-9A05-1A96C06B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C122DC06-86A3-42AE-920D-B5A24DED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National Registration Identity Card (NRIC): S1000114E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A7FC5DCA-ABE6-43E1-9BC4-63739780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Rachel Zhi Hao Chew  |  Physical Address: Block 5307, Unit #43-214, Jellicoe Point Road, Singapore 529510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95932BBA-973C-4836-873A-8B0633F3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51FEDBBE-F1A8-46EF-9B2B-FBF59402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6399729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33FCEB49-228B-4609-A867-F42C4AFE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B938FEB3-B2B3-476C-87C9-C82B8235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78DCB78F-E740-4B30-96D8-D12A0BE4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57AC1593-196F-4203-BD60-B2068CF6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National Registration Identity Card (NRIC): S1000115C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ACBAC342-2A24-4D0D-85C4-64094A6F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Wei Ming Ang  |  Physical Address: Block 5344, Unit #44-215, Kallang Point Road, Singapore 238801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FD5DC9DF-FDD7-4C71-A9CC-4C3BE37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C8EC4BE6-AEBA-4A37-ABD4-BBA36623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20BF7DA2-B816-4BB6-B2ED-51E5BD91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National Registration Identity Card (NRIC): S1000116A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79480B3E-FB1F-432D-BD69-D0277FDF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Felicia Isaac Tan  |  Physical Address: Block 5381, Unit #45-216, Marina Point Road, Singapore 640201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58A19D7A-D8C5-40DF-B7DF-84C0D9B2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7797A8A7-3484-4C62-818C-17E58003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A10050FC-CDC7-4B0A-8649-8C942102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National Registration Identity Card (NRIC): S1000117Z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ACE2A078-E9BA-449C-BFFA-55F9FAE6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Darren Marcus Low  |  Physical Address: Block 5418, Unit #46-217, Orchard Point Road, Singapore 408600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053237D8-E539-444E-BC28-685D8CC2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CF4027B7-C171-46A7-8324-3BEB50C5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5825F89D-0E1B-4C6C-8337-D654D4AB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National Registration Identity Card (NRIC): S1000118H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78E621AF-A5C8-4614-8A18-FEAEBE94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Alicia Zhi Hao Ong  |  Physical Address: Block 5455, Unit #47-218, Pandan Point Road, Singapore 150083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2F768B5C-6E07-4C07-A1E7-C05017BD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F525C091-A3FA-48D4-A26F-62BAD459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E728923D-EA8B-41A3-B1AD-44DEBB81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National Registration Identity Card (NRIC): S1000119F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FB72B89C-6DD9-4765-B1C4-898F7ECD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Marcus Wei Ming Yap  |  Physical Address: Block 5492, Unit #48-219, Tampines Point Road, Singapore 119077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B441306A-7418-45B0-84D6-5557E4CF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FFF0E91D-9243-45EE-A026-C36A0BB6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3386259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43A4DA3F-C70F-4F33-9E06-88BAD657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A468EF53-681D-4C43-807E-0E40D752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1C1EE980-95BF-4D85-8E3A-DA76A24C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3566A65A-6B58-4495-AD9C-65F5FFD5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National Registration Identity Card (NRIC): S1000120Z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D5EDB352-9C56-4E69-B9C5-9E17CA07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Cheryl Isaac Chua  |  Physical Address: Block 5529, Unit #49-220, Angsana Gardens Road, Singapore 018956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79D1BA7A-7C26-4729-802A-462A876E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FE7C8A1D-8659-419C-9274-AC9D714F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A5C50898-DCC4-40E3-AD95-478D550D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National Registration Identity Card (NRIC): S1000121H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7C015A9C-733D-4D3A-8EFF-E8EDD5D7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Ryan Marcus Chew  |  Physical Address: Block 5566, Unit #50-221, Bedok Gardens Road, Singapore 560123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F1DAC668-E0E1-4046-9FF3-4BBD63AD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E329F2CC-765C-4CFE-88F8-701D273C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11BF8B86-AA9E-4E48-9065-6C80C3BF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National Registration Identity Card (NRIC): S1000122F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7E73BFDB-CB40-47A6-AD67-2014F006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 Xuan Zhi Hao Ang  |  Physical Address: Block 5603, Unit #51-222, Clementi Gardens Road, Singapore 569933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4CE8E414-0F27-4251-AEA3-BB56A889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0930BA1E-2343-45F9-9AA6-3DF6490F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57E72993-EFAD-41BA-B688-2D3DC401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National Registration Identity Card (NRIC): S1000123D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D4F7DBD3-FE59-45E1-AE9A-DBDE9E45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Jian Wei Wei Ming Lim  |  Physical Address: Block 5640, Unit #52-223, Dover Gardens Road, Singapore 730101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DD050161-916F-431D-A0C7-00BE9923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BBB432F2-13B3-4547-87AB-393581CF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BFE334FB-8DFC-48A3-AE24-31576298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National Registration Identity Card (NRIC): S1000124B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93036B02-727A-44F4-8E0C-F6C6AA55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Hui Min Isaac Low  |  Physical Address: Block 5677, Unit #53-224, Fernvale Gardens Road, Singapore 768019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5A875040-349F-4C44-BB07-3AC92B38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6BA0D149-4C70-4C1E-B490-29644AB5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9566613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282B165C-1AF7-464C-AEB9-15D36077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FBB09E3E-3745-464E-A58F-BC477543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E41029FF-D469-476B-B00A-6D652577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88337336-5020-4FC7-A2C8-7302E150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National Registration Identity Card (NRIC): S1000125J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E1246237-373C-422B-87C9-685DBBBD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Zhi Hao Marcus Ong  |  Physical Address: Block 5714, Unit #54-225, Harbour Gardens Road, Singapore 460209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D6CDF051-3CF2-4BDF-8491-BB667B1C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C5B83F3B-0682-4C75-9956-C8ADD4C2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A1D5079C-15ED-498B-8B4B-014B84C1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National Registration Identity Card (NRIC): S1000126I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592BF6EB-B47B-44A8-82FA-C8727D09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Mei Lin Zhi Hao Yap  |  Physical Address: Block 5751, Unit #55-226, Jellicoe Gardens Road, Singapore 529510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02D2E0F2-A005-4B74-9B26-6DE183B1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3490B5B9-11A7-4FDE-AA06-B14D4CA5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8364E323-2DA4-40B1-A79A-52291865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National Registration Identity Card (NRIC): S1000127G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974CCD36-F3F9-4FED-8B93-679C4ED7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Kai Wen Wei Ming Chan  |  Physical Address: Block 5788, Unit #56-227, Kallang Gardens Road, Singapore 238801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655DC3E8-C604-431B-9AA4-792B9E3C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AE7D8A1D-1101-40C5-BE6A-3F19A06B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3ADA2C60-CE5F-4189-978A-991C451B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National Registration Identity Card (NRIC): S1000128E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6E0EFE49-DD29-45D5-9881-91C790DF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Xin Yi Isaac Chew  |  Physical Address: Block 5825, Unit #57-228, Marina Gardens Road, Singapore 640201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A03A431C-E162-4F4D-A419-56EDB9C9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480E5792-553A-495D-8B86-E8EF94AD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F6A1C161-6429-49BD-9A09-56EAA3CD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National Registration Identity Card (NRIC): S1000129C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6EAD18F4-2A06-4FA9-8575-7412562D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Jun Jie Marcus Ang  |  Physical Address: Block 5862, Unit #58-229, Orchard Gardens Road, Singapore 408600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3993F725-9A6E-4059-B277-4B668CD8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1BF75F5C-18D5-474B-A599-7F9555AF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676429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5B46E197-E6E3-42AD-B2AF-420FEE09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131962DE-E63D-4DDE-8F40-1397051E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32FB340E-4B15-4713-B81B-E512DC6C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02C4972C-9729-4087-9DE2-751B0D51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National Registration Identity Card (NRIC): S1000130G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7E0B7371-B32D-458B-A614-30F548E2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Jia Hui Zhi Hao Lim  |  Physical Address: Block 5899, Unit #59-230, Pandan Gardens Road, Singapore 150083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D23028A3-25B2-479C-AA59-79CAD96B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AF721110-BC28-4B76-89A3-4D851932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DBC9CCCD-BE39-4DA1-86CB-DF289DB6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National Registration Identity Card (NRIC): S1000131E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F1618C55-B14C-49F3-B2CE-BF97F56C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Wei Ming Hui Min Toh  |  Physical Address: Block 5936, Unit #60-231, Tampines Gardens Road, Singapore 119077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C5D3C004-C324-48BD-957D-9A56CE22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116FE230-68FF-425E-BAAD-FD3A8AE8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BC5D8D23-DDED-44E9-92E0-ADA8D7B5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National Registration Identity Card (NRIC): S1000132C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AA8EB714-57BF-484B-9668-B6D0961B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Joanne Rachel Ong  |  Physical Address: Block 5973, Unit #61-232, Angsana Vale Road, Singapore 018956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60D65F76-40DA-49BE-B83F-407BEBD0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8635BEFE-F9BB-438D-A148-3166283C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5F209055-1614-44F3-BCB7-D712D9E7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National Registration Identity Card (NRIC): S1000133A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AC79F72D-C035-46E2-BF61-A81937DC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Bryan Cheryl Yap  |  Physical Address: Block 6010, Unit #62-233, Bedok Vale Road, Singapore 560123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28F8B919-CDC9-441F-8B58-C6EA8CD3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224327D2-C65C-4A0B-84D8-E2FBBEC5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7C883217-D3DF-4B8A-A686-986F5C39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National Registration Identity Card (NRIC): S1000134Z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F01C5DA5-72C8-4D7E-8353-DA04B7FE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Nicole Mei Lin Chan  |  Physical Address: Block 6047, Unit #63-234, Clementi Vale Road, Singapore 569933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8777D26D-6BAB-4F54-8997-566A32F8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46A5562E-537E-42B2-A3A5-47325377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090961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C3AD6468-CFE1-421E-9CC0-A6B1F39A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A0991AF6-2ED8-49C8-BFEE-5BA18520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4D08C7AB-9A8F-4D28-98DF-F9891586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C0E46936-E35A-4AD4-A53C-DB6436F3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National Registration Identity Card (NRIC): S1000135H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156EDF18-41DC-4BB7-BE1E-9E5E77B9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Adrian Joanne Chew  |  Physical Address: Block 6084, Unit #64-235, Dover Vale Road, Singapore 730101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3174F57E-E20D-4BD4-8C65-9A3EF03A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9BFAFDF2-F68A-44C3-B6AA-2626043E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01950FCC-C341-45C1-9844-D4D8264E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National Registration Identity Card (NRIC): S1000136F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649B6C0A-1137-49B3-8536-E254F3C5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Vanessa Rachel Ang  |  Physical Address: Block 6121, Unit #65-236, Fernvale Vale Road, Singapore 768019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3A8F628F-D6AF-4D95-9843-90D8CCC6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B2EAD851-B344-44B9-9C7A-46B94527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122BB4CC-BAE7-4517-B36D-A2EC5FE0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National Registration Identity Card (NRIC): S1000137D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F604D2B7-4B23-447E-A2AA-63EAA22C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Isaac Cheryl Lim  |  Physical Address: Block 6158, Unit #66-237, Harbour Vale Road, Singapore 460209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E600A504-A3CA-41C3-B5AB-AC84A141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97933945-6F7B-4AE1-B964-4D0BF7DB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F970FFED-EE27-4415-925A-371EC0C3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National Registration Identity Card (NRIC): S1000138B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65AF0AAB-06DA-4C7C-968A-30363EBD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Rachel Mei Lin Toh  |  Physical Address: Block 6195, Unit #67-238, Jellicoe Vale Road, Singapore 529510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C5967B00-B1B7-43CD-9156-CEA4C5EF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11359441-6271-4047-B589-8119BAAD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FE4B1B69-CF92-4A5C-B28F-658953D7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National Registration Identity Card (NRIC): S1000139J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01E20016-1FFE-4E71-ADC3-CBA7F51D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Joanne Ong  |  Physical Address: Block 6232, Unit #68-239, Kallang Vale Road, Singapore 238801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635B4C07-8FB8-42AC-8471-4AA59E1A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AFF29FC8-EDD2-4D0D-8479-FCBEFBF1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771796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51EECA4A-A54C-4BBA-B4ED-A97B2118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668145CC-937A-4515-B28A-1DF19C20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D151C99C-585C-46CF-85A9-3DAF7FD1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AADD1637-B75D-40F9-A5CD-D3CD0458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National Registration Identity Card (NRIC): S1000140D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1B0E50A4-F767-45B4-BFCD-FBE4C5B2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Felicia Rachel Yap  |  Physical Address: Block 6269, Unit #69-240, Marina Vale Road, Singapore 640201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72C0EF92-5D5E-487A-9740-61CC1C9C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83691165-FB07-4E38-9D08-2D449E7C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47F4CF37-F965-42F5-9C95-8849EBA3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National Registration Identity Card (NRIC): S1000141B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922FFD8A-92B2-477A-A948-22DD2C1D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Darren Cheryl Chan  |  Physical Address: Block 6306, Unit #70-241, Orchard Vale Road, Singapore 408600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1589A901-3210-4249-89AC-AEB188AA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85E05FA0-3856-447E-952C-021C5885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EA8DB0CE-65B4-44A0-9F41-0EA90732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National Registration Identity Card (NRIC): S1000142J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A932EDEE-9444-41DE-9DF7-9535B698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Alicia Mei Lin Foo  |  Physical Address: Block 6343, Unit #71-242, Pandan Vale Road, Singapore 150083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EB81EBB4-3577-48E1-8916-679498FD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A58E70F0-20BF-4F45-81E8-41BB7807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1212216F-6757-4637-B95A-CBD5C362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National Registration Identity Card (NRIC): S1000143I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DD5644BE-C4EB-45AB-B434-D81E9B70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Marcus Joanne Ang  |  Physical Address: Block 6380, Unit #72-243, Tampines Vale Road, Singapore 119077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81C68CB8-E798-44D8-95CE-0B887EFB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955089CF-6512-4E31-BDD9-128833DB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F7E9A046-203A-403B-85CD-1639FA0B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National Registration Identity Card (NRIC): S1000144G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04A9BFA7-7DFD-45A1-B612-E0663753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Cheryl Rachel Lim  |  Physical Address: Block 6417, Unit #01-244, Angsana Heights Avenue, Singapore 018956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025962A7-BE96-4423-989B-5DFEF1DD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50FC956C-527C-4570-AF21-E3CC5EB7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727535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F492DE42-57AF-4E5A-ABBE-147F0742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Singapore National ID Numbers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41028CE5-6B9B-4B11-BB20-F80019E8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4FA6B33A-B318-4186-83BA-39EE5C54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01681146-E7BD-4262-B378-EC2C9551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National Registration Identity Card (NRIC): S1000145E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98CAD963-91D5-4742-BEB2-E33E8E9F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Ryan Cheryl Toh  |  Physical Address: Block 6454, Unit #02-245, Bedok Heights Avenue, Singapore 560123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43D29CAB-D128-410E-9AB1-E55BB9D2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DC4BA5B4-81F3-4A15-86E5-520F5CB6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A1D07295-1468-436A-9A32-2530A81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National Registration Identity Card (NRIC): S1000146C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AFCEE212-A5D7-49CC-BD8F-2EF95F9D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 Xuan Mei Lin Wong  |  Physical Address: Block 6491, Unit #03-246, Clementi Heights Avenue, Singapore 569933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7B0B36B5-9A99-4777-A522-645DF55C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525FEB3E-69F0-4990-B645-321D1369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907F03B5-2C27-4352-B3B5-E91A3075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National Registration Identity Card (NRIC): S1000147A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84546050-862E-4193-ADBC-A43B671B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Jian Wei Joanne Yap  |  Physical Address: Block 6528, Unit #04-247, Dover Heights Avenue, Singapore 730101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20C5D24A-7A83-4987-8F73-88796C0F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21BFD221-7195-4EB0-802C-771EF4DA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B39E66DB-BC78-4ADD-B926-683E98D3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National Registration Identity Card (NRIC): S1000148Z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196D1EC2-3D64-4793-B355-2500199A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Hui Min Rachel Chan  |  Physical Address: Block 6565, Unit #05-248, Fernvale Heights Avenue, Singapore 768019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050794C7-2C04-4E0A-81E3-F05040F9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D11B79CB-24A9-409C-9C63-17B00D77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16B07C8C-F031-47B6-ABDC-74278039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National Registration Identity Card (NRIC): S1000149H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E97284E6-9D4F-4974-9E4E-5C378FC0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Zhi Hao Cheryl Foo  |  Physical Address: Block 6602, Unit #06-249, Harbour Heights Avenue, Singapore 460209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AFCC6883-0AE0-424A-B4FD-82FA2230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Singapore national registration identity card; NRIC; identity number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229E937A-B639-4C8A-ABCC-E405C649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Singapore national registration identity card (NRIC)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80779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2026-07-31T08:56:56.2100000Z</dcterms:created>
  <dcterms:modified xsi:type="dcterms:W3CDTF">2026-07-31T08:56:56.2100000Z</dcterms:modified>
</coreProperties>
</file>
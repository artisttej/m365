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79dc354b7b4e43" /><Relationship Type="http://schemas.openxmlformats.org/officeDocument/2006/relationships/extended-properties" Target="/docProps/app.xml" Id="Rd42d888774b345a6" /><Relationship Type="http://schemas.openxmlformats.org/officeDocument/2006/relationships/officeDocument" Target="/ppt/presentation.xml" Id="R38ac33f6a41044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e1bcdaaa545bc"/>
  </p:sldMasterIdLst>
  <p:notesMasterIdLst>
    <p:notesMasterId xmlns:r="http://schemas.openxmlformats.org/officeDocument/2006/relationships" r:id="R664fa37d7fc84bda"/>
  </p:notesMasterIdLst>
  <p:sldIdLst>
    <p:sldId xmlns:r="http://schemas.openxmlformats.org/officeDocument/2006/relationships" id="256" r:id="R7f5d7901348e4a09"/>
    <p:sldId xmlns:r="http://schemas.openxmlformats.org/officeDocument/2006/relationships" id="257" r:id="Rd6f7757caec54d76"/>
    <p:sldId xmlns:r="http://schemas.openxmlformats.org/officeDocument/2006/relationships" id="258" r:id="Rf1c59f5d22f245f8"/>
    <p:sldId xmlns:r="http://schemas.openxmlformats.org/officeDocument/2006/relationships" id="259" r:id="Rf2905600f102456e"/>
    <p:sldId xmlns:r="http://schemas.openxmlformats.org/officeDocument/2006/relationships" id="260" r:id="R64e3d6a018a2492d"/>
    <p:sldId xmlns:r="http://schemas.openxmlformats.org/officeDocument/2006/relationships" id="261" r:id="R39a2b267b0494da0"/>
    <p:sldId xmlns:r="http://schemas.openxmlformats.org/officeDocument/2006/relationships" id="262" r:id="Rf3c6a2e8a5314570"/>
    <p:sldId xmlns:r="http://schemas.openxmlformats.org/officeDocument/2006/relationships" id="263" r:id="R20e6052fe4bd49d6"/>
    <p:sldId xmlns:r="http://schemas.openxmlformats.org/officeDocument/2006/relationships" id="264" r:id="R711b2f5d6969439d"/>
    <p:sldId xmlns:r="http://schemas.openxmlformats.org/officeDocument/2006/relationships" id="265" r:id="R95ee1b0c55c64c86"/>
    <p:sldId xmlns:r="http://schemas.openxmlformats.org/officeDocument/2006/relationships" id="266" r:id="Rec13dfd08da04696"/>
    <p:sldId xmlns:r="http://schemas.openxmlformats.org/officeDocument/2006/relationships" id="267" r:id="R693b99d34e94409c"/>
    <p:sldId xmlns:r="http://schemas.openxmlformats.org/officeDocument/2006/relationships" id="268" r:id="R24d88604469f4309"/>
    <p:sldId xmlns:r="http://schemas.openxmlformats.org/officeDocument/2006/relationships" id="269" r:id="Rc3962ac6ea67479c"/>
    <p:sldId xmlns:r="http://schemas.openxmlformats.org/officeDocument/2006/relationships" id="270" r:id="Rd07cfbf41d1e446b"/>
    <p:sldId xmlns:r="http://schemas.openxmlformats.org/officeDocument/2006/relationships" id="271" r:id="R7faee50e52ef4523"/>
    <p:sldId xmlns:r="http://schemas.openxmlformats.org/officeDocument/2006/relationships" id="272" r:id="Rd59d95114adf4fe4"/>
    <p:sldId xmlns:r="http://schemas.openxmlformats.org/officeDocument/2006/relationships" id="273" r:id="R22dfee218f8a428f"/>
    <p:sldId xmlns:r="http://schemas.openxmlformats.org/officeDocument/2006/relationships" id="274" r:id="R3bf975b259774224"/>
    <p:sldId xmlns:r="http://schemas.openxmlformats.org/officeDocument/2006/relationships" id="275" r:id="R7adc90a986c446de"/>
    <p:sldId xmlns:r="http://schemas.openxmlformats.org/officeDocument/2006/relationships" id="276" r:id="Re61ef8f568d04fae"/>
    <p:sldId xmlns:r="http://schemas.openxmlformats.org/officeDocument/2006/relationships" id="277" r:id="R8926a25064f04cd4"/>
    <p:sldId xmlns:r="http://schemas.openxmlformats.org/officeDocument/2006/relationships" id="278" r:id="R20495840888e4ca1"/>
    <p:sldId xmlns:r="http://schemas.openxmlformats.org/officeDocument/2006/relationships" id="279" r:id="Rdbf0c4d8a0894ec8"/>
    <p:sldId xmlns:r="http://schemas.openxmlformats.org/officeDocument/2006/relationships" id="280" r:id="Ra6e16b1bb93c44d6"/>
    <p:sldId xmlns:r="http://schemas.openxmlformats.org/officeDocument/2006/relationships" id="281" r:id="R24700aaae19a461c"/>
    <p:sldId xmlns:r="http://schemas.openxmlformats.org/officeDocument/2006/relationships" id="282" r:id="R3c411c0d8b674641"/>
    <p:sldId xmlns:r="http://schemas.openxmlformats.org/officeDocument/2006/relationships" id="283" r:id="R1029fe30d72c4411"/>
    <p:sldId xmlns:r="http://schemas.openxmlformats.org/officeDocument/2006/relationships" id="284" r:id="R97ec6014c4574980"/>
    <p:sldId xmlns:r="http://schemas.openxmlformats.org/officeDocument/2006/relationships" id="285" r:id="R4abcc21b9c0046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0251164b16407c" /><Relationship Type="http://schemas.openxmlformats.org/officeDocument/2006/relationships/slideMaster" Target="/ppt/slideMasters/slideMaster1.xml" Id="R200e1bcdaaa545bc" /><Relationship Type="http://schemas.openxmlformats.org/officeDocument/2006/relationships/notesMaster" Target="/ppt/notesMasters/notesMaster1.xml" Id="R664fa37d7fc84bda" /><Relationship Type="http://schemas.openxmlformats.org/officeDocument/2006/relationships/presProps" Target="/ppt/presProps.xml" Id="Rb965a174286e4d2b" /><Relationship Type="http://schemas.openxmlformats.org/officeDocument/2006/relationships/tableStyles" Target="/ppt/tableStyles.xml" Id="R204a15d055d64411" /><Relationship Type="http://schemas.openxmlformats.org/officeDocument/2006/relationships/slide" Target="/ppt/slides/slide1.xml" Id="R7f5d7901348e4a09" /><Relationship Type="http://schemas.openxmlformats.org/officeDocument/2006/relationships/slide" Target="/ppt/slides/slide2.xml" Id="Rd6f7757caec54d76" /><Relationship Type="http://schemas.openxmlformats.org/officeDocument/2006/relationships/slide" Target="/ppt/slides/slide3.xml" Id="Rf1c59f5d22f245f8" /><Relationship Type="http://schemas.openxmlformats.org/officeDocument/2006/relationships/slide" Target="/ppt/slides/slide4.xml" Id="Rf2905600f102456e" /><Relationship Type="http://schemas.openxmlformats.org/officeDocument/2006/relationships/slide" Target="/ppt/slides/slide5.xml" Id="R64e3d6a018a2492d" /><Relationship Type="http://schemas.openxmlformats.org/officeDocument/2006/relationships/slide" Target="/ppt/slides/slide6.xml" Id="R39a2b267b0494da0" /><Relationship Type="http://schemas.openxmlformats.org/officeDocument/2006/relationships/slide" Target="/ppt/slides/slide7.xml" Id="Rf3c6a2e8a5314570" /><Relationship Type="http://schemas.openxmlformats.org/officeDocument/2006/relationships/slide" Target="/ppt/slides/slide8.xml" Id="R20e6052fe4bd49d6" /><Relationship Type="http://schemas.openxmlformats.org/officeDocument/2006/relationships/slide" Target="/ppt/slides/slide9.xml" Id="R711b2f5d6969439d" /><Relationship Type="http://schemas.openxmlformats.org/officeDocument/2006/relationships/slide" Target="/ppt/slides/slide10.xml" Id="R95ee1b0c55c64c86" /><Relationship Type="http://schemas.openxmlformats.org/officeDocument/2006/relationships/slide" Target="/ppt/slides/slide11.xml" Id="Rec13dfd08da04696" /><Relationship Type="http://schemas.openxmlformats.org/officeDocument/2006/relationships/slide" Target="/ppt/slides/slide12.xml" Id="R693b99d34e94409c" /><Relationship Type="http://schemas.openxmlformats.org/officeDocument/2006/relationships/slide" Target="/ppt/slides/slide13.xml" Id="R24d88604469f4309" /><Relationship Type="http://schemas.openxmlformats.org/officeDocument/2006/relationships/slide" Target="/ppt/slides/slide14.xml" Id="Rc3962ac6ea67479c" /><Relationship Type="http://schemas.openxmlformats.org/officeDocument/2006/relationships/slide" Target="/ppt/slides/slide15.xml" Id="Rd07cfbf41d1e446b" /><Relationship Type="http://schemas.openxmlformats.org/officeDocument/2006/relationships/slide" Target="/ppt/slides/slide16.xml" Id="R7faee50e52ef4523" /><Relationship Type="http://schemas.openxmlformats.org/officeDocument/2006/relationships/slide" Target="/ppt/slides/slide17.xml" Id="Rd59d95114adf4fe4" /><Relationship Type="http://schemas.openxmlformats.org/officeDocument/2006/relationships/slide" Target="/ppt/slides/slide18.xml" Id="R22dfee218f8a428f" /><Relationship Type="http://schemas.openxmlformats.org/officeDocument/2006/relationships/slide" Target="/ppt/slides/slide19.xml" Id="R3bf975b259774224" /><Relationship Type="http://schemas.openxmlformats.org/officeDocument/2006/relationships/slide" Target="/ppt/slides/slide20.xml" Id="R7adc90a986c446de" /><Relationship Type="http://schemas.openxmlformats.org/officeDocument/2006/relationships/slide" Target="/ppt/slides/slide21.xml" Id="Re61ef8f568d04fae" /><Relationship Type="http://schemas.openxmlformats.org/officeDocument/2006/relationships/slide" Target="/ppt/slides/slide22.xml" Id="R8926a25064f04cd4" /><Relationship Type="http://schemas.openxmlformats.org/officeDocument/2006/relationships/slide" Target="/ppt/slides/slide23.xml" Id="R20495840888e4ca1" /><Relationship Type="http://schemas.openxmlformats.org/officeDocument/2006/relationships/slide" Target="/ppt/slides/slide24.xml" Id="Rdbf0c4d8a0894ec8" /><Relationship Type="http://schemas.openxmlformats.org/officeDocument/2006/relationships/slide" Target="/ppt/slides/slide25.xml" Id="Ra6e16b1bb93c44d6" /><Relationship Type="http://schemas.openxmlformats.org/officeDocument/2006/relationships/slide" Target="/ppt/slides/slide26.xml" Id="R24700aaae19a461c" /><Relationship Type="http://schemas.openxmlformats.org/officeDocument/2006/relationships/slide" Target="/ppt/slides/slide27.xml" Id="R3c411c0d8b674641" /><Relationship Type="http://schemas.openxmlformats.org/officeDocument/2006/relationships/slide" Target="/ppt/slides/slide28.xml" Id="R1029fe30d72c4411" /><Relationship Type="http://schemas.openxmlformats.org/officeDocument/2006/relationships/slide" Target="/ppt/slides/slide29.xml" Id="R97ec6014c4574980" /><Relationship Type="http://schemas.openxmlformats.org/officeDocument/2006/relationships/slide" Target="/ppt/slides/slide30.xml" Id="R4abcc21b9c0046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6190f78bc64c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1871831fc04ae1" /><Relationship Type="http://schemas.openxmlformats.org/officeDocument/2006/relationships/notesMaster" Target="/ppt/notesMasters/notesMaster1.xml" Id="R32c772cc351345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b0f3d9fb2f42e2" /><Relationship Type="http://schemas.openxmlformats.org/officeDocument/2006/relationships/notesMaster" Target="/ppt/notesMasters/notesMaster1.xml" Id="Rca79a5a51349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25292b42c84fab" /><Relationship Type="http://schemas.openxmlformats.org/officeDocument/2006/relationships/notesMaster" Target="/ppt/notesMasters/notesMaster1.xml" Id="R7e05cc910f37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edbde504e44be0" /><Relationship Type="http://schemas.openxmlformats.org/officeDocument/2006/relationships/notesMaster" Target="/ppt/notesMasters/notesMaster1.xml" Id="R76b618a902524c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f843fe2bad43bc" /><Relationship Type="http://schemas.openxmlformats.org/officeDocument/2006/relationships/notesMaster" Target="/ppt/notesMasters/notesMaster1.xml" Id="Rcb58281737014a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27165dfff84317" /><Relationship Type="http://schemas.openxmlformats.org/officeDocument/2006/relationships/notesMaster" Target="/ppt/notesMasters/notesMaster1.xml" Id="R0142fa49ce2943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57c643bac4719" /><Relationship Type="http://schemas.openxmlformats.org/officeDocument/2006/relationships/notesMaster" Target="/ppt/notesMasters/notesMaster1.xml" Id="R82a56d609bf14c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cfc0eaac6c42b6" /><Relationship Type="http://schemas.openxmlformats.org/officeDocument/2006/relationships/notesMaster" Target="/ppt/notesMasters/notesMaster1.xml" Id="Rcd555d5e4a974a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71064bb9014e71" /><Relationship Type="http://schemas.openxmlformats.org/officeDocument/2006/relationships/notesMaster" Target="/ppt/notesMasters/notesMaster1.xml" Id="R11d4932101b947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13465d7c1e469a" /><Relationship Type="http://schemas.openxmlformats.org/officeDocument/2006/relationships/notesMaster" Target="/ppt/notesMasters/notesMaster1.xml" Id="R33aa4db9b6d441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659f50e46047a0" /><Relationship Type="http://schemas.openxmlformats.org/officeDocument/2006/relationships/notesMaster" Target="/ppt/notesMasters/notesMaster1.xml" Id="R04abab772bce4d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a15ff2250245fb" /><Relationship Type="http://schemas.openxmlformats.org/officeDocument/2006/relationships/notesMaster" Target="/ppt/notesMasters/notesMaster1.xml" Id="R3ad3b945243442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6c19ba9c984691" /><Relationship Type="http://schemas.openxmlformats.org/officeDocument/2006/relationships/notesMaster" Target="/ppt/notesMasters/notesMaster1.xml" Id="Rda1e3ae5fd544c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94993de6744d4f" /><Relationship Type="http://schemas.openxmlformats.org/officeDocument/2006/relationships/notesMaster" Target="/ppt/notesMasters/notesMaster1.xml" Id="R874deb04a5a944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54257cb1644a18" /><Relationship Type="http://schemas.openxmlformats.org/officeDocument/2006/relationships/notesMaster" Target="/ppt/notesMasters/notesMaster1.xml" Id="R90136acb5b3c48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8ddfccb6dd4d34" /><Relationship Type="http://schemas.openxmlformats.org/officeDocument/2006/relationships/notesMaster" Target="/ppt/notesMasters/notesMaster1.xml" Id="R8c85311c4d3d40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e48bdada104748" /><Relationship Type="http://schemas.openxmlformats.org/officeDocument/2006/relationships/notesMaster" Target="/ppt/notesMasters/notesMaster1.xml" Id="Rca114911d7e64a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19866293824a73" /><Relationship Type="http://schemas.openxmlformats.org/officeDocument/2006/relationships/notesMaster" Target="/ppt/notesMasters/notesMaster1.xml" Id="R91441378652648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81e5b9d4ec4606" /><Relationship Type="http://schemas.openxmlformats.org/officeDocument/2006/relationships/notesMaster" Target="/ppt/notesMasters/notesMaster1.xml" Id="R1ab0527a0d2e46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9f44de0c194a4e" /><Relationship Type="http://schemas.openxmlformats.org/officeDocument/2006/relationships/notesMaster" Target="/ppt/notesMasters/notesMaster1.xml" Id="R0507d7a95d4848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51edcf88c945a5" /><Relationship Type="http://schemas.openxmlformats.org/officeDocument/2006/relationships/notesMaster" Target="/ppt/notesMasters/notesMaster1.xml" Id="R7a2a9d30318547e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a609772a5f44c32" /><Relationship Type="http://schemas.openxmlformats.org/officeDocument/2006/relationships/notesMaster" Target="/ppt/notesMasters/notesMaster1.xml" Id="R748f52ef22d7458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ac3efdcb6b4948" /><Relationship Type="http://schemas.openxmlformats.org/officeDocument/2006/relationships/notesMaster" Target="/ppt/notesMasters/notesMaster1.xml" Id="R9eaf96b31ed64fc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51658e3c72e42af" /><Relationship Type="http://schemas.openxmlformats.org/officeDocument/2006/relationships/notesMaster" Target="/ppt/notesMasters/notesMaster1.xml" Id="R393e7d0e8544405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1b2b7b863b0477c" /><Relationship Type="http://schemas.openxmlformats.org/officeDocument/2006/relationships/notesMaster" Target="/ppt/notesMasters/notesMaster1.xml" Id="R518f7bc8ef7347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e4ba8acf726455f" /><Relationship Type="http://schemas.openxmlformats.org/officeDocument/2006/relationships/notesMaster" Target="/ppt/notesMasters/notesMaster1.xml" Id="Rdbbdd5b873a14d6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b45a8a56cda4ebe" /><Relationship Type="http://schemas.openxmlformats.org/officeDocument/2006/relationships/notesMaster" Target="/ppt/notesMasters/notesMaster1.xml" Id="R61fa624cdb8f4f2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352bbd4335c4292" /><Relationship Type="http://schemas.openxmlformats.org/officeDocument/2006/relationships/notesMaster" Target="/ppt/notesMasters/notesMaster1.xml" Id="R5a2b0484a72043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4bf68fbbd674d0a" /><Relationship Type="http://schemas.openxmlformats.org/officeDocument/2006/relationships/notesMaster" Target="/ppt/notesMasters/notesMaster1.xml" Id="R7689a4c1b22f4af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6e5e1cfaf994575" /><Relationship Type="http://schemas.openxmlformats.org/officeDocument/2006/relationships/notesMaster" Target="/ppt/notesMasters/notesMaster1.xml" Id="Rad444ec1c0eb47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e58a93c1441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95c6e9412346de" /><Relationship Type="http://schemas.openxmlformats.org/officeDocument/2006/relationships/slideLayout" Target="/ppt/slideLayouts/slideLayout1.xml" Id="R30a5ccece4c946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5ccece4c946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e1d8797945ca" /><Relationship Type="http://schemas.openxmlformats.org/officeDocument/2006/relationships/notesSlide" Target="/ppt/notesSlides/notesSlide1.xml" Id="Rec36cdb163e945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eee3a3c0c4a34" /><Relationship Type="http://schemas.openxmlformats.org/officeDocument/2006/relationships/notesSlide" Target="/ppt/notesSlides/notesSlide2.xml" Id="R0c595bea77be4f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8f5d2b618469d" /><Relationship Type="http://schemas.openxmlformats.org/officeDocument/2006/relationships/notesSlide" Target="/ppt/notesSlides/notesSlide3.xml" Id="Rd85ae1796dbd47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4088dc47544ee" /><Relationship Type="http://schemas.openxmlformats.org/officeDocument/2006/relationships/notesSlide" Target="/ppt/notesSlides/notesSlide4.xml" Id="R13e5e00ff57742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30881fc294b25" /><Relationship Type="http://schemas.openxmlformats.org/officeDocument/2006/relationships/notesSlide" Target="/ppt/notesSlides/notesSlide5.xml" Id="R836bcef5479d45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8b227b2c6470d" /><Relationship Type="http://schemas.openxmlformats.org/officeDocument/2006/relationships/notesSlide" Target="/ppt/notesSlides/notesSlide6.xml" Id="R3233ac87e5d749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e0bfcb24c4cd3" /><Relationship Type="http://schemas.openxmlformats.org/officeDocument/2006/relationships/notesSlide" Target="/ppt/notesSlides/notesSlide7.xml" Id="R66d4bf1db93c41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8d6c6e85e4a59" /><Relationship Type="http://schemas.openxmlformats.org/officeDocument/2006/relationships/notesSlide" Target="/ppt/notesSlides/notesSlide8.xml" Id="Rfbeb6041eeae41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f8265775a4b7d" /><Relationship Type="http://schemas.openxmlformats.org/officeDocument/2006/relationships/notesSlide" Target="/ppt/notesSlides/notesSlide9.xml" Id="Rdb29a04c96fc4f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bc2ab006040ff" /><Relationship Type="http://schemas.openxmlformats.org/officeDocument/2006/relationships/notesSlide" Target="/ppt/notesSlides/notesSlide10.xml" Id="Ra777eecf6cb549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e8a40c6944ec8" /><Relationship Type="http://schemas.openxmlformats.org/officeDocument/2006/relationships/notesSlide" Target="/ppt/notesSlides/notesSlide11.xml" Id="R324ba148301041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78cc23834467d" /><Relationship Type="http://schemas.openxmlformats.org/officeDocument/2006/relationships/notesSlide" Target="/ppt/notesSlides/notesSlide12.xml" Id="R0375bbe2aa2a40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1c003390843fc" /><Relationship Type="http://schemas.openxmlformats.org/officeDocument/2006/relationships/notesSlide" Target="/ppt/notesSlides/notesSlide13.xml" Id="R59c620fb433447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4e40d85f44ec9" /><Relationship Type="http://schemas.openxmlformats.org/officeDocument/2006/relationships/notesSlide" Target="/ppt/notesSlides/notesSlide14.xml" Id="Rca551ff44c5549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ec0e686ee4ab6" /><Relationship Type="http://schemas.openxmlformats.org/officeDocument/2006/relationships/notesSlide" Target="/ppt/notesSlides/notesSlide15.xml" Id="Rc2714ff077db4b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756b65e9b4468" /><Relationship Type="http://schemas.openxmlformats.org/officeDocument/2006/relationships/notesSlide" Target="/ppt/notesSlides/notesSlide16.xml" Id="Re443a9b0dbf344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c85f9c0554df3" /><Relationship Type="http://schemas.openxmlformats.org/officeDocument/2006/relationships/notesSlide" Target="/ppt/notesSlides/notesSlide17.xml" Id="R7457114c9fc64c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ff2531a454d92" /><Relationship Type="http://schemas.openxmlformats.org/officeDocument/2006/relationships/notesSlide" Target="/ppt/notesSlides/notesSlide18.xml" Id="R33471f2ecb344b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4bac597324aaa" /><Relationship Type="http://schemas.openxmlformats.org/officeDocument/2006/relationships/notesSlide" Target="/ppt/notesSlides/notesSlide19.xml" Id="R0261cfc7b6a64e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b762c5498403b" /><Relationship Type="http://schemas.openxmlformats.org/officeDocument/2006/relationships/notesSlide" Target="/ppt/notesSlides/notesSlide20.xml" Id="Ra5fbe0c464bc4d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1105b4a2b45ae" /><Relationship Type="http://schemas.openxmlformats.org/officeDocument/2006/relationships/notesSlide" Target="/ppt/notesSlides/notesSlide21.xml" Id="Re142a38e5c474c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6f5a589584a76" /><Relationship Type="http://schemas.openxmlformats.org/officeDocument/2006/relationships/notesSlide" Target="/ppt/notesSlides/notesSlide22.xml" Id="R271e5ed808064d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a0d340a404e21" /><Relationship Type="http://schemas.openxmlformats.org/officeDocument/2006/relationships/notesSlide" Target="/ppt/notesSlides/notesSlide23.xml" Id="R0642bee1b0a642e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0df9968b74954" /><Relationship Type="http://schemas.openxmlformats.org/officeDocument/2006/relationships/notesSlide" Target="/ppt/notesSlides/notesSlide24.xml" Id="Rd4333184393b43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b410e958547a3" /><Relationship Type="http://schemas.openxmlformats.org/officeDocument/2006/relationships/notesSlide" Target="/ppt/notesSlides/notesSlide25.xml" Id="Rf96df2836d0e455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870352a34f5a" /><Relationship Type="http://schemas.openxmlformats.org/officeDocument/2006/relationships/notesSlide" Target="/ppt/notesSlides/notesSlide26.xml" Id="Re9f7703109d14d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c0202b74e45ac" /><Relationship Type="http://schemas.openxmlformats.org/officeDocument/2006/relationships/notesSlide" Target="/ppt/notesSlides/notesSlide27.xml" Id="Re0a569e3b80c447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9823ec9544f97" /><Relationship Type="http://schemas.openxmlformats.org/officeDocument/2006/relationships/notesSlide" Target="/ppt/notesSlides/notesSlide28.xml" Id="Rf517bcb172f641d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3790cfc234299" /><Relationship Type="http://schemas.openxmlformats.org/officeDocument/2006/relationships/notesSlide" Target="/ppt/notesSlides/notesSlide29.xml" Id="R180434eb5af749f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15ad810ec4323" /><Relationship Type="http://schemas.openxmlformats.org/officeDocument/2006/relationships/notesSlide" Target="/ppt/notesSlides/notesSlide30.xml" Id="R6beef41aa30540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7C0B69E7-36FC-48F5-BFD9-B99446CC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464B76DC-6FD7-4627-B760-8293ABFA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252ECFB9-D0D1-496C-9DFD-A52174BE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AB7F73ED-3603-46FC-B873-2C8470B9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UK Driving Licence Number: SMITH701010A910000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C7BF4C35-0BBF-45E6-BA42-561AC54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Thomas Evans  |  Physical Address: Flat 7, 6665 Hawthorn Close Street, Leicester, LE1 5YP, United Kingdom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A4EBC9DC-7668-4F04-80F8-FE4EBB49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F14DB4E7-E208-4D0B-B7E2-F0FD8456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475D520B-CDCC-456F-A682-0401C527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UK Driving Licence Number: DAVIE753010O910001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4185A407-010E-4192-A728-01436459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Jack Taylor  |  Physical Address: Flat 8, 6702 Kingfisher Close Street, Birmingham, B1 1BB, United Kingdom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82BA8CA6-7B93-4895-8FC6-ADEBCE90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FE4B6114-32D8-4464-978B-F86E9D4F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1B609056-7384-4342-9F37-BFE071F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UK Driving Licence Number: WHITE704290I910002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64DA4B21-E7C1-4A4E-A668-9F0A74AA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Oliver Green  |  Physical Address: Flat 9, 6739 Mill Close Street, Liverpool, L1 8JQ, United Kingdom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4CBAE62F-9775-4D67-9881-7578AEE6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940EB12D-6431-425D-B6DE-B2C22FB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9FBC9921-BEEF-4E19-B5DE-98D95B3C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UK Driving Licence Number: WOOD9756270G910003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41FE5AB0-C406-4CC1-86BD-BBAEC2CA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Thomas Clarke  |  Physical Address: Flat 10, 6776 Orchard Close Street, Aberdeen, AB10 1AN, United Kingdom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3B7749D2-54D0-4050-8CD4-6F3FE023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E2E9ECA7-12CB-4A7A-903B-E0EC021E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C97075D9-C19B-40CC-960D-6141B953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UK Driving Licence Number: WILLI708250A910004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3B3B1376-B88E-4F2E-B6F2-598BA287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Jack Robinson  |  Physical Address: Flat 11, 6813 Station Close Street, Bristol, BS1 4ST, United Kingdom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4F0E102E-55F3-4FE0-89BE-9951EC9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CBEAF265-623B-4619-8833-D36EE256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483881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887F0EF2-414A-4F5B-A0F0-BAF74B0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36F80557-4201-4A33-80F3-EF92E4E3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63AAA0D0-0545-4AA5-970A-39DF843F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BC8DBB59-869C-4255-AD50-831DBB3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UK Driving Licence Number: THOMP760230A910005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7B9C81A9-68AB-4889-8086-45146919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Sophia Edwards  |  Physical Address: Flat 12, 6850 Victoria Close Street, Oxford, OX1 1AA, United Kingdom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EFDB2CE5-DE1C-4684-9972-BA5FF77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BCCFFD55-D530-431A-945D-E494BB5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AD063EB5-07C4-41A2-8C4F-95E6E197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UK Driving Licence Number: THOMA712210M910006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C153510D-5840-4974-A338-2A5203AA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James Evans  |  Physical Address: Flat 13, 6887 Abbey Grove Street, Glasgow, G1 2FF, United Kingdom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9BFA03AC-FA81-49AB-98F4-71B9CF2D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C5B6EC11-4968-4CC6-977A-D6907564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63881251-9D7C-4B45-A6CB-7CBC20D4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UK Driving Licence Number: JONES752181J910007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4E98E92C-7309-4CF1-B596-B3A192A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Lily Taylor  |  Physical Address: Flat 14, 6924 Bramble Grove Street, Newcastle, NE1 4LP, United Kingdom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A844DEFD-0759-42FD-87F4-3CDB487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012A1AAC-1B57-4482-B61E-1E0CD922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595C4961-65FE-4795-B019-43A2B390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UK Driving Licence Number: PATEL704181S910008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66DC593B-F40C-4035-9A98-3A981E3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Mia Green  |  Physical Address: Flat 15, 6961 Cedar Grove Street, Manchester, M1 2WD, United Kingdom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8951F6E2-705D-4B51-8CE8-E2F5DBFF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293AAA03-620D-41E5-9E77-629BE6F0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E556372E-2DC5-4A76-AE2B-AD4AAA87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UK Driving Licence Number: ROBER756161H910009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9B8E9630-7B6F-428B-A6BA-CF51305C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Amelia Johnson  |  Physical Address: Flat 16, 6998 Church Grove Street, Nottingham, NG1 2AS, United Kingdom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79275ABF-BD91-41FE-B4C3-A1BD7D53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7E837E9E-3B1A-4629-98A0-6297916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67143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79DC5BAF-4EB4-4B51-BF4A-7C4EE13B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4F6B1962-6A6B-43B5-B47C-6496BEB6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E3730715-A29D-475C-9EFF-A50801C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64980F55-62CD-4276-B7A0-4F0A93C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UK Driving Licence Number: HARRI708141G910010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53EEEE67-6CA8-4F93-A2D3-C064AA90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Sophie Clarke  |  Physical Address: Flat 17, 7035 Crown Grove Street, London, SW1A 2AA, United Kingdom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D56FFD9F-75BC-4456-BDD1-B323C374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BF95A321-A505-4FE5-BA46-AB2B32BB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BFCACDDB-91EE-48E4-BD26-59415DED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UK Driving Licence Number: WILSO760121C910011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E716C488-626A-4746-8907-DCF5A9F3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Lily Robinson  |  Physical Address: Flat 18, 7072 Elm Grove Street, Edinburgh, EH1 1YZ, United Kingdom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3D270AF7-DF89-4EB1-979B-65A6037F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7B07709C-385F-4E52-B2C1-F89B3E8B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1FBA2E0C-5AE1-40D9-BEB3-D002AD42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UK Driving Licence Number: EVANS712101L910012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BFB0589A-DABD-4662-8604-E7432826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Mia Edwards  |  Physical Address: Flat 19, 7109 Hawthorn Grove Street, Cambridge, CB1 1BH, United Kingdom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7CA8A26C-7A5A-4815-9DCE-87777E97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D9CD29D6-62A9-4CBA-8A15-E13F475D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9CD00E41-15A9-45F3-B87D-5F9F965E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UK Driving Licence Number: CLARK752072T910013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A4AB03D5-A2C7-4DE7-B87F-CE3EA64C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Amelia Walker  |  Physical Address: Flat 20, 7146 Kingfisher Grove Street, Cardiff, CF10 2HE, United Kingdom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9D957E6A-5DEB-4A27-8282-EEB69F30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199F9264-2DC1-4DBC-87D3-E286F24A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B7E37C3D-E6FB-4009-8EB0-46B57E0A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UK Driving Licence Number: TAYLO704062F910014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0C3FB3DD-81E9-4EE7-ACD8-298701AF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Sophie Taylor  |  Physical Address: Flat 21, 7183 Mill Grove Street, Sheffield, S1 2BJ, United Kingdom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B681492C-5EA7-405A-8036-EE7FE99B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ADF5368C-1154-42B2-88D1-564CF7B0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913137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D6FE32AD-0B1B-467B-B428-1652238D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9CA2D227-2579-46C2-81A0-87B88542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181C2241-9052-4F75-B3B6-D063B67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95DAB65D-3C82-49DF-9D0E-7BAF670C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UK Driving Licence Number: ROBIN756042O910015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63D24775-4520-46BC-8EE1-144C5346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Lily Green  |  Physical Address: Flat 22, 7220 Orchard Grove Street, Leeds, LS1 4AP, United Kingdom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1E9A89F9-F58C-46FF-882D-47648137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D8D22CE8-B568-407F-A078-BF49DC9F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8023D0AA-6C3D-4BF0-AAAC-F04CA8DB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UK Driving Licence Number: GREEN708022E910016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8D89A986-0EB4-4684-B847-2DEE7D22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Mia Johnson  |  Physical Address: Flat 23, 7257 Station Grove Street, Leicester, LE1 5YP, United Kingdom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DEF9B348-6AE6-425A-BFFA-8747DE23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49DC7D7F-3233-4835-9D76-E370C711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3A43CA9F-F1DE-4E42-AFE7-89F3BDB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UK Driving Licence Number: EDWAR759302W910017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83A614C8-E4FE-4063-881D-E9FB482A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Amelia Jackson  |  Physical Address: Flat 24, 7294 Victoria Grove Street, Birmingham, B1 1BB, United Kingdom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C7968C94-BD8E-459F-A72E-EA10B788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884A709C-FBD5-4EEC-81FC-DC8C786B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2D5AB9AC-FE88-404D-8711-5B5A608E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UK Driving Licence Number: JOHNS711282S910018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CA319915-D5D6-4EF6-9420-F0F0FDBD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Sophie Robinson  |  Physical Address: Flat 25, 7331 Abbey Mead Street, Liverpool, L1 8JQ, United Kingdom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370DCABF-1E82-45EA-9153-B1854C4A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204C67AB-2631-43B7-95A4-D6A8EA0B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63A7047B-77F0-4B2B-9A26-23F877A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UK Driving Licence Number: WALKE751263J910019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2E356E8F-1E65-407A-8C79-3ACCCF7D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Lily Edwards  |  Physical Address: Flat 26, 7368 Bramble Mead Street, Aberdeen, AB10 1AN, United Kingdom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47896B63-12DA-42B8-BD27-99BEC7F0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BBAA1DED-49F0-4A58-AE2B-ADC59F02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791370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F60CF47E-CE7C-4999-8CBB-4B563125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FBA0743F-690C-46D9-921A-65086B32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83209E6F-5119-468E-810A-7F29CE1E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E91546DA-7F1D-47F6-A4BB-46170070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UK Driving Licence Number: JACKS703263E910020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B1EBCE54-DF43-4E55-B354-15803CE4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Mia Walker  |  Physical Address: Flat 27, 7405 Cedar Mead Street, Bristol, BS1 4ST, United Kingdom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52D8C06A-D08B-4085-ADF7-A37E764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5765CBAB-2541-4E99-970B-DA140F18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0061A8B3-7E10-4603-984C-E4485806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UK Driving Licence Number: BROWN755243H910021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B0A8EDE7-B28C-4601-9B7E-98AD6B3E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Amelia Brown  |  Physical Address: Flat 28, 7442 Church Mead Street, Oxford, OX1 1AA, United Kingdom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4EE79A8C-5ADB-49ED-B7CE-6E5B9CA5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D97A94EC-83C9-4C45-A148-87C63E07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0CD5BAC3-E296-43D3-AFD0-223BC14B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UK Driving Licence Number: WRIGH707223L910022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052F071D-4B40-417A-810B-E05FFD0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Sophie Green  |  Physical Address: Flat 29, 7479 Crown Mead Street, Glasgow, G1 2FF, United Kingdom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220A879C-7CFF-456A-8CD8-DB8C21D0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54DBCE1B-A808-407E-A858-BB4C5D02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57BA2039-E7CC-45CC-A128-3D5D13BA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UK Driving Licence Number: HALL9759193E910023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62CB34C7-1B58-4140-9361-7C36AEE0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Lily Johnson  |  Physical Address: Flat 30, 7516 Elm Mead Street, Newcastle, NE1 4LP, United Kingdom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A21069A4-2BE0-4E0E-A1B2-5A4FE617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0E525C50-2BCC-470C-9D9D-A67DC80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527F5C1E-0FB6-48FB-91B3-C556EF6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UK Driving Licence Number: JONES711173A910024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C39234F6-698E-41BC-8B57-26AF1BBB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Thomas Jackson  |  Physical Address: Flat 31, 7553 Hawthorn Mead Street, Manchester, M1 2WD, United Kingdom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9C673655-0CDD-41D5-A16B-944BB4E7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5BD880D9-5587-4923-A67B-469C5630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972243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02C4B462-CD84-4E2A-9FE6-05FAF62F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FE9DF041-F95F-4810-876D-F35BD7F4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E05D245D-4079-4023-A7B5-5AF51FA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0186D17A-0329-4E77-8910-BC1CCD03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UK Driving Licence Number: PATEL751154O910025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D1BA7049-A74C-48E5-BB28-44987234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Amelia Wright  |  Physical Address: Flat 32, 7590 Kingfisher Mead Street, Nottingham, NG1 2AS, United Kingdom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3F74080F-1FC0-4556-AB91-8247AC97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4A4B62B8-677A-4D47-A4A1-045A1D2C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D2D39FA3-0C45-4C50-8361-5DF4BCA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UK Driving Licence Number: ROBER703154I910026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BA2F85C7-928E-43A7-9033-768427EB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Sophie Edwards  |  Physical Address: Flat 33, 7627 Mill Mead Street, London, SW1A 2AA, United Kingdom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5731DB5F-B2D7-4CB0-8524-57308705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F3EB56C7-71A3-4FBB-AC34-EFF8B66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5EE20B1A-83EE-45DE-B1D1-FEBCA970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UK Driving Licence Number: HARRI755134G910027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922E0B93-AB38-496A-B2AF-712DB03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Lily Walker  |  Physical Address: Flat 34, 7664 Orchard Mead Street, Edinburgh, EH1 1YZ, United Kingdom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1723E8AB-D2F8-46F1-A973-A114F82C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F014E71C-2828-4CC3-972D-FA6A0DF5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10069DEC-AB51-4676-82B0-1AF261ED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UK Driving Licence Number: WILSO707114A910028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DCBFF3BD-9E13-4E9C-9033-A347D7F3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Mia Brown  |  Physical Address: Flat 35, 7701 Station Mead Street, Cambridge, CB1 1BH, United Kingdom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789823C0-D37D-4D7C-ABD6-6D22BD85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C549E589-5F42-42C2-8911-76A4F519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78FF1516-F642-49B7-A976-298AFDDE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UK Driving Licence Number: EVANS759084A910029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2D3D95AB-F9AC-4021-A75A-AA2255B5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Amelia Hall  |  Physical Address: Flat 36, 7738 Victoria Mead Street, Cardiff, CF10 2HE, United Kingdom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32D677A1-3B27-4F14-969A-A483A4EE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EA2E09AD-B050-477D-8DDF-3C96C08A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287215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73A0FD21-F898-449D-904F-7037FC56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04D883F8-314B-4087-AB35-CC03800B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9C679BB9-A451-4DF3-8246-5536D1AD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EF65044C-E9EE-4693-85E6-5BA2217A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UK Driving Licence Number: CLARK711064M910030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D2839249-19A7-482A-AFD6-74D8DDEF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Sophie Johnson  |  Physical Address: Flat 37, 7775 Abbey Park Street, Sheffield, S1 2BJ, United Kingdom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E05175DC-A073-41B8-A821-08FC0914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74EFAC78-4C23-434C-B079-3E9E4734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32FBAB0C-DFD3-4439-80F1-A0D97C46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UK Driving Licence Number: TAYLO751045J910031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4B11F2CB-A294-4E87-887B-23883DCD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Charlie Jackson  |  Physical Address: Flat 38, 7812 Bramble Park Street, Leeds, LS1 4AP, United Kingdom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14F7A975-A7CA-4700-BC83-83EC02A8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544092F0-D38D-4D8A-8931-D1BBEA31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3AE72C03-07B7-4822-B7F8-A02F323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UK Driving Licence Number: ROBIN703045S910032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326892FC-BC81-44E9-B1F4-588BB3E8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Arthur Wright  |  Physical Address: Flat 39, 7849 Cedar Park Street, Leicester, LE1 5YP, United Kingdom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A27FE2B8-ED2C-49FD-BA50-C434169A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298DDCE4-9D84-4C8B-B019-38495F45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DC1AE594-8925-41E6-A630-9C28F20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UK Driving Licence Number: GREEN755025H910033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6D9D39F2-6B5B-4652-A52F-8BE34CBF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Edward Edwards  |  Physical Address: Flat 40, 7886 Church Park Street, Birmingham, B1 1BB, United Kingdom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0A1F94CC-B749-415D-9A10-0BD855DD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6CF745A3-9D18-4AC6-908A-996E6D3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2922C3BF-9FC8-4ACE-8A97-18548F3B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UK Driving Licence Number: EDWAR706305G910034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1645AECD-FCFE-4868-A1CA-1C6E02A9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William Walker  |  Physical Address: Flat 41, 7923 Crown Park Street, Liverpool, L1 8JQ, United Kingdom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02EC869A-F42A-4865-BDB8-0E776154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91C19CF9-8146-4C23-8F5F-BABE7387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987128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63B744D0-D8A1-4BC8-961D-211818AB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A60DF86E-45F5-4E4D-A9EF-1E535EE7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4A76A660-FCF1-4350-A16B-5751F423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9FDB922A-32C4-45F3-B537-F81DB01F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UK Driving Licence Number: JOHNS758285C910035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9B341C7A-ED79-4464-B339-09018DFF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Charlie Brown  |  Physical Address: Flat 42, 7960 Elm Park Street, Aberdeen, AB10 1AN, United Kingdom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F78CD03C-BC0D-4F50-95D8-8B68F85D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A6945C72-75D7-40A5-901B-5F802AD2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18C3B5BC-F387-483B-8BD2-DF283B7B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UK Driving Licence Number: WALKE710265L910036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D0AF6861-6434-41E6-B8C9-6C1AC70A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Arthur Hall  |  Physical Address: Flat 43, 7997 Hawthorn Park Street, Bristol, BS1 4ST, United Kingdom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82553634-9D47-448C-A34A-7B79E0F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A48E5E6F-DEB7-4F50-9130-89D6B65F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58A73D64-D134-48A1-B2FC-AD37B1E5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UK Driving Licence Number: JACKS762245T910037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451EDDCA-286E-479F-B881-EA7063FE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Edward Johnson  |  Physical Address: Flat 44, 8034 Kingfisher Park Street, Oxford, OX1 1AA, United Kingdom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F6D1AD08-CED8-4FCF-BD5A-2925AEBB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90E5864E-FFD9-44EB-9095-3ECFEDEF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49EFE0FE-D6BB-43F9-8D2B-6168B4F1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UK Driving Licence Number: BROWN702216F910038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0023E559-26E3-4435-A329-65CA56B2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William Jackson  |  Physical Address: Flat 45, 8071 Mill Park Street, Glasgow, G1 2FF, United Kingdom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600A967C-ED6F-4D53-9C75-A608A1E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106A1ADC-3BBF-43CC-9504-B19001FD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EA9C70FA-5E05-4CFD-994C-EB234D89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UK Driving Licence Number: WRIGH754206O910039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69E2B1E3-D010-4B1A-92F0-EE337DCA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Charlie Wright  |  Physical Address: Flat 46, 8108 Orchard Park Street, Newcastle, NE1 4LP, United Kingdom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BABF0EFE-8DC3-49F2-9F9D-27596988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3F901772-692D-4A71-B158-83DCD174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517313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D5787E60-A2A0-44AC-933A-EBC31B3F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B39D0A20-BC99-463C-A37C-65BDF503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9D292B0D-BC18-489F-9911-698D003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D8E3D923-C662-494B-BFDE-113255FF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UK Driving Licence Number: HALL9706186E910040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9E45B285-EA34-4D4F-A7D8-C64499F7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Arthur Smith  |  Physical Address: Flat 47, 8145 Station Park Street, Manchester, M1 2WD, United Kingdom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1D9DEC97-48E3-4EAB-85E9-FC5B7F6B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A7E9EE26-ABCE-4175-BAD8-491329B0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D06C3E85-2936-4AD9-9FA6-3B6AD9EA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UK Driving Licence Number: SMITH758166W910041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DDE5863D-55B8-45CD-BFB5-D4805D51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Edward Walker  |  Physical Address: Flat 48, 8182 Victoria Park Street, Nottingham, NG1 2AS, United Kingdom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0081A1DD-C12D-4A12-BBD2-4F1D3955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C989B72B-2932-4FC4-9262-CCF75489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E98DABA2-D46A-441A-A00F-C6E274D0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UK Driving Licence Number: DAVIE710146S910042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5F171882-C443-471E-807C-D20B96EB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William Brown  |  Physical Address: Flat 49, 8219 Abbey Rise Street, London, SW1A 2AA, United Kingdom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6409F7F6-0BB9-4F64-B7BB-659CB630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CDB73C50-644E-445E-AC20-DC2F7F2E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B2840474-AF0C-421C-B35A-43EE60F3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UK Driving Licence Number: WHITE762126J910043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33D057C7-6562-4BE8-B21F-A9D54FF6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Sophie Hall  |  Physical Address: Flat 50, 8256 Bramble Rise Street, Edinburgh, EH1 1YZ, United Kingdom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E7A3042C-0AFD-4FBD-82F6-4D921F2E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9809ACBC-5385-42F0-A66D-EEF7E326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88039F39-8501-4E0D-B4C1-FBC47EFF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UK Driving Licence Number: WOOD9702097E910044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AC81091F-2C5D-4A14-9392-5C2AB5A6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Arthur Davies  |  Physical Address: Flat 51, 8293 Cedar Rise Street, Cambridge, CB1 1BH, United Kingdom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44A68F95-FD5B-4C88-ACBD-A253AFBF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96BBF208-EDB4-4264-B853-8BABABF1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424481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3F34C5FE-6846-47EE-B8ED-72B749E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2C80DF41-482B-4A9A-B95F-40F0DD24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E51C963F-3076-49C2-8BE8-E6ED9D08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5DA40A06-CFAE-40E9-BE75-3B2A33C7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UK Driving Licence Number: WILLI754097H910045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CF4277A9-D855-449B-AF68-FB2B94B8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Edward Jackson  |  Physical Address: Flat 52, 8330 Church Rise Street, Cardiff, CF10 2HE, United Kingdom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430C049F-71C0-4F27-A7E3-4A70C015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82D968B5-B394-46B7-96A2-C921B445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3981DCBF-BFB0-4C5E-9A3C-534C8C1E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UK Driving Licence Number: THOMP706077L910046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2D572136-A426-4991-9508-08B22AA3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William Wright  |  Physical Address: Flat 53, 8367 Crown Rise Street, Sheffield, S1 2BJ, United Kingdom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AA15EF0F-DD2B-4D21-A898-880380A5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0FB9B0F0-F13B-407A-AE87-8BA236A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308E4A6F-0655-478D-AD3B-1F53AE84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UK Driving Licence Number: THOMA758057E910047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D3868886-FC1C-475A-A292-9C5722F6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Charlie Smith  |  Physical Address: Flat 54, 8404 Elm Rise Street, Leeds, LS1 4AP, United Kingdom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D2579136-A9DE-4957-8E1A-1722CBA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AA8BCEF5-4296-4E46-A9AD-B931479C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537123CF-6450-4E3B-8527-D53DB06D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UK Driving Licence Number: TAYLO710037A910048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BADAD2E3-192B-4A34-947C-E8A9CC1C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Arthur White  |  Physical Address: Flat 55, 8441 Hawthorn Rise Street, Leicester, LE1 5YP, United Kingdom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72B3C3C1-1491-4DF5-B222-62202829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26CEED2C-798E-462F-A257-0BD9335C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5E48A159-F0A4-4B20-9968-DAAD12C1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UK Driving Licence Number: ROBIN762017O910049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1CF786C5-ECAC-42FC-B558-44D977C9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Edward Brown  |  Physical Address: Flat 56, 8478 Kingfisher Rise Street, Birmingham, B1 1BB, United Kingdom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A50369B3-00CB-4893-8404-D348A49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9B9EDC53-BDB6-4220-9B44-2E9E1778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758091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EC30C74A-A0FB-4F5B-80BE-E80400C7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17A0AD10-79DC-4544-8C6D-F3A152A2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9690A51C-5A6B-4E16-8671-C6A05128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BCED0BE2-0942-4149-B412-C1A2AAD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UK Driving Licence Number: GREEN701298I910050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1DD36B95-F704-4707-B5B7-E24E5AF3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William Hall  |  Physical Address: Flat 57, 8515 Mill Rise Street, Liverpool, L1 8JQ, United Kingdom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71F252E7-1FDD-44A9-90B6-2698D541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1F1A2283-B8AF-40A2-8683-B1C644E3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8814D0AE-E70D-4143-B9AF-0E35FD85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UK Driving Licence Number: EDWAR753298G910051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C2633BA9-4DFF-4C61-9119-AFBB7CC2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Charlie Davies  |  Physical Address: Flat 58, 8552 Orchard Rise Street, Aberdeen, AB10 1AN, United Kingdom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4A33811F-53FB-4DB2-87E1-82546FCA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01E247A6-8056-4511-86E0-EB0CFC9E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9F885753-00C0-46D2-A65E-BF7C51F2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UK Driving Licence Number: JOHNS705278A910052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76C2FB11-7BD6-4EFE-BDFB-C7C7B12C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Arthur Wood  |  Physical Address: Flat 59, 8589 Station Rise Street, Bristol, BS1 4ST, United Kingdom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5E90ED2D-464F-44CD-89A4-EA7D14E5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1EDEC335-B390-496B-BDB8-11BAD777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27F437AB-8260-4F0C-9076-BC61785D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UK Driving Licence Number: WALKE757258A910053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0F5222F1-C64A-458D-9D7B-68B28627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Edward Wright  |  Physical Address: Flat 60, 8626 Victoria Rise Street, Oxford, OX1 1AA, United Kingdom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584CD2FC-31DC-4FF6-8D4B-47756058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9DE26B89-879D-4BAD-ACA1-8690FB8A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EF699078-A69E-4C3D-89A3-37AA3708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UK Driving Licence Number: JACKS709228M910054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1615FB67-5653-4557-8096-E3E18D54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William Smith  |  Physical Address: Flat 61, 8663 Abbey Vale Street, Glasgow, G1 2FF, United Kingdom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45662DA5-B52B-4F8F-9BF9-9C7AF416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6C683C82-F838-4F95-B8B7-1B7CF11D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436101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29C67CAE-9DF7-4053-9571-7CAEECF5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4CFB86AB-AA73-40D0-9555-9ECEB169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BD735B17-819C-4A1F-B3E6-1906C032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D2B8588A-3878-4458-B144-A7C766A0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UK Driving Licence Number: BROWN761208J910055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7AF5E7EC-95FA-45BC-B1C8-45F128D1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Grace White  |  Physical Address: Flat 62, 8700 Bramble Vale Street, Newcastle, NE1 4LP, United Kingdom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10879F7A-4538-4790-ADA1-F0E7D6A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7FF952EA-A93F-4E18-99CB-DF12C314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5AE5CFD0-B433-4346-A9DD-216E39E1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UK Driving Licence Number: WRIGH701189S910056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73F7BA7C-BF14-4E83-9F6B-B6FC6FF7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Ava Williams  |  Physical Address: Flat 63, 8737 Cedar Vale Street, Manchester, M1 2WD, United Kingdom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F0E59DE7-BC4C-42BD-ADC8-500143C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689A74A0-A291-49FA-994D-5723609C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C7CB3907-76A1-4811-998E-205F5D1C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UK Driving Licence Number: HALL9753189H910057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CF8A0771-5C1E-43E8-B60E-19805118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Lucy Hall  |  Physical Address: Flat 64, 8774 Church Vale Street, Nottingham, NG1 2AS, United Kingdom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50BB311F-6AA1-45E9-82C7-AC3AE29F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C9FC2710-5C5D-4187-ADB7-45F82D83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A38C446E-720B-4F18-8A5E-B8FE3C90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UK Driving Licence Number: SMITH705169G910058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02D0BF50-960A-470D-87C7-DC0BB81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Emily Davies  |  Physical Address: Flat 65, 8811 Crown Vale Street, London, SW1A 2AA, United Kingdom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0B1B01E5-0F44-4FF2-A488-461087F2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8CC7904D-1CA1-49E7-8598-A28FEB0C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9FDD290B-1183-432C-BA7E-2338B665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UK Driving Licence Number: DAVIE757149C910059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BA262FF0-A9B2-4B68-9D40-DC61622E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Grace Wood  |  Physical Address: Flat 66, 8848 Elm Vale Street, Edinburgh, EH1 1YZ, United Kingdom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0CE25880-C090-4F71-AE95-F0B829F0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30CE19C7-4DB1-428C-A2E0-14FF940F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960324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F874EDA7-7FB4-476E-A811-F300C1F4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E723EAE3-ED3F-4656-9F74-E0C7DB38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5F639ABB-4A65-4062-B3F7-8D7B8BF9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0B79D16C-AD22-456B-ACFA-38EF1282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UK Driving Licence Number: WHITE709119L910060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C1CE2F68-4DA0-4BC4-AD92-D7D88C76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Ava Thompson  |  Physical Address: Flat 67, 8885 Hawthorn Vale Street, Cambridge, CB1 1BH, United Kingdom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F731F44C-47DE-4AD7-9BE6-916DCBC7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38B23B82-E423-447F-AC94-B03ED9C4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C2886C40-61D0-4164-8C16-23EB1BC6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UK Driving Licence Number: WOOD9761099T910061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C6E6D37F-1FE3-4E76-ADAF-002C86AF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Lucy Smith  |  Physical Address: Flat 68, 8922 Kingfisher Vale Street, Cardiff, CF10 2HE, United Kingdom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863D533B-4849-4F2E-BEAB-729DD3B2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8EFD8192-D552-4BB7-9C15-312FC0A2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9CAE543D-7810-42CD-A390-2F9EB899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UK Driving Licence Number: WILLI801070F910062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3C8A29A5-A92A-4ABA-A22C-FEEA396A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Edward White  |  Physical Address: Flat 69, 8959 Mill Vale Street, Sheffield, S1 2BJ, United Kingdom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F4DDA28C-0194-4947-B179-C8E9D51D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A9C7C33C-0E09-4DEF-BDA8-ADA946A1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60A50566-9A36-43CD-B256-332244A0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UK Driving Licence Number: THOMP853060O910063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1F98DE62-4296-4633-9047-F21265A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Grace Williams  |  Physical Address: Flat 70, 8996 Orchard Vale Street, Leeds, LS1 4AP, United Kingdom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4D1DB2F3-8BB8-4F7F-970B-5FA25ABF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D8CD9935-4E44-430A-B2F4-D3C8782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082F0628-AA8E-4C0C-9D96-0AF198E2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UK Driving Licence Number: THOMA805040E910064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DB2CF7EB-C420-49D2-AEAF-8ED7ACF6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Ava Thomas  |  Physical Address: Flat 71, 9033 Station Vale Street, Leicester, LE1 5YP, United Kingdom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FE559FF1-7E1B-4373-905C-494C0C7B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977722F6-7061-4C8D-805C-6DC53F4A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496842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7B88B6BA-44CF-4379-A145-45D7E21C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535C6821-74EB-43F2-8FC6-C21EFFC6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76CF89C2-D4B1-45E2-B2DA-5BABBB64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164BE970-049E-4ABF-AC9F-A4BC4C5E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UK Driving Licence Number: JONES857020W910065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024602FD-971D-40AF-B479-7D5B557B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Lucy Davies  |  Physical Address: Flat 72, 9070 Victoria Vale Street, Birmingham, B1 1BB, United Kingdom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C58E30C3-B1CE-4EEC-B60D-46A0020A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4DBBBFA7-7B99-43FD-89F0-A3AEF7C1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8D44532B-A4B3-43DE-B63A-7E3B1A7A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UK Driving Licence Number: PATEL808300S910066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CE34943E-31F4-4313-8227-A72CD153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Emily Wood  |  Physical Address: Flat 1, 9107 Abbey View Street, Liverpool, L1 8JQ, United Kingdom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D63830FF-653D-416E-A480-CD5D2BD7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0628190A-9930-40D8-B7AA-715E09DA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576B1B88-1740-4089-A0CB-9372C09C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UK Driving Licence Number: ROBER860280J910067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8B1A09CA-C608-4309-A420-CFA0F202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Grace Thompson  |  Physical Address: Flat 2, 9144 Bramble View Street, Aberdeen, AB10 1AN, United Kingdom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9CE2A16C-382A-4F4F-AAE9-30D10507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2A5E6704-59D6-4ECA-8C32-406E4A15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EF0A5B1E-D5C1-4612-B846-D10AB52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UK Driving Licence Number: HARRI812260E910068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E7C16749-54A4-4FB5-BCB4-0772ED03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Ava Jones  |  Physical Address: Flat 3, 9181 Cedar View Street, Bristol, BS1 4ST, United Kingdom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D01B7EAE-67DF-4A54-BAC5-509BFEF9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F82D36EC-3949-4B7A-9A4D-4D4BA767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904E1F14-68D5-40E0-8922-16010A7E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UK Driving Licence Number: WILSO852231H910069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31E1B75E-19F5-4ED5-BD3D-C55DADD8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Lucy White  |  Physical Address: Flat 4, 9218 Church View Street, Oxford, OX1 1AA, United Kingdom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B797B22C-E691-4014-A39D-0D250A0E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8F426795-96FB-4D94-A642-E16EAB1C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792215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C4B4ED2D-CC88-42E7-8F53-71256A6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B0664989-149B-4358-9C1C-249322BF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0BB1A159-5504-42C2-AA3E-473F30A3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EA3EBC73-178E-49A9-9F40-EFE44AFB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UK Driving Licence Number: EVANS804231L910070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70BDF952-F0A8-4FC8-8964-0EF28BB3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Emily Williams  |  Physical Address: Flat 5, 9255 Crown View Street, Glasgow, G1 2FF, United Kingdom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47156FFC-224F-4857-B205-5CAE7B54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4A01676A-1340-4FC8-A5E7-D96200E3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7A83F480-E376-4470-9FFB-90B3C24E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UK Driving Licence Number: CLARK856211E910071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386490ED-F677-4D07-ABF0-CD1709CD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Grace Thomas  |  Physical Address: Flat 6, 9292 Elm View Street, Newcastle, NE1 4LP, United Kingdom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51758001-427C-4E19-A04C-7D67DC9E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7AEC2528-1579-410D-A9DC-72AF855B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D336829E-E4A9-47FC-BEAF-FADBA715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UK Driving Licence Number: BROWN808191A910072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158AD94C-5387-4B94-AADB-E79339C6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Ava Patel  |  Physical Address: Flat 7, 9329 Hawthorn View Street, Manchester, M1 2WD, United Kingdom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D4BAA3B7-8BE1-4012-958C-09403B98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3CAAADB9-ADDC-4A85-B658-2BF38677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083AA72E-EA9F-40D3-86B7-BF31D5EB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UK Driving Licence Number: WRIGH860171O910073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C4831A8B-4D6A-49C0-8F6D-5D9FE6CE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Lucy Wood  |  Physical Address: Flat 8, 9366 Kingfisher View Street, Nottingham, NG1 2AS, United Kingdom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8136BAC3-7C57-40EB-9C7F-34E0AFD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1DB40C5C-F1DB-4F4B-81B9-09C35920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2ECA0D9E-781F-46BB-AD62-64BFBB49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UK Driving Licence Number: HALL9812151I910074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E157ED4F-09D6-4993-926D-12440B90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Emily Thompson  |  Physical Address: Flat 9, 9403 Mill View Street, London, SW1A 2AA, United Kingdom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88D4E47F-48A8-42EF-95BE-8B2128E7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A8654228-6143-437E-BE43-41057EB6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3963171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31EC6890-6460-465C-9D8B-F943D6FC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810463B4-0A13-4BA2-AD6D-4FC5C4EC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467F0F2F-90F0-49A6-B0A6-82998A41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0F2AD227-32FA-435C-AABE-448BF209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UK Driving Licence Number: SMITH852122G910075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86FFCF63-DA2C-4C45-9345-5AE79ACB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Grace Jones  |  Physical Address: Flat 10, 9440 Orchard View Street, Edinburgh, EH1 1YZ, United Kingdom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36684396-D51E-4448-87C1-6D4FE7A1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92DC3C40-02DF-4832-8CD8-9EDA06F9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30D70A92-7649-4C50-B1AB-790D9758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UK Driving Licence Number: DAVIE804122A910076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B8D8ECCF-B763-41FE-BC2C-2B79B336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Ava Roberts  |  Physical Address: Flat 11, 9477 Station View Street, Cambridge, CB1 1BH, United Kingdom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C91E4AE7-F139-4532-90B3-176A2CC3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84A0C6CA-911C-452A-855E-6BCC3C9B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B23E36F6-ADC6-436A-A511-6E74E6D5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UK Driving Licence Number: WHITE856102A910077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0A0936AC-E339-486D-B464-64B77117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Lucy Williams  |  Physical Address: Flat 12, 9514 Victoria View Street, Cardiff, CF10 2HE, United Kingdom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C1A0D067-A106-49EC-8F0B-AA41EF16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202D5D7A-3843-4482-8680-DBE22E13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F9A88609-2D06-48B4-8EB6-C038895C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UK Driving Licence Number: WOOD9808082M910078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8F6228AB-6663-4970-BD4A-0F5B1F8F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Emily Thomas  |  Physical Address: Flat 13, 9551 Abbey Wood Street, Sheffield, S1 2BJ, United Kingdom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13A9A4E3-2396-4DE3-AE86-F1B0AAA9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0D6EB019-5BE3-449D-BC4F-8E4DD7D6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ECB9DD21-5FBF-46AA-BF52-9EC2CA95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UK Driving Licence Number: WILLI860062J910079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C2B08925-6194-486D-9AD0-8C1A19B9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Harry Patel  |  Physical Address: Flat 14, 9588 Bramble Wood Street, Leeds, LS1 4AP, United Kingdom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989BB565-EFA6-46E2-AF91-46F57185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1E091971-52AE-4A55-8598-67C03E9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649059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9E6EC017-C4A2-4E95-ADB7-040EFA0C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5E639B5F-497C-4FAE-A887-313E2C76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657201F4-C393-40A8-8513-2E9496F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43CEB0CD-83A6-4B90-ACE0-6E559488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UK Driving Licence Number: THOMP812042S910080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480365E8-A8AF-4669-94EB-E5BBAE99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George Harris  |  Physical Address: Flat 15, 9625 Cedar Wood Street, Leicester, LE1 5YP, United Kingdom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B0EF5119-F029-485C-A46D-ADB5C3E4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304405DF-0CCE-4477-BCFB-70726C6A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B2F95CEA-9432-47E1-B7AC-8FBF36DB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UK Driving Licence Number: THOMA852013H910081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02994018-AE5B-440F-B688-43B44563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Ava Thompson  |  Physical Address: Flat 16, 9662 Church Wood Street, Birmingham, B1 1BB, United Kingdom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26B59F5E-0259-467E-A07C-30F56637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40C54B63-18F4-4148-BF1B-DF608588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667C88F9-B098-4AB3-87B8-F4C8349A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UK Driving Licence Number: JONES804013G910082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134022BF-91E3-4D87-8748-5E5AFBA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Oscar Jones  |  Physical Address: Flat 17, 9699 Crown Wood Street, Liverpool, L1 8JQ, United Kingdom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6D9BFF15-CD81-4789-BE6F-2C3DFFF7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13B8201F-D525-4047-9CB0-BEA355C1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9B52E4D3-B084-451D-90A9-FE715D9E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UK Driving Licence Number: PATEL855303C910083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66DC2843-9CCB-46DE-8F2E-A316AA4E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Harry Roberts  |  Physical Address: Flat 18, 9736 Elm Wood Street, Aberdeen, AB10 1AN, United Kingdom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E63B898C-7487-4AFB-B022-64E2C1D4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0AEAAC76-62E3-4114-A571-5025CE60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BAF2C28E-0D1D-472C-906F-42F3030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UK Driving Licence Number: ROBER807283L910084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9B3CC53C-234F-4B5F-9D74-5C814D2C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George Wilson  |  Physical Address: Flat 19, 9773 Hawthorn Wood Street, Bristol, BS1 4ST, United Kingdom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99BD9BBA-D9E8-4C67-9288-EF8864DA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89EBC4A1-9314-460C-9483-0346E6E0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1280821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C4F402ED-F881-452D-B682-825822B7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E3E8061B-5E72-44A2-BF95-877622E0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6CA09AD2-CA63-4D26-BABA-E99E2CD5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5B59BFB0-7FB4-434E-B9D8-B5618145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UK Driving Licence Number: HARRI859253T910085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A95F87AC-C6AA-4A6B-A600-67106DB7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Henry Thomas  |  Physical Address: Flat 20, 9810 Kingfisher Wood Street, Oxford, OX1 1AA, United Kingdom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831AC65D-97B9-4274-BDFE-94D1197C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82A8E34C-6DEA-424D-9339-7CE4129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E4A8FA62-5DEE-4278-AD81-4E18B0D3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UK Driving Licence Number: WILSO811233F910086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8F85FA7B-6B91-4693-83E9-63918818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Oscar Patel  |  Physical Address: Flat 21, 9847 Mill Wood Street, Glasgow, G1 2FF, United Kingdom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9D82DB09-A0C9-4929-B84B-3F9D6F2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D0EF0C5B-57AB-47DA-A58B-E6E7965B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5D69820F-93AF-4185-9FE7-05B1F589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UK Driving Licence Number: EVANS851214O910087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D7A6C2E5-85F0-430A-B7AD-0B2C694A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Harry Harris  |  Physical Address: Flat 22, 9884 Orchard Wood Street, Newcastle, NE1 4LP, United Kingdom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50EA6771-8A4E-46BB-B1D2-333D1360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D7961116-C680-4757-84C5-2FCBCF9C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AA3E56E5-525A-420E-A29A-E668047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UK Driving Licence Number: CLARK803204E910088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6CB01C2A-698A-40A6-81F9-B183D81C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George Evans  |  Physical Address: Flat 23, 41 Station Wood Street, Manchester, M1 2WD, United Kingdom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793901AA-17BA-49B8-89C0-07EB70D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9F53D8DB-1B51-46C7-AD0A-66B4112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10A6013D-976B-4880-B16D-548389E6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UK Driving Licence Number: TAYLO855184W910089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D5F2DE10-616C-4BA3-9AFD-B309EADD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Henry Jones  |  Physical Address: Flat 24, 78 Victoria Wood Street, Nottingham, NG1 2AS, United Kingdom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959624A1-2D82-459F-A324-F1F85C8C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51B63EC7-F1ED-413B-8713-683CD9C1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717856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5DF948C2-250B-4FF7-B435-887319F8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AE9F6BF9-8913-4F30-BDB6-BFF63B1A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ECEF0592-2553-492D-A3B7-0731E3F0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0C114A8E-C5F2-45CB-B9AE-04CF81E5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UK Driving Licence Number: ROBIN807164S910090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008D93C3-2D55-45A3-A3FD-85A19154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Oscar Roberts  |  Physical Address: Flat 25, 115 Abbey Green Street, London, SW1A 2AA, United Kingdom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B1CCE06E-AD8B-4A35-91B4-FE5F3657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5972375A-4C08-4FE7-8FB1-C68E1631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9069FCE4-E02E-467C-AEC0-F980DE47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UK Driving Licence Number: GREEN859134J910091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2BB1E62A-3FE5-4E61-A3F9-27A348A0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Harry Wilson  |  Physical Address: Flat 26, 152 Bramble Green Street, Edinburgh, EH1 1YZ, United Kingdom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D82D03BC-1492-44C5-B7FD-6E6A8C29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D0326206-1640-4FE9-A644-5C618DB7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469264C3-9E8D-47B2-B66D-C2ACF188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UK Driving Licence Number: EDWAR811114E910092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5B688F8C-01CE-453D-AF14-6F04658D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George Clarke  |  Physical Address: Flat 27, 189 Cedar Green Street, Cambridge, CB1 1BH, United Kingdom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BD2BDCD1-77F4-4A84-A118-18C6CD57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522ABE04-2EB0-4A9B-8050-C89AE92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47F41857-B0E4-4FAA-8B3A-4220F032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UK Driving Licence Number: JOHNS851095H910093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098AA1B7-1698-4809-B4C3-D2982FCF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Henry Patel  |  Physical Address: Flat 28, 226 Church Green Street, Cardiff, CF10 2HE, United Kingdom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23224B43-1B4C-444E-B18D-204183A5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D41D08D2-D2A3-42E1-B456-CC0813B3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500133F6-A62F-46DF-AE21-7A2B28CB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UK Driving Licence Number: WALKE803095L910094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2E95CA5A-2484-4FC1-BB95-1021BE8D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Oscar Harris  |  Physical Address: Flat 29, 263 Crown Green Street, Sheffield, S1 2BJ, United Kingdom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8F383E41-82C7-4BE0-96DC-C1F85130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EF475842-C8C4-4724-8C43-5AAA3707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193424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6079A754-9CD4-477C-A54E-F67DAD34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80C8BDB4-3C51-4828-9BED-D39FFC2A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793B09C1-5788-4AE0-A15C-266FB8D3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4C75D05A-36E7-46A4-B5F1-82894426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UK Driving Licence Number: JACKS855075E910095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E29F0334-C57A-4432-B9DD-E763B86D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Harry Evans  |  Physical Address: Flat 30, 300 Elm Green Street, Leeds, LS1 4AP, United Kingdom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239BC65D-69CC-4728-840C-926FB560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DDDFD29B-6B1F-4422-9F59-CE8048BB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AFAAC9A1-1E49-4F60-95DA-9676C30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UK Driving Licence Number: WILLI807055A910096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D8CCC0D4-D825-4137-BCA8-DDDB6CA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George Taylor  |  Physical Address: Flat 31, 337 Hawthorn Green Street, Leicester, LE1 5YP, United Kingdom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11F43135-08C1-4991-86C8-4BC737E1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134A11CD-AEBB-4FB2-AC4D-625E1C2D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0666BE5A-A314-4B77-B88E-FD4C63F6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UK Driving Licence Number: THOMP859025O910097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74316366-AABE-4A25-8651-F0A67F78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Henry Roberts  |  Physical Address: Flat 32, 374 Kingfisher Green Street, Birmingham, B1 1BB, United Kingdom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8F2DF0FE-C0C6-4E2D-8E3D-D9566E34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1037CE8C-A1C9-487A-AF1D-CC492C43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BD7BC7D2-FED7-4A02-9E6C-F4B3EDB8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UK Driving Licence Number: THOMA810315I910098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85E32DFA-BDCD-4E2E-899E-F8D5F589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Oscar Wilson  |  Physical Address: Flat 33, 411 Mill Green Street, Liverpool, L1 8JQ, United Kingdom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F41FC0A4-748F-424C-8AC6-DB2D47DA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C82BD36E-BEB2-41B5-A7D4-E324F648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1C7A9DDF-00A0-40AB-A99F-18EB236F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UK Driving Licence Number: JONES862295G910099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CBE9D69F-20F3-43A9-B7A7-234E827D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Harry Clarke  |  Physical Address: Flat 34, 448 Orchard Green Street, Aberdeen, AB10 1AN, United Kingdom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E107398A-09C6-4D9C-91A9-0131E5E4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016C30BE-E484-4457-913A-9EE9256D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301791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EC38BDAC-1A00-4607-A2D7-FE357FA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11001100-FB5A-47F2-9C9E-BDF5FF8F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70E14E50-4062-47E9-89FF-B06ACAEF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D2434978-0203-4D28-AE4F-830184BF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UK Driving Licence Number: PATEL802266A910100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C493160C-0AA4-4A2E-9268-E03A30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George Robinson  |  Physical Address: Flat 35, 485 Station Green Street, Bristol, BS1 4ST, United Kingdom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339291F1-003F-4B19-97D7-04007F59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42D25169-1E88-436C-A1B0-E32186B4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506DE69A-7C63-44DE-BF85-6E0B1229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UK Driving Licence Number: ROBER854266A910101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A5F282CE-E162-454A-9BBC-B156E1B9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Henry Harris  |  Physical Address: Flat 36, 522 Victoria Green Street, Oxford, OX1 1AA, United Kingdom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1D1A70D4-130D-4C44-88A4-C1E4060F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2CCF6C46-5E1F-40DF-AA43-3D3B34BF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C23CA6B6-0F58-42F1-B88B-FD9E40CA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UK Driving Licence Number: HARRI806246M910102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7B25C627-5AE0-4833-9A6E-4ED74352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Oscar Evans  |  Physical Address: Flat 37, 559 Abbey Heath Street, Glasgow, G1 2FF, United Kingdom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71F020E4-376C-496B-A3AF-9A36AE7E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D131AD98-E5B8-432E-A755-4BC9A964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FE513612-466C-47B4-B01C-A3600324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UK Driving Licence Number: WILSO858226J910103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D5BAF641-398E-47F1-9821-38C8033B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Sophia Taylor  |  Physical Address: Flat 38, 596 Bramble Heath Street, Newcastle, NE1 4LP, United Kingdom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F6FFF79A-9C45-4698-BBDC-A5FEB627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479B588D-9D77-4F17-A9A3-FEDB313B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CAF884E7-9E67-48A8-9561-3B2EF731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UK Driving Licence Number: EVANS810206S910104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72506C2E-7DDA-4B34-B644-D3AD02F2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Isla Green  |  Physical Address: Flat 39, 633 Cedar Heath Street, Manchester, M1 2WD, United Kingdom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8F2B02BB-BDA1-44CE-BBA8-692A842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23BE2842-4118-476E-B6B5-09B42747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687711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CD11AA17-36AD-4D34-B2B6-21AA0508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A2D861FA-447C-4794-86BE-15DC17D9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FBC3E478-7722-4BF7-91AD-024BD004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8FE223B9-A12D-4F91-B3D5-388C013F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UK Driving Licence Number: CLARK862186H910105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F3B7919B-E75C-413F-B67E-7EBB1AE0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Evie Wilson  |  Physical Address: Flat 40, 670 Church Heath Street, Nottingham, NG1 2AS, United Kingdom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194B1C51-C21C-4390-9ADD-72DF3484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C38EA522-4547-48A6-A04C-71295EB0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18FD8619-593F-47C0-879C-5D94CB81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UK Driving Licence Number: TAYLO802157G910106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446B3770-3555-47CD-91BB-E73871E3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Freya Clarke  |  Physical Address: Flat 41, 707 Crown Heath Street, London, SW1A 2AA, United Kingdom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74345A67-F3BE-4484-8B5F-7FE9C190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3F2056C3-F054-4811-B52A-A8D6BB0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56EC4B41-2347-4CB4-AE31-C9A3B4A5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UK Driving Licence Number: ROBIN854157C910107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E4121AB5-ADCE-43AB-A6B7-9C1149D0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Sophia Robinson  |  Physical Address: Flat 42, 744 Elm Heath Street, Edinburgh, EH1 1YZ, United Kingdom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E161E27C-6926-4EC1-9374-FB45300A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71B87ECE-8097-4BB7-87F7-9AFD37C4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019BCDBC-03B5-48FF-B618-29A02C3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UK Driving Licence Number: GREEN806137L910108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44B08F24-077E-40E4-8E23-3385F73C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Isla Edwards  |  Physical Address: Flat 43, 781 Hawthorn Heath Street, Cambridge, CB1 1BH, United Kingdom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D2111F9D-1A87-4E93-A9A3-A673863D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0D9F30E2-18FB-481F-B1BE-7C363CCE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ED7F8C56-78CD-4221-8A74-C72127C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UK Driving Licence Number: EDWAR858117T910109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41EBA976-C6A7-4F0E-A4E3-7471BECF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Evie Evans  |  Physical Address: Flat 44, 818 Kingfisher Heath Street, Cardiff, CF10 2HE, United Kingdom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BB70D402-CD99-4036-B846-0F67983C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13B4F256-2D1C-4CD4-AF15-698D4D29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4824251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D0386001-8295-4960-B436-89F8E07A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AF452941-9EAF-4CBF-BD08-4A55B22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96B4AED1-D8B3-45CC-82C7-3FBA71A5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E43B6D2B-4634-4CE3-A198-CC364037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UK Driving Licence Number: JOHNS810097F910110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C120C6F1-6E01-4246-8F64-D85850D8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Freya Taylor  |  Physical Address: Flat 45, 855 Mill Heath Street, Sheffield, S1 2BJ, United Kingdom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48B1855C-B3DD-4DC9-B0B6-FDBB4E10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E32A494D-3713-4F55-8D67-20BAAD9D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CB4E4D4E-68DD-4A54-9359-52D1CDC0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UK Driving Licence Number: WALKE862077O910111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DBFAD45F-764B-4354-AE0B-81DBFDD3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Sophia Green  |  Physical Address: Flat 46, 892 Orchard Heath Street, Leeds, LS1 4AP, United Kingdom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17B3E8E4-B26D-4BDD-B9E7-A2AB743C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C477108C-4E40-47AB-9084-F79BC8C2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E59ACD92-C9D3-40A2-BBE4-B9494EFC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UK Driving Licence Number: JACKS802048E910112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3450B93A-7805-4F58-8F92-D596B360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Isla Johnson  |  Physical Address: Flat 47, 929 Station Heath Street, Leicester, LE1 5YP, United Kingdom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4729664D-3659-4D9D-902B-42C02F9C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DFE97077-21C6-4939-9885-8784CF89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BC50CCD8-A545-4D2C-80EF-2A74FA71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UK Driving Licence Number: BROWN854038W910113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8A3D314E-08C5-498F-A6EA-7FF64541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Evie Clarke  |  Physical Address: Flat 48, 966 Victoria Heath Street, Birmingham, B1 1BB, United Kingdom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6C6DA1A2-C970-43D1-AA0F-1625DFA2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4B531A37-2B9F-40B1-9E16-4BDFEEBF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2DFEA61D-5B83-40E3-B1BF-79353431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UK Driving Licence Number: WRIGH806018S910114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4836736F-EFAF-48BA-AE70-2EF5B12E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Freya Robinson  |  Physical Address: Flat 49, 1003 Abbey Cross Street, Liverpool, L1 8JQ, United Kingdom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9CC8A054-FA16-4095-84BC-344DF08F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7CA455C1-C4E1-4DCB-B52D-59F626E0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560171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8AAA21FA-F6DC-4589-9016-1329A378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C34BD8A6-A1E1-4E64-BCBD-B446B8F3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EFC1B5D8-0C2B-45B9-99D3-641FC614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805AA246-893E-4F48-931D-E8EFC737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UK Driving Licence Number: HALL9857308J910115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89C7A6FE-0E17-4130-A8B5-FB040F46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Sophia Edwards  |  Physical Address: Flat 50, 1040 Bramble Cross Street, Aberdeen, AB10 1AN, United Kingdom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D7A0174E-7E97-4212-B3C3-C20681B3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48C5C8EF-7FE7-4E87-9AED-4F8AD0D5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0951CBA5-4B4D-4FA7-8747-EDB61AD0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UK Driving Licence Number: SMITH809278E910116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DCE9A3A3-C643-4CD4-9315-FC22FED1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Isla Walker  |  Physical Address: Flat 51, 1077 Cedar Cross Street, Bristol, BS1 4ST, United Kingdom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EC203BB0-7D84-4019-90F7-9AD5C740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37E7231C-EBD0-45DE-9D4E-44BE06D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E33EC781-048E-4F58-9603-AA6697DE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UK Driving Licence Number: DAVIE861258H910117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310B7668-C1F6-443E-81D9-6758ECA6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Evie Taylor  |  Physical Address: Flat 52, 1114 Church Cross Street, Oxford, OX1 1AA, United Kingdom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68A9A3B3-80A2-425C-BDB2-AF108B59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25330358-80EE-48D1-8E69-408A36BA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F89560B2-06EE-4405-A3AE-2DD15233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UK Driving Licence Number: WHITE801239L910118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D337CDA0-D80C-4D3B-8492-E60EF396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Freya Green  |  Physical Address: Flat 53, 1151 Crown Cross Street, Glasgow, G1 2FF, United Kingdom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56582F31-1EB4-4E1D-9D25-2F2E64D0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B2A53D7E-742D-41A0-8741-F363808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F99F9D9F-094F-44C5-97ED-0D2A2AFD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UK Driving Licence Number: WOOD9853239E910119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8B81DDE7-2800-4F12-A50C-6004EAC4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Sophia Johnson  |  Physical Address: Flat 54, 1188 Elm Cross Street, Newcastle, NE1 4LP, United Kingdom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D9F92E02-AE42-4C95-9461-7A626DD2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1EF8B5E0-187A-4D67-B378-E0862D13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2639762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5DE702E5-822F-4AC7-AFBD-362DCF45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6C9932FD-7D40-47FE-84F4-0EDBCCA1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2E82C9AE-1256-4FBE-92D6-C547EF6A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D3DAFF06-B4EA-4A92-8749-E90ECB12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UK Driving Licence Number: WILSO805219A910120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4A2D24B9-62D8-4733-81F7-9AFF456A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Isla Jackson  |  Physical Address: Flat 55, 1225 Hawthorn Cross Street, Manchester, M1 2WD, United Kingdom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80C5FE5F-2A79-4CBD-A6F5-9E5B10B8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A20CAB1F-B4CD-4FF4-9811-A72033A1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C18E5B00-32AC-4C5D-BE00-7C064F3E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UK Driving Licence Number: EVANS857199O910121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670C1DC2-5BEF-451B-86A9-7D8EC9B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Evie Robinson  |  Physical Address: Flat 56, 1262 Kingfisher Cross Street, Nottingham, NG1 2AS, United Kingdom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D80FDDEA-8ED7-4C3B-A7BD-08283AD5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3693B861-D928-41E9-90A3-4FFACB88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4A321390-6116-4F71-866D-18E96EFB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UK Driving Licence Number: CLARK809169I910122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F372FB76-4AB8-44AC-B478-4A12396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Freya Edwards  |  Physical Address: Flat 57, 1299 Mill Cross Street, London, SW1A 2AA, United Kingdom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53D20C8D-2D07-41DD-866A-101DE47E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8A1459BC-C7F5-4D3D-8D9E-A592080A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DE582081-D6EA-46DE-8FA6-2B87E0E1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UK Driving Licence Number: TAYLO861149G910123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74CB1679-F9AB-42AD-930D-DFDE9C14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Sophia Walker  |  Physical Address: Flat 58, 1336 Orchard Cross Street, Edinburgh, EH1 1YZ, United Kingdom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F703E11C-070B-45CC-B625-FCE990C0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402BDC39-6CF0-4809-9FF5-9640F9CA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2AB9EF09-6E7C-43BF-8E1E-E062A87D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UK Driving Licence Number: ROBIN901120A910124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F77C3476-84FC-4719-9138-FA48D94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Harry Brown  |  Physical Address: Flat 59, 1373 Station Cross Street, Cambridge, CB1 1BH, United Kingdom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D1A9AEAA-C8D5-4B9D-96B7-26C24187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0B8A4FEE-2A47-4B91-BE55-F7DDE333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0450141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383F29D0-BEB9-48F1-8E4D-DECC05A4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67C1B549-964F-4D5E-83AA-C5D82D0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1F55BFD1-E355-4F4B-97A2-737B005A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A374D9BC-2E1E-40FA-BB77-E94FD219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UK Driving Licence Number: GREEN953120A910125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1AD5DD1F-0A4E-496B-B69B-32A02449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Evie Green  |  Physical Address: Flat 60, 1410 Victoria Cross Street, Cardiff, CF10 2HE, United Kingdom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43831A1E-04F9-4D9A-87A9-57BD5C42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8618DF44-EF56-4FD4-AE85-A198DEDF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612AC9AA-AB35-4338-A8B7-0220C99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UK Driving Licence Number: EDWAR905100M910126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B45BE98A-4D1F-4891-B7F0-5248809B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Freya Johnson  |  Physical Address: Flat 61, 1447 Abbey Gate Street, Sheffield, S1 2BJ, United Kingdom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A3878757-5B5A-4D0C-8584-E4984C03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DCE91F8D-DCB4-4FA7-BCBC-18AD9D67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30AA3AD4-DBBC-40E8-9BD7-3DB3E48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UK Driving Licence Number: JOHNS957080J910127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E19ECF53-673F-4A45-AAF8-2F1502FA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Jack Jackson  |  Physical Address: Flat 62, 1484 Bramble Gate Street, Leeds, LS1 4AP, United Kingdom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4F3D2930-576A-42F4-901E-C12B7251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222A147E-87F3-4A80-946A-6B06AB30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D9CDC475-E109-4103-9668-45CD3198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UK Driving Licence Number: WALKE909050S910128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FD7935C9-443B-40F3-A3EB-407BDC79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Oliver Wright  |  Physical Address: Flat 63, 1521 Cedar Gate Street, Leicester, LE1 5YP, United Kingdom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E6994AB5-9BB2-4EE3-AA19-1BA5435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2FA3D83E-83BD-45CB-8F34-42950EEC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32674D8A-E65D-401D-9F84-BA7C27EB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UK Driving Licence Number: JACKS961030H910129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48F6E79E-0FEA-4CB4-8F56-7714DB64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James Edwards  |  Physical Address: Flat 64, 1558 Church Gate Street, Birmingham, B1 1BB, United Kingdom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EB8961D8-A47D-4D81-9397-DA88C8D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2BCBF431-8983-4875-BFF7-A18FA01F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3771253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9A0607BB-F51E-498A-A991-54B27F69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CE17268F-E011-443E-B2A5-DE3114E6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530F9548-0687-4904-A58A-C8C50BDE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99B8B625-42FF-48D8-9768-0450B958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UK Driving Licence Number: BROWN901011G910130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41B85303-8CC2-4172-A555-D6CFB876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Thomas Walker  |  Physical Address: Flat 65, 1595 Crown Gate Street, Liverpool, L1 8JQ, United Kingdom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E3C930C8-8AF8-4F39-9444-36E63DE3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CF1249C0-4C6D-4842-B8CD-DD0B8524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FF27CE56-E811-4F08-98F5-7E2A6906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UK Driving Licence Number: WRIGH953011C910131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7B9737EA-F2C4-4B39-B40E-17F1B25B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Jack Brown  |  Physical Address: Flat 66, 1632 Elm Gate Street, Aberdeen, AB10 1AN, United Kingdom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EB26CCC0-C3F6-4AEE-BD81-671AA4D6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883458C8-6B23-41EA-BAC7-9FC7CDC8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57F9DD9F-3846-4B95-A4D0-7613E758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UK Driving Licence Number: HALL9904291L910132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8B887DCE-E2CF-41D3-85E0-35B369A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Oliver Hall  |  Physical Address: Flat 67, 1669 Hawthorn Gate Street, Bristol, BS1 4ST, United Kingdom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28A7B2E5-D90E-43C6-987F-E609C44E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D74155B7-AFBB-489E-92C7-1A0E7339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4990874E-6777-40B0-A4A3-5D9EBBB4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UK Driving Licence Number: SMITH956271T910133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3485C55F-328F-49E8-B80B-5543DAB3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James Johnson  |  Physical Address: Flat 68, 1706 Kingfisher Gate Street, Oxford, OX1 1AA, United Kingdom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D4C18656-1B8F-46D6-AE81-20479D67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21FE4459-05F9-4CF6-BC75-32FBA897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C51C4EBA-1951-437B-9C00-387899E2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UK Driving Licence Number: DAVIE908251F910134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55B25F5C-0556-4D27-B159-5DEA6405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Thomas Jackson  |  Physical Address: Flat 69, 1743 Mill Gate Street, Glasgow, G1 2FF, United Kingdom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5691F8B9-0F5F-4137-90FC-90E5A280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C6E59D83-B906-44CF-B043-16306FE1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4098928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DCCB9579-592B-43E1-9F82-9066A466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D52028A8-9B2A-4B83-A93D-822EF08C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815F3611-F791-4660-9200-0895A8B7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8EF9022F-A1B0-4199-9C11-D2BD388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UK Driving Licence Number: WHITE960231O910135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A15FD4AF-491F-44EF-87CF-76C67EA6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Jack Wright  |  Physical Address: Flat 70, 1780 Orchard Gate Street, Newcastle, NE1 4LP, United Kingdom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761C9D70-7AA2-443E-8C0B-47460AE1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6ABE619F-31E3-48E8-A2B4-24B3736A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1EAC5F29-D2DE-4061-A613-1C6A4EA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UK Driving Licence Number: WOOD9912211E910136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531D8FC4-3600-45CE-B60C-1906E56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Oliver Smith  |  Physical Address: Flat 71, 1817 Station Gate Street, Manchester, M1 2WD, United Kingdom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15623AB9-C8F9-4A8F-9E54-7DB5666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6CFBB641-1FA6-4877-AFE9-95FAE7D1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CC2FC86E-7B4B-4DE6-8A38-D031D738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UK Driving Licence Number: WILLI952182W910137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9B6F3D41-84C9-4402-80F4-2A5FFEA3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James Walker  |  Physical Address: Flat 72, 1854 Victoria Gate Street, Nottingham, NG1 2AS, United Kingdom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17228B28-310D-488F-9E4E-A7420BC1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ED3EFDF3-D629-4252-8863-D0380E3B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70631C62-34C1-4480-AECD-093369C7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UK Driving Licence Number: THOMP904172S910138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7A17B74D-080B-41E1-B168-B4A45173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Thomas Brown  |  Physical Address: Flat 1, 1891 Abbey Close Lane, London, SW1A 2AA, United Kingdom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DCB7544D-CD44-4227-8D53-9B6CC4EF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F1BBB13C-9144-4845-9908-05A26CB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7190BA4F-2450-460D-8A71-B3BAC4B9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UK Driving Licence Number: THOMA956152J910139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5409526F-3A7E-475A-A0F9-67144801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Jack Hall  |  Physical Address: Flat 2, 1928 Bramble Close Lane, Edinburgh, EH1 1YZ, United Kingdom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F242F9D1-4463-4289-8F23-60BCAC06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767BEA03-1772-4214-A80E-D752E18B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789834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DA75854B-2BAE-4977-958D-20838E61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B2D1D829-48A9-45BA-A1BD-7E2E7A92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5F086277-207F-4BDB-B76E-DF1663E9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5319C26B-BA93-4F68-A05F-3E58671D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UK Driving Licence Number: JONES908132E910140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2DE8BA0F-92B8-4C5F-8D3A-1128D88E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Oliver Davies  |  Physical Address: Flat 3, 1965 Cedar Close Lane, Cambridge, CB1 1BH, United Kingdom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AD032D06-57E8-4210-AF42-BBBB750E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9BACCEA4-50A1-4F87-9408-65408C36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234E3D60-E916-4618-9A47-07CB4CE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UK Driving Licence Number: PATEL960112H910141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56EAA454-B402-4AA5-8D0C-D4007C87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James Jackson  |  Physical Address: Flat 4, 2002 Church Close Lane, Cardiff, CF10 2HE, United Kingdom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2010A4C0-0EC5-42C9-B79A-0E0A4ED4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60F88B2D-7EEF-4F34-B720-B99349A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9654C180-5970-42BB-9832-1A73BDDD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UK Driving Licence Number: ROBER912092L910142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9FF9C391-35A3-4305-8172-5C8B6D7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Thomas Wright  |  Physical Address: Flat 5, 2039 Crown Close Lane, Sheffield, S1 2BJ, United Kingdom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169337CB-F46C-45ED-AA76-DA69C9D6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BD0156DF-6EF2-49FA-A42A-00FE543E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E2E0D5CC-A306-4756-BC5F-0013799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UK Driving Licence Number: HARRI952063E910143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804F88BF-3614-4D52-A3FB-AB94502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Freya Smith  |  Physical Address: Flat 6, 2076 Elm Close Lane, Leeds, LS1 4AP, United Kingdom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80C20447-78C7-4B75-A9CE-ABBCC8DB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C09F8A35-860D-4CDE-B30E-CEEF3A6A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AFB0BA5B-7688-4B2F-B125-D186C9B2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UK Driving Licence Number: JOHNS904063A910144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EFBFDBD9-9BF4-4955-9E8F-D245A284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Oliver White  |  Physical Address: Flat 7, 2113 Hawthorn Close Lane, Leicester, LE1 5YP, United Kingdom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1901580A-FCF8-454E-81C7-E58C8758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DD7C0502-7BCA-4E04-B4D8-ABE3460F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3119260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337542BB-7C7B-4C9A-B1D0-33822CE3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Drivers License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1D0644AF-018E-4A29-BF09-B559D057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B51561BF-F8F0-49D6-A755-4A0202D4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9F9C2E77-A34E-4ED9-BB91-5902BC1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UK Driving Licence Number: WALKE956043O910145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7479E505-E6FC-4274-AD4F-73CCCBF5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James Brown  |  Physical Address: Flat 8, 2150 Kingfisher Close Lane, Birmingham, B1 1BB, United Kingdom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7C0DC34A-0584-425E-9583-13EBE157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8F42978E-7D98-491A-B28A-03514B4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8A2A6152-B877-4144-AEAF-36254F88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UK Driving Licence Number: JACKS908023I910146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542BB559-D6B0-4B9A-B23E-34DD0FB8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Thomas Hall  |  Physical Address: Flat 9, 2187 Mill Close Lane, Liverpool, L1 8JQ, United Kingdom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1FD5F979-1F31-4390-8714-00EE56DB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222AE9D0-CEAE-47DA-9A32-A891D614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23062771-7ACD-44FF-8BB9-40D6E825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UK Driving Licence Number: BROWN959303G910147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1AA9D5F1-CEF3-4876-A3C7-963713E9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Jack Davies  |  Physical Address: Flat 10, 2224 Orchard Close Lane, Aberdeen, AB10 1AN, United Kingdom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237E1565-658D-4B8C-8948-60927FDF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9103C7C9-07D4-473A-ABA8-9D7F4E3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16C2C879-AB3B-4F5C-AC8C-B8043E9D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UK Driving Licence Number: WRIGH911283A910148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89DB9F68-50EE-43B4-9673-D339C34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Oliver Wood  |  Physical Address: Flat 11, 2261 Station Close Lane, Bristol, BS1 4ST, United Kingdom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92B17BDC-6870-4A6E-A6D2-F3DABAEC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CA35FEB7-5C07-4323-9E11-C3163800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38C3CA95-A2DE-4D05-A931-6551B3C6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UK Driving Licence Number: HALL9951264A910149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145169D9-04E2-4CDA-83EC-38ABCBBD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James Wright  |  Physical Address: Flat 12, 2298 Victoria Close Lane, Oxford, OX1 1AA, United Kingdom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86E8FB8E-2152-4216-B58A-82C31628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DVLA UK driving licence number; driver licence; United Kingdom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B1BFF950-E2D4-41DE-9ECF-AC3ED6CE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013189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2026-07-31T08:57:29.6150000Z</dcterms:created>
  <dcterms:modified xsi:type="dcterms:W3CDTF">2026-07-31T08:57:29.6150000Z</dcterms:modified>
</coreProperties>
</file>
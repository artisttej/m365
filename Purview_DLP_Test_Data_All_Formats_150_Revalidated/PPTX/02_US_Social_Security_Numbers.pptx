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624a7db45749e6" /><Relationship Type="http://schemas.openxmlformats.org/officeDocument/2006/relationships/extended-properties" Target="/docProps/app.xml" Id="Rb763177590504276" /><Relationship Type="http://schemas.openxmlformats.org/officeDocument/2006/relationships/officeDocument" Target="/ppt/presentation.xml" Id="R4a242dbaa39a40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c70511376412b"/>
  </p:sldMasterIdLst>
  <p:notesMasterIdLst>
    <p:notesMasterId xmlns:r="http://schemas.openxmlformats.org/officeDocument/2006/relationships" r:id="R1ec8e810302e45b2"/>
  </p:notesMasterIdLst>
  <p:sldIdLst>
    <p:sldId xmlns:r="http://schemas.openxmlformats.org/officeDocument/2006/relationships" id="256" r:id="R60bb825985034e75"/>
    <p:sldId xmlns:r="http://schemas.openxmlformats.org/officeDocument/2006/relationships" id="257" r:id="R39b136c173f348b3"/>
    <p:sldId xmlns:r="http://schemas.openxmlformats.org/officeDocument/2006/relationships" id="258" r:id="Rce3b5e10692a4c80"/>
    <p:sldId xmlns:r="http://schemas.openxmlformats.org/officeDocument/2006/relationships" id="259" r:id="R81b2f138972a4092"/>
    <p:sldId xmlns:r="http://schemas.openxmlformats.org/officeDocument/2006/relationships" id="260" r:id="R6e88cae9d57f41fa"/>
    <p:sldId xmlns:r="http://schemas.openxmlformats.org/officeDocument/2006/relationships" id="261" r:id="R6c1977038e864c57"/>
    <p:sldId xmlns:r="http://schemas.openxmlformats.org/officeDocument/2006/relationships" id="262" r:id="Rd18d2cc06cd54de1"/>
    <p:sldId xmlns:r="http://schemas.openxmlformats.org/officeDocument/2006/relationships" id="263" r:id="Rd31f85daac0140b2"/>
    <p:sldId xmlns:r="http://schemas.openxmlformats.org/officeDocument/2006/relationships" id="264" r:id="R3e205b86c8f74c5c"/>
    <p:sldId xmlns:r="http://schemas.openxmlformats.org/officeDocument/2006/relationships" id="265" r:id="R86a564bc0ff84ba5"/>
    <p:sldId xmlns:r="http://schemas.openxmlformats.org/officeDocument/2006/relationships" id="266" r:id="R8b85a12a960c486a"/>
    <p:sldId xmlns:r="http://schemas.openxmlformats.org/officeDocument/2006/relationships" id="267" r:id="R1135583a75904b6d"/>
    <p:sldId xmlns:r="http://schemas.openxmlformats.org/officeDocument/2006/relationships" id="268" r:id="R66d54f4739334f5b"/>
    <p:sldId xmlns:r="http://schemas.openxmlformats.org/officeDocument/2006/relationships" id="269" r:id="R450027291ea24656"/>
    <p:sldId xmlns:r="http://schemas.openxmlformats.org/officeDocument/2006/relationships" id="270" r:id="R5a258a11c5ad43ee"/>
    <p:sldId xmlns:r="http://schemas.openxmlformats.org/officeDocument/2006/relationships" id="271" r:id="Re42e15cc2f274fff"/>
    <p:sldId xmlns:r="http://schemas.openxmlformats.org/officeDocument/2006/relationships" id="272" r:id="Rac2e6ec536cf413e"/>
    <p:sldId xmlns:r="http://schemas.openxmlformats.org/officeDocument/2006/relationships" id="273" r:id="R08a4c2c5e5284a8a"/>
    <p:sldId xmlns:r="http://schemas.openxmlformats.org/officeDocument/2006/relationships" id="274" r:id="R91c78d7a3d964b5b"/>
    <p:sldId xmlns:r="http://schemas.openxmlformats.org/officeDocument/2006/relationships" id="275" r:id="R9b03b114c4ff421c"/>
    <p:sldId xmlns:r="http://schemas.openxmlformats.org/officeDocument/2006/relationships" id="276" r:id="R1a6b0c4d7c154858"/>
    <p:sldId xmlns:r="http://schemas.openxmlformats.org/officeDocument/2006/relationships" id="277" r:id="R2f070dc3dc174e05"/>
    <p:sldId xmlns:r="http://schemas.openxmlformats.org/officeDocument/2006/relationships" id="278" r:id="R509fcdbe37554e13"/>
    <p:sldId xmlns:r="http://schemas.openxmlformats.org/officeDocument/2006/relationships" id="279" r:id="R78067c7ca7a9443f"/>
    <p:sldId xmlns:r="http://schemas.openxmlformats.org/officeDocument/2006/relationships" id="280" r:id="Rfed335b057984e56"/>
    <p:sldId xmlns:r="http://schemas.openxmlformats.org/officeDocument/2006/relationships" id="281" r:id="R6b537b9662a74b9e"/>
    <p:sldId xmlns:r="http://schemas.openxmlformats.org/officeDocument/2006/relationships" id="282" r:id="Rfaf89689387f4c7a"/>
    <p:sldId xmlns:r="http://schemas.openxmlformats.org/officeDocument/2006/relationships" id="283" r:id="R0b28cf3689aa44d0"/>
    <p:sldId xmlns:r="http://schemas.openxmlformats.org/officeDocument/2006/relationships" id="284" r:id="R7751b7002d0946db"/>
    <p:sldId xmlns:r="http://schemas.openxmlformats.org/officeDocument/2006/relationships" id="285" r:id="R0cd638bd3eb140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547db26ab6417a" /><Relationship Type="http://schemas.openxmlformats.org/officeDocument/2006/relationships/slideMaster" Target="/ppt/slideMasters/slideMaster1.xml" Id="Rf8fc70511376412b" /><Relationship Type="http://schemas.openxmlformats.org/officeDocument/2006/relationships/notesMaster" Target="/ppt/notesMasters/notesMaster1.xml" Id="R1ec8e810302e45b2" /><Relationship Type="http://schemas.openxmlformats.org/officeDocument/2006/relationships/presProps" Target="/ppt/presProps.xml" Id="R7acc3029ec614af0" /><Relationship Type="http://schemas.openxmlformats.org/officeDocument/2006/relationships/tableStyles" Target="/ppt/tableStyles.xml" Id="R1f148a41cc134817" /><Relationship Type="http://schemas.openxmlformats.org/officeDocument/2006/relationships/slide" Target="/ppt/slides/slide1.xml" Id="R60bb825985034e75" /><Relationship Type="http://schemas.openxmlformats.org/officeDocument/2006/relationships/slide" Target="/ppt/slides/slide2.xml" Id="R39b136c173f348b3" /><Relationship Type="http://schemas.openxmlformats.org/officeDocument/2006/relationships/slide" Target="/ppt/slides/slide3.xml" Id="Rce3b5e10692a4c80" /><Relationship Type="http://schemas.openxmlformats.org/officeDocument/2006/relationships/slide" Target="/ppt/slides/slide4.xml" Id="R81b2f138972a4092" /><Relationship Type="http://schemas.openxmlformats.org/officeDocument/2006/relationships/slide" Target="/ppt/slides/slide5.xml" Id="R6e88cae9d57f41fa" /><Relationship Type="http://schemas.openxmlformats.org/officeDocument/2006/relationships/slide" Target="/ppt/slides/slide6.xml" Id="R6c1977038e864c57" /><Relationship Type="http://schemas.openxmlformats.org/officeDocument/2006/relationships/slide" Target="/ppt/slides/slide7.xml" Id="Rd18d2cc06cd54de1" /><Relationship Type="http://schemas.openxmlformats.org/officeDocument/2006/relationships/slide" Target="/ppt/slides/slide8.xml" Id="Rd31f85daac0140b2" /><Relationship Type="http://schemas.openxmlformats.org/officeDocument/2006/relationships/slide" Target="/ppt/slides/slide9.xml" Id="R3e205b86c8f74c5c" /><Relationship Type="http://schemas.openxmlformats.org/officeDocument/2006/relationships/slide" Target="/ppt/slides/slide10.xml" Id="R86a564bc0ff84ba5" /><Relationship Type="http://schemas.openxmlformats.org/officeDocument/2006/relationships/slide" Target="/ppt/slides/slide11.xml" Id="R8b85a12a960c486a" /><Relationship Type="http://schemas.openxmlformats.org/officeDocument/2006/relationships/slide" Target="/ppt/slides/slide12.xml" Id="R1135583a75904b6d" /><Relationship Type="http://schemas.openxmlformats.org/officeDocument/2006/relationships/slide" Target="/ppt/slides/slide13.xml" Id="R66d54f4739334f5b" /><Relationship Type="http://schemas.openxmlformats.org/officeDocument/2006/relationships/slide" Target="/ppt/slides/slide14.xml" Id="R450027291ea24656" /><Relationship Type="http://schemas.openxmlformats.org/officeDocument/2006/relationships/slide" Target="/ppt/slides/slide15.xml" Id="R5a258a11c5ad43ee" /><Relationship Type="http://schemas.openxmlformats.org/officeDocument/2006/relationships/slide" Target="/ppt/slides/slide16.xml" Id="Re42e15cc2f274fff" /><Relationship Type="http://schemas.openxmlformats.org/officeDocument/2006/relationships/slide" Target="/ppt/slides/slide17.xml" Id="Rac2e6ec536cf413e" /><Relationship Type="http://schemas.openxmlformats.org/officeDocument/2006/relationships/slide" Target="/ppt/slides/slide18.xml" Id="R08a4c2c5e5284a8a" /><Relationship Type="http://schemas.openxmlformats.org/officeDocument/2006/relationships/slide" Target="/ppt/slides/slide19.xml" Id="R91c78d7a3d964b5b" /><Relationship Type="http://schemas.openxmlformats.org/officeDocument/2006/relationships/slide" Target="/ppt/slides/slide20.xml" Id="R9b03b114c4ff421c" /><Relationship Type="http://schemas.openxmlformats.org/officeDocument/2006/relationships/slide" Target="/ppt/slides/slide21.xml" Id="R1a6b0c4d7c154858" /><Relationship Type="http://schemas.openxmlformats.org/officeDocument/2006/relationships/slide" Target="/ppt/slides/slide22.xml" Id="R2f070dc3dc174e05" /><Relationship Type="http://schemas.openxmlformats.org/officeDocument/2006/relationships/slide" Target="/ppt/slides/slide23.xml" Id="R509fcdbe37554e13" /><Relationship Type="http://schemas.openxmlformats.org/officeDocument/2006/relationships/slide" Target="/ppt/slides/slide24.xml" Id="R78067c7ca7a9443f" /><Relationship Type="http://schemas.openxmlformats.org/officeDocument/2006/relationships/slide" Target="/ppt/slides/slide25.xml" Id="Rfed335b057984e56" /><Relationship Type="http://schemas.openxmlformats.org/officeDocument/2006/relationships/slide" Target="/ppt/slides/slide26.xml" Id="R6b537b9662a74b9e" /><Relationship Type="http://schemas.openxmlformats.org/officeDocument/2006/relationships/slide" Target="/ppt/slides/slide27.xml" Id="Rfaf89689387f4c7a" /><Relationship Type="http://schemas.openxmlformats.org/officeDocument/2006/relationships/slide" Target="/ppt/slides/slide28.xml" Id="R0b28cf3689aa44d0" /><Relationship Type="http://schemas.openxmlformats.org/officeDocument/2006/relationships/slide" Target="/ppt/slides/slide29.xml" Id="R7751b7002d0946db" /><Relationship Type="http://schemas.openxmlformats.org/officeDocument/2006/relationships/slide" Target="/ppt/slides/slide30.xml" Id="R0cd638bd3eb1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ef2a77dd46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d7862e653d4804" /><Relationship Type="http://schemas.openxmlformats.org/officeDocument/2006/relationships/notesMaster" Target="/ppt/notesMasters/notesMaster1.xml" Id="Rcf05ceaa454549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eb03d2629e4970" /><Relationship Type="http://schemas.openxmlformats.org/officeDocument/2006/relationships/notesMaster" Target="/ppt/notesMasters/notesMaster1.xml" Id="R141875759ee64e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ecdcd2f6c49a2" /><Relationship Type="http://schemas.openxmlformats.org/officeDocument/2006/relationships/notesMaster" Target="/ppt/notesMasters/notesMaster1.xml" Id="Rfdd24b724b49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6a7b123dd4892" /><Relationship Type="http://schemas.openxmlformats.org/officeDocument/2006/relationships/notesMaster" Target="/ppt/notesMasters/notesMaster1.xml" Id="R720b4f54213340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215d10c7214103" /><Relationship Type="http://schemas.openxmlformats.org/officeDocument/2006/relationships/notesMaster" Target="/ppt/notesMasters/notesMaster1.xml" Id="R63fc4c06828c48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af49c58bc243f1" /><Relationship Type="http://schemas.openxmlformats.org/officeDocument/2006/relationships/notesMaster" Target="/ppt/notesMasters/notesMaster1.xml" Id="R6fece3025f9d47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54d3d8a7044ecb" /><Relationship Type="http://schemas.openxmlformats.org/officeDocument/2006/relationships/notesMaster" Target="/ppt/notesMasters/notesMaster1.xml" Id="R947846b4374141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1d21ab37c4b71" /><Relationship Type="http://schemas.openxmlformats.org/officeDocument/2006/relationships/notesMaster" Target="/ppt/notesMasters/notesMaster1.xml" Id="R7902be63b3004a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37bfbd0ad4612" /><Relationship Type="http://schemas.openxmlformats.org/officeDocument/2006/relationships/notesMaster" Target="/ppt/notesMasters/notesMaster1.xml" Id="Ra22ded15dbcc47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9e1b9d29fc4d00" /><Relationship Type="http://schemas.openxmlformats.org/officeDocument/2006/relationships/notesMaster" Target="/ppt/notesMasters/notesMaster1.xml" Id="R9149630ef13140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f79d90d10648a2" /><Relationship Type="http://schemas.openxmlformats.org/officeDocument/2006/relationships/notesMaster" Target="/ppt/notesMasters/notesMaster1.xml" Id="R6c2182b3117448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805d27f2a6450f" /><Relationship Type="http://schemas.openxmlformats.org/officeDocument/2006/relationships/notesMaster" Target="/ppt/notesMasters/notesMaster1.xml" Id="R221dfdb3003149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ddf977acf41d6" /><Relationship Type="http://schemas.openxmlformats.org/officeDocument/2006/relationships/notesMaster" Target="/ppt/notesMasters/notesMaster1.xml" Id="Rae8d6a9975244b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9842f4312e466e" /><Relationship Type="http://schemas.openxmlformats.org/officeDocument/2006/relationships/notesMaster" Target="/ppt/notesMasters/notesMaster1.xml" Id="R4bc6b759bfc549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66bd335e354204" /><Relationship Type="http://schemas.openxmlformats.org/officeDocument/2006/relationships/notesMaster" Target="/ppt/notesMasters/notesMaster1.xml" Id="R566baa66850648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84f73c3acd46af" /><Relationship Type="http://schemas.openxmlformats.org/officeDocument/2006/relationships/notesMaster" Target="/ppt/notesMasters/notesMaster1.xml" Id="R8d8faa5086764d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26fea70c414f81" /><Relationship Type="http://schemas.openxmlformats.org/officeDocument/2006/relationships/notesMaster" Target="/ppt/notesMasters/notesMaster1.xml" Id="Rddc8f918771649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ef6f753b6f4f18" /><Relationship Type="http://schemas.openxmlformats.org/officeDocument/2006/relationships/notesMaster" Target="/ppt/notesMasters/notesMaster1.xml" Id="Raa9d6de381a74a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ef2aef4fd54c1b" /><Relationship Type="http://schemas.openxmlformats.org/officeDocument/2006/relationships/notesMaster" Target="/ppt/notesMasters/notesMaster1.xml" Id="R6b5742b6148541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97493cd8d94727" /><Relationship Type="http://schemas.openxmlformats.org/officeDocument/2006/relationships/notesMaster" Target="/ppt/notesMasters/notesMaster1.xml" Id="R9bc1f241e85449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81705060594707" /><Relationship Type="http://schemas.openxmlformats.org/officeDocument/2006/relationships/notesMaster" Target="/ppt/notesMasters/notesMaster1.xml" Id="R664227a4a90245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1f51bd092b472b" /><Relationship Type="http://schemas.openxmlformats.org/officeDocument/2006/relationships/notesMaster" Target="/ppt/notesMasters/notesMaster1.xml" Id="R7e8df7f5b8664d2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af476ab9214225" /><Relationship Type="http://schemas.openxmlformats.org/officeDocument/2006/relationships/notesMaster" Target="/ppt/notesMasters/notesMaster1.xml" Id="Rbb09720ba3bd45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5aab0f811a4f57" /><Relationship Type="http://schemas.openxmlformats.org/officeDocument/2006/relationships/notesMaster" Target="/ppt/notesMasters/notesMaster1.xml" Id="R4ecf989a01724e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6fde370fb74cbd" /><Relationship Type="http://schemas.openxmlformats.org/officeDocument/2006/relationships/notesMaster" Target="/ppt/notesMasters/notesMaster1.xml" Id="R1fa634cdd4ac47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6abe81026904fb6" /><Relationship Type="http://schemas.openxmlformats.org/officeDocument/2006/relationships/notesMaster" Target="/ppt/notesMasters/notesMaster1.xml" Id="R3ef8e412059e41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401be9009a4e6e" /><Relationship Type="http://schemas.openxmlformats.org/officeDocument/2006/relationships/notesMaster" Target="/ppt/notesMasters/notesMaster1.xml" Id="Rdb86d3dba38544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074736924244aa6" /><Relationship Type="http://schemas.openxmlformats.org/officeDocument/2006/relationships/notesMaster" Target="/ppt/notesMasters/notesMaster1.xml" Id="Rc7b017ed893e403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b0eeac393440a1" /><Relationship Type="http://schemas.openxmlformats.org/officeDocument/2006/relationships/notesMaster" Target="/ppt/notesMasters/notesMaster1.xml" Id="Rc2b2b3e41dac4a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5eb7f76b0c4c88" /><Relationship Type="http://schemas.openxmlformats.org/officeDocument/2006/relationships/notesMaster" Target="/ppt/notesMasters/notesMaster1.xml" Id="Rf5f60edda95f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6ce936e3d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44b6f0a2f4861" /><Relationship Type="http://schemas.openxmlformats.org/officeDocument/2006/relationships/slideLayout" Target="/ppt/slideLayouts/slideLayout1.xml" Id="Rcb8c4325475f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c4325475f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f3e94fbd344d5" /><Relationship Type="http://schemas.openxmlformats.org/officeDocument/2006/relationships/notesSlide" Target="/ppt/notesSlides/notesSlide1.xml" Id="R919deb0e2c8540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a16001df44929" /><Relationship Type="http://schemas.openxmlformats.org/officeDocument/2006/relationships/notesSlide" Target="/ppt/notesSlides/notesSlide2.xml" Id="R69cb22ad2d7e44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ae7fb130747bb" /><Relationship Type="http://schemas.openxmlformats.org/officeDocument/2006/relationships/notesSlide" Target="/ppt/notesSlides/notesSlide3.xml" Id="R4d350e252a6e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943ad765a414d" /><Relationship Type="http://schemas.openxmlformats.org/officeDocument/2006/relationships/notesSlide" Target="/ppt/notesSlides/notesSlide4.xml" Id="R4536d4b756c644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640b0723541e4" /><Relationship Type="http://schemas.openxmlformats.org/officeDocument/2006/relationships/notesSlide" Target="/ppt/notesSlides/notesSlide5.xml" Id="R760a8c12853347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3acb71ed54908" /><Relationship Type="http://schemas.openxmlformats.org/officeDocument/2006/relationships/notesSlide" Target="/ppt/notesSlides/notesSlide6.xml" Id="R62b32a4dceba45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ced29f2dd4891" /><Relationship Type="http://schemas.openxmlformats.org/officeDocument/2006/relationships/notesSlide" Target="/ppt/notesSlides/notesSlide7.xml" Id="R61e41d33fb974e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77d779004e08" /><Relationship Type="http://schemas.openxmlformats.org/officeDocument/2006/relationships/notesSlide" Target="/ppt/notesSlides/notesSlide8.xml" Id="R917eaec5f78d49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367e40aba4743" /><Relationship Type="http://schemas.openxmlformats.org/officeDocument/2006/relationships/notesSlide" Target="/ppt/notesSlides/notesSlide9.xml" Id="R515c201b839b47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8907e31f04dbf" /><Relationship Type="http://schemas.openxmlformats.org/officeDocument/2006/relationships/notesSlide" Target="/ppt/notesSlides/notesSlide10.xml" Id="Rae8044bf47d147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2893989384e32" /><Relationship Type="http://schemas.openxmlformats.org/officeDocument/2006/relationships/notesSlide" Target="/ppt/notesSlides/notesSlide11.xml" Id="R3a57e61488d841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65899ef804ce6" /><Relationship Type="http://schemas.openxmlformats.org/officeDocument/2006/relationships/notesSlide" Target="/ppt/notesSlides/notesSlide12.xml" Id="R43c0535e432845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f40257424423f" /><Relationship Type="http://schemas.openxmlformats.org/officeDocument/2006/relationships/notesSlide" Target="/ppt/notesSlides/notesSlide13.xml" Id="Rfc5f523a77204f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32d0266b24f59" /><Relationship Type="http://schemas.openxmlformats.org/officeDocument/2006/relationships/notesSlide" Target="/ppt/notesSlides/notesSlide14.xml" Id="R61f129722c4a4e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fcefa2c624be9" /><Relationship Type="http://schemas.openxmlformats.org/officeDocument/2006/relationships/notesSlide" Target="/ppt/notesSlides/notesSlide15.xml" Id="R6f64a65557064b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5afc260394fb9" /><Relationship Type="http://schemas.openxmlformats.org/officeDocument/2006/relationships/notesSlide" Target="/ppt/notesSlides/notesSlide16.xml" Id="R8757c7caad434b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2af95ff6a4e32" /><Relationship Type="http://schemas.openxmlformats.org/officeDocument/2006/relationships/notesSlide" Target="/ppt/notesSlides/notesSlide17.xml" Id="R1d2e8b104ac944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1ed8713a74d25" /><Relationship Type="http://schemas.openxmlformats.org/officeDocument/2006/relationships/notesSlide" Target="/ppt/notesSlides/notesSlide18.xml" Id="R95dbab8ee54443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c9293ce3742be" /><Relationship Type="http://schemas.openxmlformats.org/officeDocument/2006/relationships/notesSlide" Target="/ppt/notesSlides/notesSlide19.xml" Id="Re2604e39bfd941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e73b575a04a01" /><Relationship Type="http://schemas.openxmlformats.org/officeDocument/2006/relationships/notesSlide" Target="/ppt/notesSlides/notesSlide20.xml" Id="R41f795b33c6043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19411c0b249b6" /><Relationship Type="http://schemas.openxmlformats.org/officeDocument/2006/relationships/notesSlide" Target="/ppt/notesSlides/notesSlide21.xml" Id="Re17489df788f4d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3553243904b4e" /><Relationship Type="http://schemas.openxmlformats.org/officeDocument/2006/relationships/notesSlide" Target="/ppt/notesSlides/notesSlide22.xml" Id="Rcaef42566eff46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d667c43174192" /><Relationship Type="http://schemas.openxmlformats.org/officeDocument/2006/relationships/notesSlide" Target="/ppt/notesSlides/notesSlide23.xml" Id="Rff821c718d6b46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9261e1c124380" /><Relationship Type="http://schemas.openxmlformats.org/officeDocument/2006/relationships/notesSlide" Target="/ppt/notesSlides/notesSlide24.xml" Id="R0f3d3dbd7e2344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d450ee9c54804" /><Relationship Type="http://schemas.openxmlformats.org/officeDocument/2006/relationships/notesSlide" Target="/ppt/notesSlides/notesSlide25.xml" Id="R95759735fcda4f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ca834e49849ff" /><Relationship Type="http://schemas.openxmlformats.org/officeDocument/2006/relationships/notesSlide" Target="/ppt/notesSlides/notesSlide26.xml" Id="Rc0cd369f5a4146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1330439844f76" /><Relationship Type="http://schemas.openxmlformats.org/officeDocument/2006/relationships/notesSlide" Target="/ppt/notesSlides/notesSlide27.xml" Id="R25fa8ac3b2fb45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002ed06004fbb" /><Relationship Type="http://schemas.openxmlformats.org/officeDocument/2006/relationships/notesSlide" Target="/ppt/notesSlides/notesSlide28.xml" Id="Rdc8754d0cd3742c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135836a0541ba" /><Relationship Type="http://schemas.openxmlformats.org/officeDocument/2006/relationships/notesSlide" Target="/ppt/notesSlides/notesSlide29.xml" Id="R1e1453ff41994e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61a58b53a4006" /><Relationship Type="http://schemas.openxmlformats.org/officeDocument/2006/relationships/notesSlide" Target="/ppt/notesSlides/notesSlide30.xml" Id="R550bb28c590149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DA6D602E-AAF7-44D3-867C-BA47CDC9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EFE4F821-B809-4BC3-B605-8BBC178C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7064D686-D59A-4163-B15F-893631EC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F685BAC0-B47D-4EB5-8F6B-F8519F1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Social Security Number: 101-11-1001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048B9D60-47B3-459D-A561-9E0077E6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Robert Aragon  |  Physical Address: 6665 Meadow Oak Avenue, Minneapolis, MN 55401,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48268088-C18B-497A-B1EF-92B0188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03809FE0-796D-42BF-9062-D2C7D8A4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49469DA3-B047-43BD-AB57-7DA7C9A9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Social Security Number: 102-12-1002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8A432D71-FA09-4F49-B871-41B9D87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Ashley Borden  |  Physical Address: 6702 Highland Oak Avenue, Seattle, WA 98101,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2F1FCEF4-58BF-46A2-BB3C-0E20C29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04372734-F0B4-41E2-994B-47DE3091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DFCA9F8D-AF0B-4EF7-AD8B-FF7C652E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Social Security Number: 103-13-1003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00CF4BEA-6F49-423F-B915-8C71A40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Conley  |  Physical Address: 6739 Sunset Oak Avenue, Charlotte, NC 28202,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13D3D27E-F765-4D06-B7AD-084328A4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38AE9856-4D1C-49DE-A932-DE274D5A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1A1DCBD1-4B0B-413F-8E27-3D91739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Social Security Number: 104-14-1004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421998BC-D085-47A8-A985-A6E27062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Susan Davis  |  Physical Address: 6776 Pine Oak Avenue, Salt Lake City, UT 84101,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A59CBEE3-F1C4-4E7B-A62A-5651FB54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68F26797-AD6E-4815-9CC1-9020ABD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511C6B96-AAC9-4D16-A7EE-40BBE2B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Social Security Number: 105-15-1005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545BE564-53ED-4FDD-8314-C5AB42A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Christopher Diaz  |  Physical Address: 6813 Lake Oak Avenue, Atlanta, GA 30303,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60054E93-6879-4DF0-9157-45EC4B9D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E4B24494-022C-4EC4-9A3C-1559577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7885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386390DB-98A1-4DD3-9733-D5C65C8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2D1931DB-0B4F-416C-BBCC-A5BA1D52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4423D678-8BCA-450C-9C63-A4E413B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1CAF4E1F-6DE1-4C76-A16D-00F057FD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Social Security Number: 106-16-1006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EDB6AE0A-6B59-4268-97F1-DD7D06C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Samuel Garcia  |  Physical Address: 6850 Forest Oak Avenue, Columbus, OH 43215,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AF86F644-91AE-4C59-9F17-73E249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A99F0CEA-8784-4734-9AB7-A20074D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82153904-C42E-4717-B3D5-BC8FE266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Social Security Number: 107-17-1007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E091EE08-FD84-4ED5-AA9E-B5E69DAD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Henry Wilson  |  Physical Address: 6887 Silver Ridge Avenue, Phoenix, AZ 85004,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9E89EF58-D3EF-4FB5-9731-19BCBDF8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209A6E54-6C4F-4841-937A-88BF00B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44344112-762A-4ECE-AED6-FCA042B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Social Security Number: 108-18-1008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5C403186-CDF2-437F-9D28-125C8B9B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Mason Lewis  |  Physical Address: 6924 Golden Ridge Avenue, Philadelphia, PA 19103,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768FC5C9-E0C0-4929-A329-8130393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33FC9579-4BE0-43D4-BC73-D12097C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C5DDA156-72DF-49F3-8038-F8F239A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Social Security Number: 109-19-1009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DB4085CA-A254-468F-8A57-E67336A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Liam Thomas  |  Physical Address: 6961 Cedar Ridge Avenue, Denver, CO 80202,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B0B8B352-C99A-4564-B1EE-EA1D6AF7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16ECD5B6-6AE0-45FB-BF2C-13528430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6493B15D-A5FD-4226-AF64-82102F14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Social Security Number: 110-20-1010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A9E12E47-91E1-4669-8787-95F66538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Samuel Hall  |  Physical Address: 6998 Willow Ridge Avenue, Nashville, TN 37219,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7ABA8A2C-16AC-4BB3-B543-9FD979C0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D56DE4B8-F1DA-4D20-991C-EC52AB7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6488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3A46C9D2-3938-40EF-B859-D370B1A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1E51239B-C376-4A73-9C39-2BD6A4D8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791A09C5-610E-4BA7-A580-748AEA7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AA22130E-ADEF-4248-8CC4-62D8A55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Social Security Number: 111-21-1011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F771FA27-B190-412E-990F-6EBE1EA2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Henry Harris  |  Physical Address: 7035 Maple Ridge Avenue, Austin, TX 78701,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7F61492E-EAE2-4452-A531-F952C13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BB30ABE5-0D92-4114-901E-C7981A09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E915359F-3824-4D90-B5EC-BE0CB3C4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Social Security Number: 112-22-1012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040AC253-AC9A-4CAE-A2AF-A893C18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Mason Brown  |  Physical Address: 7072 River Ridge Avenue, Chicago, IL 60601,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E43D436A-D419-4C75-B7BE-182AF091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6957F9AD-E83E-4462-83A2-58FDFC34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89CFD342-098D-4E8E-9ABA-6B02AB5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Social Security Number: 113-23-1013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9D2A9A13-6F07-4ECF-A731-228A41B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Liam Martinez  |  Physical Address: 7109 Meadow Ridge Avenue, Richmond, VA 23219,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A92E10DA-E404-46A5-8B5D-6C8D3022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80A0712B-4535-44CC-AF81-2C5C2FE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AF32FBD0-4C49-4785-AE56-34653694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Social Security Number: 114-24-1014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14BD2AEE-2A92-4489-9F60-A5C87B7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Samuel Wilson  |  Physical Address: 7146 Highland Ridge Avenue, Portland, OR 97205,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9DCB0E35-9A05-4DE8-88AE-5DE15FDF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F7C7D4D3-BA97-4DA2-ACE4-EC69878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08109016-FDFD-4BF0-A332-8D206924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Social Security Number: 115-25-1015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6662960E-8DD9-4235-9C19-451D9F0B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Henry Lewis  |  Physical Address: 7183 Sunset Ridge Avenue, San Diego, CA 92101,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92A923EC-6AB2-4FCE-915F-290E11E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196405B4-26C7-4499-8390-59B0F99A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27235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832728A3-C526-4A2A-B7E1-6B031EB7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4FFBCD06-4242-485E-BAA1-C0B4799E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94B7A6FD-B9E7-45AC-8AC1-E265999E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BC0E9C4-FF58-4055-9E9F-080CEF29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Social Security Number: 116-26-1016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627F66AA-0578-4B1A-889B-EB44F1F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Mason Thomas  |  Physical Address: 7220 Pine Ridge Avenue, Boston, MA 02108,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7935AA7B-776A-48FB-BDAA-BEF8C1A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E812E723-7619-4ED7-B3E1-6A2FAF2F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8B1BB7B5-2CB4-45DD-97D5-CF895CDB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Social Security Number: 117-27-1017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DA007811-D599-45F0-BA65-6425D3F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Isabella Allen  |  Physical Address: 7257 Lake Ridge Avenue, Minneapolis, MN 55401,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904D996B-87CE-4A3B-8D2E-EE6D696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F7C344CA-F014-4D2F-9169-772E74F5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A54A563B-069A-44EB-8F0D-0AEF02E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Social Security Number: 118-28-1018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DCC3D5DA-A858-45F8-A735-42523171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Samuel Harris  |  Physical Address: 7294 Forest Ridge Avenue, Seattle, WA 98101,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3E08FD33-E6D1-4FEA-B22C-A8E9845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3530D232-5364-4D1D-AAE8-46434A07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723A6A58-1CBB-4E89-817A-8762032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Social Security Number: 119-29-1019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4456DE55-9F68-43B4-89E4-CBB9BAD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Amelia Brown  |  Physical Address: 7331 Silver Glen Avenue, Charlotte, NC 28202,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702B7ACA-BD44-47C8-BAA9-BCA48893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54AD561B-7F47-4D03-82D4-99E5A00F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2D4B2587-B437-45A3-9E70-729A2641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Social Security Number: 120-30-1020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990D88E0-C839-4FB2-ABB8-12BE160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Sophia Martinez  |  Physical Address: 7368 Golden Glen Avenue, Salt Lake City, UT 84101,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DE6195F0-2E8E-4B7B-841A-F82A385E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2FCEA997-2346-4DA8-A49B-FDA67C1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5771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21BD4079-565D-4C41-81A8-5B2801E4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8E1A611B-7337-4801-A28E-8AE7CF4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258AF981-9B37-4483-A1AB-51097209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24DE52A0-39F8-4078-97F7-9B03B72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Social Security Number: 121-31-1021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273F5B5A-1C4B-400F-B3B5-DF2D1027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Olivia Moore  |  Physical Address: 7405 Cedar Glen Avenue, Atlanta, GA 30303,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EC97FA48-3A2B-43E8-9619-54AA53EC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F8CC9FD7-2A7F-496E-8A15-055D5CC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2D28A7F3-7FB3-463C-A45F-337528AB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Social Security Number: 122-32-1022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7925612E-E206-4328-9A94-148D83E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Evelyn Lewis  |  Physical Address: 7442 Willow Glen Avenue, Columbus, OH 43215,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0F015DEB-05A3-4C4C-B543-DFFB393F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A6609546-AE8A-4368-97C3-F84A7C8B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FC4493EA-4D91-4A6F-BFEE-FA7F3A0E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Social Security Number: 123-33-1023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9198BC0A-615D-4437-860F-3DFB141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Amelia Thomas  |  Physical Address: 7479 Maple Glen Avenue, Phoenix, AZ 85004,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7981950B-1D4B-46A3-BF88-3092BC85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7ABE34BE-068B-4F8D-9113-915500A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414076FA-7D24-4009-8D53-32DDBDDE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Social Security Number: 124-34-1024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42AA8EA7-B3E7-489C-BA94-D4F870F7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Sophia Allen  |  Physical Address: 7516 River Glen Avenue, Philadelphia, PA 19103,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F965283E-03B6-4B77-AF40-511FC1B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7066FDD6-B2B6-4368-8318-A900943A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86C118EF-D2EE-4186-BF5E-AEF85FD1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Social Security Number: 125-35-1025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FEC49306-8818-43B7-B8D6-C7D15C1E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Olivia Martin  |  Physical Address: 7553 Meadow Glen Avenue, Denver, CO 80202,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45D59D8D-4CBD-40E9-8BE7-47B66A5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8C98665C-13C2-47FF-A084-4E87299C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3168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FAF1CA23-3908-40A1-B34B-ED1DC6A2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EBB066FC-CE75-4583-8262-062FBF6B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81DE966C-9A32-4F32-AE40-B5D5C5AC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7CF0C93D-F9BD-4B11-B08A-D6DA0A24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Social Security Number: 126-36-1026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B2DE528B-86D1-4068-B4B1-451BA3F2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Evelyn Brown  |  Physical Address: 7590 Highland Glen Avenue, Nashville, TN 37219,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93C634E9-18B7-435F-8471-942C006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4A228387-A4D0-409D-9638-C867AEF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4CEDA8BA-AF6E-469B-AC73-69D73E36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Social Security Number: 127-37-1027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05372F3B-1273-4ADA-AA9D-000A2C0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Amelia Martinez  |  Physical Address: 7627 Sunset Glen Avenue, Austin, TX 78701,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A3BECD3F-2C8F-465B-B1EB-C36D1E23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6F143A3C-7F10-4E25-89BC-8F5B5624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F7C7FAE9-18D1-4BAD-B00D-211BFD0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Social Security Number: 128-38-1028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DEBB5178-00DB-425D-820B-2E445B45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Sophia Moore  |  Physical Address: 7664 Pine Glen Avenue, Chicago, IL 60601,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7F5FD842-DCCA-4DA6-B17C-D81220B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CD7963FC-A20D-484A-9B5A-957EB0CF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C6C3D78F-9789-434F-ADBE-A0F5036C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Social Security Number: 129-39-1029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FD0B2A50-57BD-4E9B-85D8-63171E7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Olivia Lee  |  Physical Address: 7701 Lake Glen Avenue, Richmond, VA 23219,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1A51E0C5-5CD8-4257-AF48-3ABBBAD2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5795CC78-CA5F-408C-839B-A8933818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6B8FE6F1-4B1E-49CD-96DE-49ED307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Social Security Number: 130-40-1030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613A3134-15A1-417A-9A61-9056841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Evelyn Thomas  |  Physical Address: 7738 Forest Glen Avenue, Portland, OR 97205,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FE90B314-26A5-4970-82BA-D618685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70130B3C-868D-49C1-B042-AEA421C9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57941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4141A699-DAD8-4A52-9BBB-AFA392F8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16051A61-C95A-480F-8E38-3EAF1CD7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9813093B-4EE4-41AD-A2F9-E72FBD9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224110CE-2EE8-4BD2-893D-EB8AD99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Social Security Number: 131-41-1031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C2F2192C-7DBB-4732-A670-1757A20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Amelia Allen  |  Physical Address: 7775 Silver Brook Avenue, San Diego, CA 92101,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BB1ADB53-0D0E-4908-BBE2-CF59D34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ADB951C7-47DE-4497-8BC1-694A072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C708FDE5-92F3-4629-8FB7-DBF8E96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Social Security Number: 132-42-1032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520FBA7B-5B5C-443D-B7A7-D2D09C0B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Sophia Martin  |  Physical Address: 7812 Golden Brook Avenue, Boston, MA 02108,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81E32AA7-1C23-485F-B803-4AA0C1B6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D89674B8-E855-42D6-8997-941771C7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BBCCAB06-14BC-4428-9068-1E69646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Social Security Number: 133-43-1033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154EEE31-CF36-425A-9083-1583D7C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Olivia Davis  |  Physical Address: 7849 Cedar Brook Avenue, Minneapolis, MN 55401,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BB565076-C18A-4C0B-BDF0-DC08ABD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915712C2-9C9C-4014-8D83-AAB602B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18B22210-0EDC-4637-8113-D06CD1FA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Social Security Number: 134-44-1034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A780BE63-2E95-4A7E-A3F9-05ADF2B8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Evelyn Martinez  |  Physical Address: 7886 Willow Brook Avenue, Seattle, WA 98101,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79A22007-B928-4BBC-B11C-D2CABCD3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E5E9C7F8-DB37-42B3-B7FB-4F7FBF1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178E1C39-86CE-4B43-B1FE-EDF11296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Social Security Number: 135-45-1035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A8A68FB6-E4AD-4F55-8F51-E84B8DB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Amelia Moore  |  Physical Address: 7923 Maple Brook Avenue, Charlotte, NC 28202,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92E21FE5-BEA6-4891-8C20-2DBFE97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0E9558CC-AD85-4167-983E-194526A7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76221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4FE3759-185E-4030-95F8-9F70B305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8DA16EB7-45AB-4DC2-8D7E-6102BE49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75907873-02BA-48DF-BECB-5D5F1513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C1E2816D-9538-4021-844C-A982EB7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Social Security Number: 136-46-1036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A04D668E-A57F-48BA-8029-663B98EC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Henry Lee  |  Physical Address: 7960 River Brook Avenue, Salt Lake City, UT 84101,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C1E8DD55-0081-4F36-9973-BC5F9B15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5FD166AB-0BED-4F43-8E1D-172DB71F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D118F862-5482-4F92-A9E9-1FB7BD90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Social Security Number: 137-47-1037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5C5EE88A-C5BB-46DE-8743-CEC04CA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Olivia Jackson  |  Physical Address: 7997 Meadow Brook Avenue, Atlanta, GA 30303,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3D793EDB-527E-43FD-AE39-BD8A9CDB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EBF11BAE-20C3-4E77-85BF-4D8F6CC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746E9E4F-FE61-44EF-A850-858467E8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Social Security Number: 138-48-1038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3A213D09-4A29-46AA-9B5C-1EA4177B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Evelyn Allen  |  Physical Address: 8034 Highland Brook Avenue, Columbus, OH 43215,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A73A0D43-E9AA-4033-8DBA-E9F8E9A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744A5697-C393-415F-8BA4-C3E64BB2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B78CA0F7-CA3C-4777-ADFB-D8841EB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Social Security Number: 139-49-1039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590EEA65-1B2E-4F8C-9D60-18284747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Amelia Martin  |  Physical Address: 8071 Sunset Brook Avenue, Phoenix, AZ 85004,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AB2EE769-1309-4C4D-9C87-24656C8B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D879854E-75FE-4DD9-9BEE-460BC0C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62E817AA-202D-4500-A2B6-574E1BE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Social Security Number: 140-50-1040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C4E9D8E9-E237-40F1-A0C7-3D0AC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Sophia Davis  |  Physical Address: 8108 Pine Brook Avenue, Philadelphia, PA 19103,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9B4C3E09-1151-400C-910C-0F5F02FD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2302D6C7-623C-41A9-95D6-FCDC5E8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25739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255D1CBC-93D6-4E60-972E-C7A08160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30C8CE94-4551-4FA4-A0B2-E8EDCE0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E2CB0BC3-900C-49F4-9BB5-2A5B6F4C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22D3F549-432C-40CA-ACC2-55E92312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Social Security Number: 141-51-1041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4A106F86-AFD1-4701-9BCC-3943C4F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Olivia Robinson  |  Physical Address: 8145 Lake Brook Avenue, Denver, CO 80202,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827AB5BA-D0A5-48A3-82C7-2E0057BD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6EB360B1-2BEC-4DDF-90E6-0FF97AE4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4B4F05AB-0B6A-43F4-A4D1-33A6D77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Social Security Number: 142-52-1042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4C619CFC-E1CF-4B1A-B113-300363AE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Evelyn Moore  |  Physical Address: 8182 Forest Brook Avenue, Nashville, TN 37219,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0CB0B661-E428-44F4-8125-65E29FB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39A1E87B-E7FE-4C6E-9C7B-550316E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766D646C-10C5-4F2A-A6C9-44EB72A6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Social Security Number: 143-53-1043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E5EA1ABB-1B10-4CC4-95D0-3C92DAE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James Lee  |  Physical Address: 8219 Silver Field Avenue, Austin, TX 78701,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9CC60A74-57BF-4E8C-954F-48355081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3F00D96A-1860-4A0E-A099-811BA44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DB7826D4-8280-4888-9307-7BC20DF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Social Security Number: 144-54-1044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35A449A3-C951-462E-8E83-09516D87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Ethan Jackson  |  Physical Address: 8256 Golden Field Avenue, Chicago, IL 60601,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633179BA-D3BE-4DF9-90EA-8B829662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465FC784-0D31-4302-99AE-74CDA11A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EFC0B43A-E93E-4A52-AAEC-D334CC4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Social Security Number: 145-55-1045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5F940FF3-E332-4B07-877F-CE6F5533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Caleb Allen  |  Physical Address: 8293 Cedar Field Avenue, Richmond, VA 23219,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2CB524CA-A46C-4BA0-A2CA-DAD59A5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FE90CD98-9589-4D93-B3DC-9C36AEC2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98487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3B4D24BF-23C3-48F0-B4FD-4F2A52F6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F32263FC-0D56-4E06-9098-F48CDE15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AAC11700-D1CE-48A1-9266-56B80DE2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0BCA603C-BD0A-4498-936C-638EDC2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Social Security Number: 146-56-1046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CE85AFA8-4355-4C11-A2BE-F856D3B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Daniel Martin  |  Physical Address: 8330 Willow Field Avenue, Portland, OR 97205,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89AE995D-5594-4766-B9B4-A4EB180D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0BC4ADBD-0281-4FC0-9EBB-56CFE60E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9D40C565-B87C-4FCD-A8A3-905FE24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Social Security Number: 147-57-1047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B6CEB660-AE51-4A62-B1C6-4F1E460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James Davis  |  Physical Address: 8367 Maple Field Avenue, San Diego, CA 92101,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BA063E83-776E-4FCB-AB87-BD9CBFC0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B0701E31-345A-4069-874A-17AAF6A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D67737DB-A6E3-4FB7-B607-F52C48D6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Social Security Number: 148-58-1048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27EE2378-845A-4408-9283-2D5F9A8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Ethan Robinson  |  Physical Address: 8404 River Field Avenue, Boston, MA 02108,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594FEC34-20E4-4512-A2B9-BBCDDBC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F38C01F9-AE07-4F3C-BC12-BE2CD7CC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76C8D955-D556-48A9-962C-F24E6C34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Social Security Number: 149-59-1049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536DE8B0-6F62-4B59-9123-C6EEBAAB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Caleb Moore  |  Physical Address: 8441 Meadow Field Avenue, Minneapolis, MN 55401,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CA1D815D-A972-4837-B1A6-C412EE0E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965B7877-7DB6-481C-9093-BF75E6B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39BB5E26-92D2-4C0B-A18E-9EDC717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Social Security Number: 150-60-1050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1D400346-22D7-44B7-8A1D-030753EB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Daniel Lee  |  Physical Address: 8478 Highland Field Avenue, Seattle, WA 98101,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EF533DCB-AB8A-425A-B4CD-7E588926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FCC94F10-997F-4507-9BFA-273928D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30304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148FB76C-B12D-41D8-AEF1-46DF797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63873E49-F6BB-43C1-B894-BDE7878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FD9A703C-CA8B-41FD-A0EF-6640B2F0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B07E8F7B-8795-4DB1-A083-CFA29BCC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Social Security Number: 151-61-1051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63FCD61F-2D60-42E5-95DB-6CF3E5E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James Jackson  |  Physical Address: 8515 Sunset Field Avenue, Charlotte, NC 28202,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456054C8-94C9-48E1-81D2-E06B186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77D8D1C0-20F6-4252-BAC7-B2B16F9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F01B9B50-D284-478E-868A-087F789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Social Security Number: 152-62-1052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44DED897-EE81-4820-9FE2-7DD2ADE6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Ethan Johnson  |  Physical Address: 8552 Pine Field Avenue, Salt Lake City, UT 84101,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E419FC6A-61F7-4257-8AC0-7C3DC22E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9DBE64DA-C2E4-47BD-9DD1-20C7DB0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74A10C16-6295-4D4D-A925-F630C76E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Social Security Number: 153-63-1053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7BA7FAEA-68FE-4535-A025-9C9568AD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Caleb Martin  |  Physical Address: 8589 Lake Field Avenue, Atlanta, GA 30303,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5C49FDA9-82FA-4AA2-AED8-B4E747BB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6D7E2E8D-1818-4261-ACD4-D6273D18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5DC0061B-B424-4D23-AA93-C7CAB13F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Social Security Number: 154-64-1054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A52B32EA-920F-471C-8985-ABD9DD93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Daniel Davis  |  Physical Address: 8626 Forest Field Avenue, Columbus, OH 43215,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EA0F2F34-AE9A-4159-A6C0-12DC2885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6D9A9EAE-6C5F-4045-A53C-1460251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079D8768-7E68-46F3-9A13-8A689C8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Social Security Number: 155-65-1055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722E8E9F-4342-4D3A-9EFB-4F0654CC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Evelyn Robinson  |  Physical Address: 8663 Silver View Avenue, Phoenix, AZ 85004,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259B8A32-F544-420F-A6DF-E201C712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6F567628-FB4F-4675-8C88-8630C5E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213581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BA7BE390-E8E9-47A5-92A2-C1F20CE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F7180487-A2FD-47E5-8F5D-C5B65806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4E31006A-BD23-4AB2-A5F4-F9C0AD9C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96FC5F21-FB24-4B2E-8A48-5B866CEF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Social Security Number: 156-66-1056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3D30BE86-0087-4304-B34D-1314660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Ethan Taylor  |  Physical Address: 8700 Golden View Avenue, Philadelphia, PA 19103,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A1F0F310-8DF3-4C6E-A31B-92E2FA07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4A28B743-E6A0-413B-9ECB-77BE0259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CAE7983D-F37F-4DD6-B30E-8BFCEA2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Social Security Number: 157-67-1057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94B88D91-498B-40F8-87CE-A67B1D2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Caleb Lee  |  Physical Address: 8737 Cedar View Avenue, Denver, CO 80202,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653AFD7B-2741-4FE0-8B84-EF6A7E4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EBFFBC1E-D016-4DB2-AE59-A8D4578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2C1B104B-FD32-4F95-8381-2DB5C93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Social Security Number: 158-68-1058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00B33DD4-CA21-4812-BB08-A606F850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Daniel Jackson  |  Physical Address: 8774 Willow View Avenue, Nashville, TN 37219,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8C371E64-54E5-4C97-847B-6E2A9FF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CBC6F2C3-1115-4D9E-99D0-BCA05C48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89F62244-1D88-4803-9DB2-B6FC84E7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Social Security Number: 159-69-1059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FFD836F2-5CEE-4389-8A56-61477607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James Johnson  |  Physical Address: 8811 Maple View Avenue, Austin, TX 78701,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A6C60D29-8F4B-4FA9-A120-8ABA476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B38F9629-25B8-4F44-9C72-F3D116ED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1C92F825-FC38-48A3-91A1-41164D1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Social Security Number: 160-70-1060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5B1E8D9E-0ED3-4643-B1D2-BCF831BA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Ethan Thompson  |  Physical Address: 8848 River View Avenue, Chicago, IL 60601,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311931DD-CC35-4268-A4E0-71F697DB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C5A5CA06-43F8-44A5-92A6-BE354534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96238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4B4903A8-BBBD-435B-B002-C2FEA54B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A3B5E9FE-84D4-441C-BD17-C4421D8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7815B9A1-D0C6-4F6D-A083-40AD9A4D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74E82A99-2F5D-4C85-8B03-9447216B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Social Security Number: 161-71-1061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54C345C5-837F-4E0D-B0A0-5E8183B6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Caleb Davis  |  Physical Address: 8885 Meadow View Avenue, Richmond, VA 23219,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ED1F260E-92CC-4325-91E6-6948133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9A61D66E-F3F1-41B2-8E04-3CE04BA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756C11FA-7B00-43C0-B144-3E565D4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Social Security Number: 162-72-1062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AECE5952-1F14-4CBC-8DB5-751ECB06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Daniel Robinson  |  Physical Address: 8922 Highland View Avenue, Portland, OR 97205,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9CDF15E9-4C4E-4B41-AF3F-C782DFC9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A136E3BE-FB9A-46F8-B42D-21B158B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E7815B02-89E1-4E44-9B45-0EA3ABB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Social Security Number: 163-73-1063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16AA8C63-404A-4F89-973B-9A2D98F8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James Taylor  |  Physical Address: 8959 Sunset View Avenue, San Diego, CA 92101,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2CEAC0C3-E1EE-41C8-871E-F04A02B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02C52644-B33C-4642-854C-E0CD5A1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F44443B2-B7FD-4C86-A64E-FF3D9C0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Social Security Number: 164-74-1064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78B74A8C-7A2F-40DD-9C42-AA533270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Ethan Walker  |  Physical Address: 8996 Pine View Avenue, Boston, MA 02108,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A1392194-482D-44AF-97B6-57AB7B2C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FF117F2C-2074-4640-9B5E-AE93FD5E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4EC53A1D-E831-4DF2-8F68-B16D0933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Social Security Number: 165-75-1065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4F27F200-67A6-4588-A2C6-ED81CDD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Caleb Jackson  |  Physical Address: 9033 Lake View Avenue, Minneapolis, MN 55401,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AB7AAFB1-2F9C-423B-ABED-E0CFFD47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490CDC40-D52B-42FD-88B8-D7463298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20943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5CC136E1-0670-4E27-91A4-D1A2FC30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758D6849-2086-4344-ACF9-748B1E2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E6777DBE-2422-4F54-B3F3-72CC7660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337CA03F-4304-4D35-95C5-128B295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Social Security Number: 166-76-1066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DDB1B371-B60B-4177-9853-11589E0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Daniel Johnson  |  Physical Address: 9070 Forest View Avenue, Seattle, WA 98101,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B7DF3A3B-F0FC-40C5-AA47-9F386B1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0C3179C3-248B-44B7-A595-02E7E7A1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DCBED49E-0D04-487A-B565-207633C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Social Security Number: 167-77-1067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1A27E5B3-F1CB-4520-A4B3-FF2825F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Mia Thompson  |  Physical Address: 9107 Silver Park Avenue, Charlotte, NC 28202,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5A21BA2C-05CF-4AA8-B0A8-211B33F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AC26371C-1CCB-4A4F-BCCB-5DD06C60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34B742FD-8939-402C-9CE1-2648F0B7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Social Security Number: 168-78-1068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4E027950-D036-4736-A53E-4D4BCA4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Ava Miller  |  Physical Address: 9144 Golden Park Avenue, Salt Lake City, UT 84101,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F631EC0E-FEC4-4DF0-AB4F-A02369F2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99B3780A-1D2E-4336-956D-BAC370CA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DE4BD697-3234-4CAE-8D59-A3A341A9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Social Security Number: 169-79-1069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A76E7857-EDBC-4A30-8246-E19EFC44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Chloe Robinson  |  Physical Address: 9181 Cedar Park Avenue, Atlanta, GA 30303,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9EE04C44-2CB2-4958-B413-8A42E86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8FBBE018-968E-42A6-949B-B657F77D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A838A47F-C264-4EA0-A522-BA08F810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Social Security Number: 170-80-1070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0D4EF336-AA81-4531-98ED-2394EE49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Harper Taylor  |  Physical Address: 9218 Willow Park Avenue, Columbus, OH 43215,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694897EE-FBB0-40CE-9912-D7A56A9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536F39CE-6ABC-49B0-AB78-E94EE7B1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55024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4FB6502D-E77D-4FD0-A783-1BBCB3E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D62DA477-EC19-4D59-8F4D-D00C727F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B9F3BAA5-4EF2-4136-9DBF-29BA6E4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473C6A9E-8B2A-4A72-88C0-EF915C8F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Social Security Number: 171-81-1071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8A9A9776-82BC-45D9-8FC7-73D7262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Mia Walker  |  Physical Address: 9255 Maple Park Avenue, Phoenix, AZ 85004,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5D9C6D13-1E07-44D9-982A-D0B759F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495BDD64-5115-4F79-9B6B-47A6EBC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5C7D8658-CD67-4441-899A-3835381F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Social Security Number: 172-82-1072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2AD6FF65-9C19-472F-A1F5-9302E61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Ava White  |  Physical Address: 9292 River Park Avenue, Philadelphia, PA 19103,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83157722-40C5-467D-98D2-F19E42A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2C9FDC85-87F9-4419-8C49-7448460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F4BAF792-E2A3-4C86-B1FA-A5ECF03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Social Security Number: 173-83-1073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9EB36E25-631B-46A1-93D8-31B96038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Chloe Johnson  |  Physical Address: 9329 Meadow Park Avenue, Denver, CO 80202,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1AF55142-D2B3-4F48-886B-11C74218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268D0695-CCDC-43D7-B82A-B5A6E881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3C599395-5C7C-4B71-AF9C-EA09C34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Social Security Number: 174-84-1074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271707D0-9613-4587-9174-57EA178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Caleb Thompson  |  Physical Address: 9366 Highland Park Avenue, Nashville, TN 37219,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F2E416C6-CB6C-4F50-A369-330BD6F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46624E69-3642-4C50-96E7-0CABDFD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2259A432-C4F4-4922-BD59-BCC4FC9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Social Security Number: 175-85-1075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4C0EFA10-FFAF-4ECB-9172-0DC9530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Mia Miller  |  Physical Address: 9403 Sunset Park Avenue, Austin, TX 78701,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2FFE77CA-4F04-49FE-AEEC-D9CF605B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6A6C49BF-010A-4FA4-B3C3-CA665C94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469394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D573B238-ED61-4619-A0AC-0E5B6BA9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71B2B224-B27F-45FD-9955-4E1742B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9793375D-4BF8-4205-B82A-8B749B6E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1EBA75B2-B8CC-4964-B3B7-620B2B8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Social Security Number: 176-86-1076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F3D4106C-9953-4CF2-86C9-3FB3351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Ava Clark  |  Physical Address: 9440 Pine Park Avenue, Chicago, IL 60601,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442055F4-1707-45F5-89F9-D419AEA9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148677B3-D3DE-4872-982C-5E8222F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35B5F5B4-045A-484B-8566-C578CA5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Social Security Number: 177-87-1077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17EFB8BC-492E-4916-AAAF-0C03227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Chloe Taylor  |  Physical Address: 9477 Lake Park Avenue, Richmond, VA 23219,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4C5F1C2A-0775-424F-A27F-F3A7C06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9BC3A4A4-DDD3-4D27-A944-5E35927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F18522B1-1F74-46C0-8B4A-60E2C41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Social Security Number: 178-88-1078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7EC19D85-A7F9-4F7A-AFD1-0C03DB0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Harper Walker  |  Physical Address: 9514 Forest Park Avenue, Portland, OR 97205,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6A99FDA1-F973-44C5-BE4C-F35E893E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136B9FF1-1A60-43A0-97CF-8A2BD16A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0040E697-9262-403A-AE6D-183D549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Social Security Number: 179-89-1079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E39F36CE-4696-4E69-B8C3-448A4DB3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Mia White  |  Physical Address: 9551 Silver Hill Avenue, San Diego, CA 92101,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EB500473-B3CD-4BB9-94FA-FA04FB03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F9E38D70-5774-4E66-AF1D-CE608C3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BFC36CCA-1CBF-4F32-B4B1-0DF8821E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Social Security Number: 180-90-1080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82B6F7A9-7D32-482D-BFE5-6A8F2B14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Ava Williams  |  Physical Address: 9588 Golden Hill Avenue, Boston, MA 02108,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2C972CD1-0741-4B6B-8D38-4A54BD44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2BBC5B56-8F28-43A4-A1E9-FAD63DA9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160483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86289BF2-F2ED-4BB5-8935-64D264C2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364E70D9-5407-49B5-AE2D-CE0C5989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9AE4A681-B469-47B2-B0B8-27879AFA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CDF1EA64-C805-45D3-9CF1-FD9152FF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Social Security Number: 181-91-1081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5FEABF6F-9EE2-4287-B91A-03B7CA0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Chloe Thompson  |  Physical Address: 9625 Cedar Hill Avenue, Minneapolis, MN 55401,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BDD11065-F35C-40FF-AA2A-16CF0F54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C80C18AF-C8C7-4D1D-87EC-8F13FCE0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879F363B-F9BD-4E2A-B5AD-8A0ED37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Social Security Number: 182-92-1082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24C7D020-7F4F-4178-89AB-43A455D3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Harper Miller  |  Physical Address: 9662 Willow Hill Avenue, Seattle, WA 98101,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5E98F285-6D54-4938-AA9F-2EDB84EE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37306CE7-CF20-4A4C-90C6-0B60F12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2E0A0F27-88AA-4DAE-8C35-5062E21E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Social Security Number: 183-93-1083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4DBA2C88-4305-4AE3-8F8B-619B9609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Mia Clark  |  Physical Address: 9699 Maple Hill Avenue, Charlotte, NC 28202,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EE5026C4-4D47-4FD5-B953-1595515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7FBCA81A-7139-42B4-B040-C2A12CCE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F3540590-496C-43FF-ACC9-460B60B2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Social Security Number: 184-94-1084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1C6064CA-1C92-4775-A1D4-16AFF91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Ava Anderson  |  Physical Address: 9736 River Hill Avenue, Salt Lake City, UT 84101,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3F7D84A1-DFB1-4C3F-B214-70CFC4A4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CDB6A310-314D-4361-AC3E-5318CD91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BA9BD284-379A-4F4D-AAF1-CD747704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Social Security Number: 185-95-1085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C803B691-90D5-4A1A-BCF8-1B76B8C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Chloe Walker  |  Physical Address: 9773 Meadow Hill Avenue, Atlanta, GA 30303,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30401E67-EC69-4763-AD39-163A306D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D0919223-D072-4EDC-A197-71BA03FD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79324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D45E50FC-BDF5-4B8E-BC22-5E129E5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2556CB92-C4B1-4A8C-A056-2B81B63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61888D16-0008-43D2-B5E9-46114D2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AA47ADA3-262D-4F12-9B3D-64072C7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Social Security Number: 186-96-1086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B8A3EC31-048B-4BB3-B17E-E4E28487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Harper White  |  Physical Address: 9810 Highland Hill Avenue, Columbus, OH 43215,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E7F63477-B52D-40DE-9931-44758660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362FA1DC-9046-4856-8DB9-42EDD08B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56BE8A4F-3FB5-4031-8124-E1741E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Social Security Number: 187-97-1087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F777F315-BD3D-431A-8DF1-6623DAF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Mia Williams  |  Physical Address: 9847 Sunset Hill Avenue, Phoenix, AZ 85004,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61912353-17AB-4D18-9BB4-772BAD7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2F4BF95B-A0CF-44C2-AC58-73F6EA9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1EB521AB-36B8-4805-B29B-A263272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Social Security Number: 188-98-1088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0EB3224D-3FF5-4A43-A0A7-67F546F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Ava Garcia  |  Physical Address: 9884 Pine Hill Avenue, Philadelphia, PA 19103,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31B5B90D-FFD2-4B1D-9E3C-54ADED1B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2BB4D3A5-DB16-4298-BDC0-A17AA39B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EFBE0E6B-0F15-49C0-ACF4-C37E7FFA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Social Security Number: 189-10-1089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963081CE-0082-4C2A-89DE-6431F3DB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Chloe Miller  |  Physical Address: 41 Lake Hill Avenue, Denver, CO 80202,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3679CCCA-B647-4D3E-9586-DA819CD4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F7612BF2-FB4E-4816-9E47-C0D02C03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D42FB28B-430E-4B2A-9418-BE5E8CE6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Social Security Number: 190-11-1090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BFD367CF-64C1-43BB-9206-102C3C2D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Harper Clark  |  Physical Address: 78 Forest Hill Avenue, Nashville, TN 37219,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CE30825B-62AB-4092-84D8-0FA81EF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35824F55-5A44-4DAA-B6DD-99DEF319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503353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1895ACB7-4DBA-431E-B1C0-67DA1790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0248D8E2-7D01-42AF-9085-E6B6CC8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9DE6C7AF-61E7-4167-864B-CD43453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057D2243-25D4-4989-9AC1-B244B16B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Social Security Number: 191-12-1091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386E4D26-9A28-4AC1-B5C5-1CBC9255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Lucas Anderson  |  Physical Address: 115 Silver Creek Avenue, Austin, TX 78701,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E2151E18-977B-4D70-9751-74CF52C1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DC257E19-871E-44B5-B4F9-961896C4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666D750D-16D4-4725-889A-886503B8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Social Security Number: 192-13-1092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F9A27A7B-8D33-48E0-AB9E-566779D0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Noah Hall  |  Physical Address: 152 Golden Creek Avenue, Chicago, IL 60601,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8A1002FD-558A-4667-8463-32867B6C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32D6DA1D-7279-40DA-BF53-0917A192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26E32AA2-EBA4-457D-A847-077E493D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Social Security Number: 193-14-1093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81E46B56-8465-492A-A776-F2E84C6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Ava White  |  Physical Address: 189 Cedar Creek Avenue, Richmond, VA 23219,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914DDA53-115A-4B21-B1C0-E8F71F0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09C8F21F-D790-4266-8A62-B34537E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0AEBDA62-5F0F-4D70-8843-EA34977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Social Security Number: 194-15-1094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03FD24E1-4459-4D04-ADA1-0C68BC7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Benjamin Williams  |  Physical Address: 226 Willow Creek Avenue, Portland, OR 97205,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A106DC9B-EE72-421C-B7A2-4DBDA4B7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B7BA0B21-5C9E-423F-A72E-90FC535B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5A36BD87-F538-4608-A5C6-727DC78A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Social Security Number: 195-16-1095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691ACCF3-B9AD-4404-AACB-90BFB2AC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Lucas Garcia  |  Physical Address: 263 Maple Creek Avenue, San Diego, CA 92101,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317A3AAF-93A4-4316-AD45-054C814D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75717C2-0A08-418A-A33F-5D9B7F78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27589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45690EC1-84D8-415B-AEBF-E90124FA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4A1DC714-12A2-441A-8155-9D443DAF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1497A5A1-A289-4EF6-9521-5914D453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7E98A2E0-7519-46B3-8AD8-E9F5B4D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Social Security Number: 196-17-1096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888921B7-1615-420F-9815-EE8230D8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Noah Wilson  |  Physical Address: 300 River Creek Avenue, Boston, MA 02108,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E5501E9B-42DE-49F8-8F86-BD66ADC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0750734C-6044-4B97-8B1C-E9C0225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145F5873-3715-4C4F-A7D0-74ED4AFE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Social Security Number: 197-18-1097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F3E0D4FE-63AE-4D2C-994F-51CECBF6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Nathan Clark  |  Physical Address: 337 Meadow Creek Avenue, Minneapolis, MN 55401,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0D5F9F70-B51A-4AAB-8CBB-3649AA92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9A8F05DE-2572-40E2-B0D7-A12DA36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257AB10B-8582-4D71-960A-AFC8D851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Social Security Number: 198-19-1098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EF456359-4CE9-4DB8-B712-46E195A5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Benjamin Anderson  |  Physical Address: 374 Highland Creek Avenue, Seattle, WA 98101,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F8299F4C-15F1-4630-9958-4A34C25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6FB1EF04-A856-427F-92AB-25B3BBF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0D2A12BF-C98A-4B1F-91D5-88A982AE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Social Security Number: 199-20-1099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2947F88F-FD42-4194-9343-18276088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Lucas Hall  |  Physical Address: 411 Sunset Creek Avenue, Charlotte, NC 28202,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B338FE73-0EA2-4E11-8CDD-9F10954D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F1D1BF53-BDC5-439B-9639-84CC35C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C6379ADB-5A68-44B5-98A1-9A48DEA8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Social Security Number: 200-21-1100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B46CA443-9D5C-4198-8DCA-463F1F9C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Noah Harris  |  Physical Address: 448 Pine Creek Avenue, Salt Lake City, UT 84101,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FD283D2F-1D78-4E36-AC64-39E10140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F5F6D378-0109-4865-93E6-DB1C425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485549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FDDA917E-AADC-4428-BD50-96FA4EA4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D9B71F61-7AA1-415F-A344-6A829A6F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7E36E26E-DB66-41BD-83D2-DACE1BB6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12D3FE3F-84C9-4F54-A376-7A783AFB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Social Security Number: 201-22-1101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F6F58780-97EC-44F5-9FC6-B071B4A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Nathan Williams  |  Physical Address: 485 Lake Creek Avenue, Atlanta, GA 30303,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80559CB6-05B0-4F17-9EC7-190C431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EDA42563-ED0B-47EA-BF81-A6977461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A4876FC3-8408-406F-9DEE-0ED6728F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Social Security Number: 202-23-1102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0D4C2BE3-CE02-4446-99D9-7956100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Benjamin Garcia  |  Physical Address: 522 Forest Creek Avenue, Columbus, OH 43215,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5985CCDA-69A6-4F34-BA33-467F6C93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416B1873-7665-42F4-9AF0-B1D6F67A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6ABDBB2A-BD66-42CA-9FEF-FA1CAB0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Social Security Number: 203-24-1103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43229C01-BE01-4BFC-9B81-037ADF1D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Lucas Wilson  |  Physical Address: 559 Silver Garden Avenue, Phoenix, AZ 85004,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1D38B722-AF32-44CA-92D2-103D3C4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36F94FF7-BCCB-4478-9790-79C9E0B1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EC25AC2C-2117-483F-B107-2C52C6B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Social Security Number: 204-25-1104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77995D84-A0F1-464E-8BDE-FCC3A37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Noah Lewis  |  Physical Address: 596 Golden Garden Avenue, Philadelphia, PA 19103,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CF5ADF71-EBC7-4D69-9F52-3398A5F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2A6B95CD-48B2-4ECB-B58D-50CD17B6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61B4C15D-9404-4C0A-9ACB-72A5B52D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Social Security Number: 205-26-1105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FE00A26E-15D0-4680-9EC0-21EE2B9F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Nathan Anderson  |  Physical Address: 633 Cedar Garden Avenue, Denver, CO 80202,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AD35917A-669E-4771-8BC0-4BDCE63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1B8A0C70-2F75-4A78-96D0-83ACD6C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107929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B6C66D59-0A2D-4323-B828-44C0438A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E8AEB0FC-B7C6-4A69-8AD7-705C34A9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01EFBBCD-CDC3-479D-BF3B-B505014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9AE7C876-5E0E-40AE-A733-08A71E67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Social Security Number: 206-27-1106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16BA82B5-5520-40A1-B009-E4BCB8D5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Benjamin Hall  |  Physical Address: 670 Willow Garden Avenue, Nashville, TN 37219,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3BF99CB9-452B-4F32-9ED6-F0006A8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B0291D0F-0523-40CA-A8D9-E5080C4B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D2BFDF6-7363-485A-8F54-5AEAE3EC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Social Security Number: 207-28-1107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87412B36-BD77-4638-87F5-6426631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Lucas Harris  |  Physical Address: 707 Maple Garden Avenue, Austin, TX 78701,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299B8998-5F28-46F6-B53E-9A89E8E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D6C2AADC-869A-4D77-8A68-8BDC4C77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36E32849-B1F5-4E45-8FC4-0773CB8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Social Security Number: 208-29-1108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C4C98ED1-EA71-4D9E-AB4E-0D059A03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Noah Brown  |  Physical Address: 744 River Garden Avenue, Chicago, IL 60601,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8A50B22E-3693-46CA-8A58-96FEE43F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24F2F795-E6FC-46C4-9D1A-2D4B052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1A6CB3EF-C5A6-4C03-89F9-7D10189F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Social Security Number: 209-30-1109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263783D3-51D9-4A78-B026-A1D4BBA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Nathan Garcia  |  Physical Address: 781 Meadow Garden Avenue, Richmond, VA 23219,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5F211F37-7C0C-4C43-A2F5-00208E2F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0E5F3140-F14A-45BB-AC51-81A90C1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3FB8F67E-A074-46F7-B8EE-4DDCE1CF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Social Security Number: 210-31-1110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78E05961-4D83-4C77-8782-D30FBFF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Benjamin Wilson  |  Physical Address: 818 Highland Garden Avenue, Portland, OR 97205,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544CA387-5B93-47D5-8964-2F709ABC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A3B9EBA2-D8AB-45E4-83E2-659CDC2E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160635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D0A8B613-31D9-4F0B-B708-E662E36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E9F0E5C4-B7AF-4F7F-9B7F-C844AB0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002BE373-962E-4896-A353-2620D828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E6DE41F5-8380-4978-957C-CFC6206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Social Security Number: 211-32-1111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FC2F3AAE-08C3-4771-9FD3-112C990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Lucas Lewis  |  Physical Address: 855 Sunset Garden Avenue, San Diego, CA 92101,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C45FD1E8-3FEA-4CFA-B235-C281B8EF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54CCF0ED-B2B0-4B92-95BB-8110D8DB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111357EC-FE30-4BA5-8E65-CA0B968F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Social Security Number: 212-33-1112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53B53E09-6CA3-485B-9233-79E502E4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Noah Thomas  |  Physical Address: 892 Pine Garden Avenue, Boston, MA 02108,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9191D166-2156-4851-867E-8EFD5B0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0CF165BA-6F9C-48B1-93D9-0072FEA2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035D231E-64EC-4D26-8610-5259DB7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Social Security Number: 213-34-1113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275976A6-3C74-4902-8CF3-F71C1324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Nathan Hall  |  Physical Address: 929 Lake Garden Avenue, Minneapolis, MN 55401,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E4361D5A-DC98-4D6A-98D1-DB485304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EFDDF921-2369-484B-B2E6-6BC97FD0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4ED90243-0060-4DB7-8283-28D3B5C2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Social Security Number: 214-35-1114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872635B5-25C9-4521-BB7A-DA5D4AC1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Benjamin Harris  |  Physical Address: 966 Forest Garden Avenue, Seattle, WA 98101,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645C247F-C055-410D-912A-E4D87271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0C167BB2-EB07-40B2-AD29-1590CBF0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F9196E3D-CCEC-48DB-83DB-F4A8DABB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Social Security Number: 215-36-1115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17B95F39-72CA-4F03-9F0B-E1F9889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Isabella Brown  |  Physical Address: 1003 Silver Valley Avenue, Charlotte, NC 28202,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7113EAF4-7471-40E6-9858-6578339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C888E37E-0A71-4292-B6FA-E9E4A01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610837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50793C6F-C4E9-48F0-8A4C-F949907F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8588F47F-8916-41D8-B5E6-A9D8F6C2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FB171294-C8FB-452D-A628-908E44E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EA1F87E1-3217-4290-8AC1-BC8AF0AF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Social Security Number: 216-37-1116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AFD4F7CF-2356-4942-8920-D4BC08F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Emma Martinez  |  Physical Address: 1040 Golden Valley Avenue, Salt Lake City, UT 84101,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2BABCDA7-D5EB-4975-BC04-024FF6F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9D2F5AD1-94E5-4445-8C30-391360CC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975A69B4-C462-4FA6-AB4A-CF9DD7F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Social Security Number: 217-38-1117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64F810FB-9E56-481A-BAC8-93B2CB2F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Grace Wilson  |  Physical Address: 1077 Cedar Valley Avenue, Atlanta, GA 30303,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2285899B-3F07-4F41-A672-C664CFC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31FD2942-DBBE-4765-ACCE-1335D91F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512CDC5B-D336-443F-9DF4-5CED5E5B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Social Security Number: 218-39-1118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D845298B-1038-4292-BD2B-F8515AA1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Charlotte Lewis  |  Physical Address: 1114 Willow Valley Avenue, Columbus, OH 43215,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C91FC934-5628-4DD0-97EE-8724ED02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EE5D2CE5-0E19-4C93-9687-5E6E159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2035D2C4-B2BE-45A1-8967-3D690EC2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Social Security Number: 219-40-1119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3D56BEFE-AC4F-45F2-B4C9-723A1C5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Isabella Thomas  |  Physical Address: 1151 Maple Valley Avenue, Phoenix, AZ 85004,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215EEC84-709E-4445-9EC7-4E59A4E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C2D8B275-5F5E-4E0F-9BF5-70979E3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AD33598D-1DA3-4C45-B3F7-62CD93B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Social Security Number: 220-41-1120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AA4F9A60-9257-4C45-B918-952A7EFB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Emma Allen  |  Physical Address: 1188 River Valley Avenue, Philadelphia, PA 19103,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37D7E319-C9F0-41F2-9198-C5D32063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F669486B-78F0-43D0-B716-20A2FB93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738248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FFFEAA28-DC82-44AA-A5E7-47197FB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EB16E74A-65FE-4231-AD75-2924D6C5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7636E742-C431-40CE-9E1B-2CF0B152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DF1DAF2E-3CAC-45DF-86F6-3511B54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Social Security Number: 221-42-1121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7DC31C34-3A9C-4DDB-B717-77825D5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Grace Harris  |  Physical Address: 1225 Meadow Valley Avenue, Denver, CO 80202,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19DD75E1-24C1-4E3B-9360-0343EFE4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E51CFCA0-C558-4477-8CC1-F3FA65D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E0700437-D5C4-44B8-818B-A89F0E1D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Social Security Number: 222-43-1122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2288922B-E697-43A0-B4F0-A709AE16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Charlotte Brown  |  Physical Address: 1262 Highland Valley Avenue, Nashville, TN 37219,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B9F08C48-0D62-4C4D-883F-6E5A00FD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5A418FD9-C206-4509-80A5-92E57455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4456DF7D-144B-4651-9FB2-96FA4D8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Social Security Number: 223-44-1123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A0CE612D-CFF7-4326-B653-2121620E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Isabella Martinez  |  Physical Address: 1299 Sunset Valley Avenue, Austin, TX 78701,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5BA176D8-D833-41AD-951E-F07AA86B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15016373-E270-4BC0-9E39-3AFB12BE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135FEA22-0E64-495A-A867-4F6C1BBA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Social Security Number: 224-45-1124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BB2DB878-287F-4886-BB00-6C3A948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Emma Moore  |  Physical Address: 1336 Pine Valley Avenue, Chicago, IL 60601,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62E75237-23B4-44E3-9E50-2B5954F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6130E646-4DDC-4665-B309-97D6FE30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F7093ED4-46C5-4D69-A5B6-B1FC356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Social Security Number: 225-46-1125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A54D901C-21E5-4817-A56A-9AFD6768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Grace Lewis  |  Physical Address: 1373 Lake Valley Avenue, Richmond, VA 23219,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0B4AADF8-C85F-41DF-A3D7-44BD095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F6F5EAD0-8ACA-4514-A42A-2B8A627A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90156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B7ABDEF9-315E-4E4E-B480-FDDE441D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D176D60B-2F00-4F57-8D13-268D34B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0944D506-4021-4FD9-B5D5-3EFADBD4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6788583E-9559-41DB-B573-D3ABB402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Social Security Number: 226-47-1126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439AC1BA-C40C-4265-A41A-4E3F42E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Charlotte Thomas  |  Physical Address: 1410 Forest Valley Avenue, Portland, OR 97205,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7FD10A0A-FB2B-4396-B063-E083C67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4D3AEDE0-40D9-4264-861A-06F39072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3D9ADFBB-CC76-4555-A74C-B1FC4C03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Social Security Number: 227-48-1127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793F7919-BC33-45B2-96B1-D947F24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Isabella Allen  |  Physical Address: 1447 Silver Spring Avenue, San Diego, CA 92101,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22FB20C0-0E75-4913-BBA6-80965EAA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8C2D5B7B-5392-4836-BF11-80B1F6C1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23D9CE85-55E6-41D7-A08E-5D89D89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Social Security Number: 228-49-1128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318B3903-F499-4CDA-A725-3691A8D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Emma Martin  |  Physical Address: 1484 Golden Spring Avenue, Boston, MA 02108,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2B881119-751B-47A7-8972-E14D0F61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C1041C1E-0EC8-47B1-B6EF-5CC11563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00FA329B-88E2-4C64-B40E-C73CADE0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Social Security Number: 229-50-1129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6370E16D-B61F-48CB-935B-C8DF4D47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Grace Brown  |  Physical Address: 1521 Cedar Spring Avenue, Minneapolis, MN 55401,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6B5E58F2-C87A-4F21-A49A-10ED8908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DDEF2C9B-6C3E-4B77-871E-68C97C5E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6097B3B1-4B55-496F-9F96-15BF0B1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Social Security Number: 230-51-1130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0495C29F-CFD5-401D-B1F2-1140FE0E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Charlotte Martinez  |  Physical Address: 1558 Willow Spring Avenue, Seattle, WA 98101,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16982FC2-4450-4ECA-A1E3-645FEE70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E718555-09E4-4825-9428-E3DA48C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425473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A477A34D-96E4-4ED4-B886-F7FD9A71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E6788802-9E90-4D8D-8D82-ACEC79A0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E8D3A4E4-023C-4147-BBB0-9EB56238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7DE89161-4C7C-4651-9649-5740CA3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Social Security Number: 231-52-1131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89713701-33D9-4451-96E7-7297E0C5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Isabella Moore  |  Physical Address: 1595 Maple Spring Avenue, Charlotte, NC 28202,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2A5C32D2-DB2D-421A-A3D5-F8B986F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DB6A04A3-B3BD-42FB-B59D-5742FE87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4CCF652A-58E2-436D-B202-C846FB2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Social Security Number: 232-53-1132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4DFBB18F-DAB2-47F5-84A8-FA2577C3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Emma Lee  |  Physical Address: 1632 River Spring Avenue, Salt Lake City, UT 84101,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843B438D-DDA1-495A-AC48-ECE3DF8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E50581A8-2748-439D-8046-EEABC60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57BF9BED-5191-468F-8D22-F4AF87EE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Social Security Number: 233-54-1133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0940AC2C-40A8-427D-99B1-5088BEB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Grace Thomas  |  Physical Address: 1669 Meadow Spring Avenue, Atlanta, GA 30303,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6ACFCD8B-49B9-41EC-BE62-637A42C7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01B4B613-A57F-4B34-BBC0-A30F5A8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375001BA-74CB-40BD-9FC4-3F5FBDC0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Social Security Number: 234-55-1134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3F3834EF-FEE5-4736-AC55-61024BB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Charlotte Allen  |  Physical Address: 1706 Highland Spring Avenue, Columbus, OH 43215,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886EBBA4-85A9-4128-ABEC-0C4A28D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5449242B-5674-40DD-BDA4-2DD3FC24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773661F5-C91A-4203-B3B2-697B91D9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Social Security Number: 235-56-1135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2E893847-2F48-4ECC-B4EE-5BA361D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Isabella Martin  |  Physical Address: 1743 Sunset Spring Avenue, Phoenix, AZ 85004,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717218B9-AB82-46D4-A503-A744CDD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80B64329-9498-4771-9DA0-37F23E4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653413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C4148C52-FB8F-445E-92CF-072A3AC9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73A86CAC-BD8E-4846-B5C7-A32F666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6A2D9069-9342-4863-B8BD-315CB8D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D5260029-B3DC-49F7-B490-DA620BA5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Social Security Number: 236-57-1136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5CCB9765-A66E-410C-8A1C-E5A4B9A7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Lucas Davis  |  Physical Address: 1780 Pine Spring Avenue, Philadelphia, PA 19103,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BF3F935C-D16B-457B-B47B-AAE913B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A6D22096-68B5-48B5-9C4B-216F6B6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6AB33EB9-E334-4253-9457-B04B0063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Social Security Number: 237-58-1137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0C2B6B55-8783-4E40-AD24-6D3064FC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Grace Martinez  |  Physical Address: 1817 Lake Spring Avenue, Denver, CO 80202,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D9BD80D0-CA81-464B-B89A-1076F9D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D4B82D39-30AA-49BF-B868-37EBE2FC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306046A6-559D-481C-BE30-ADD94992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Social Security Number: 238-59-1138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7275D216-3397-4634-86E6-D40F305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Charlotte Moore  |  Physical Address: 1854 Forest Spring Avenue, Nashville, TN 37219,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07D7F6AB-2F45-4C83-847D-5D9293BB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8AFB0847-A390-4AAE-990E-DEC07FE7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D152B138-CE26-4124-8192-3C141C83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Social Security Number: 239-60-1139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BF587900-631C-47BB-A190-FDDE3F1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Mason Lee  |  Physical Address: 1891 Silver Oak Road, Austin, TX 78701,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B131D733-BDB0-4254-8C08-B4CF89BD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02956142-0270-4255-80C0-406C7B1B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2F43909E-60C8-4683-864B-BB741CFD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Social Security Number: 240-61-1140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AD330A6B-AFB3-4B9E-B9ED-79D72CB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Liam Jackson  |  Physical Address: 1928 Golden Oak Road, Chicago, IL 60601,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A4629CC0-43D3-4C24-A792-FD01EC2D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E6CDA557-94B4-42A1-BD3B-C0C9142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672770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0094A389-F68E-4431-A6FD-AE9071E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A70DBBCE-1EAB-44A3-A358-E8AEFB37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1C0D7699-46C2-4034-92FE-F39F11F9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031088E8-E7E0-44E4-825E-062FD1F8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Social Security Number: 241-62-1141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5D84A82C-1C6A-417D-8445-DD022D51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Samuel Allen  |  Physical Address: 1965 Cedar Oak Road, Richmond, VA 23219,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75A65727-0D69-4096-96D5-FDA2AD5D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80BA56A0-688D-4B02-AC6B-B72791C2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7967E340-E828-404F-A8C0-A946A613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Social Security Number: 242-63-1142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D19F94CD-4F94-432D-925B-0482A6F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Henry Martin  |  Physical Address: 2002 Willow Oak Road, Portland, OR 97205,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55BD4648-89AB-4D5B-B6DC-3A6C69CF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CCB005A3-56AA-4787-B71E-B7DDA54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7B7686A3-3881-4C07-9393-2B19C307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Social Security Number: 243-64-1143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A503319C-CEB0-4442-AAC8-71E72570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Mason Davis  |  Physical Address: 2039 Maple Oak Road, San Diego, CA 92101,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22DBB429-A7E5-4346-BF84-2B9C6327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784541D7-8A70-48FF-91D7-55D28B73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21F23CDC-F25A-4D3F-B9E7-1AECD67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Social Security Number: 244-65-1144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3F2D93DB-B0AC-4789-BF3D-D5E66662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Liam Robinson  |  Physical Address: 2076 River Oak Road, Boston, MA 02108,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DB048F95-BDB4-43C9-8A71-FC3BE294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4B49436B-AF11-4126-BF31-93BB8880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2E55FCE3-7285-4125-AEC5-5DB9D20D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Social Security Number: 245-66-1145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D4DCF87E-A1A0-4D13-A7C0-ABE63317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Samuel Moore  |  Physical Address: 2113 Meadow Oak Road, Minneapolis, MN 55401,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6C8A9C0E-BAE6-426F-9028-06C33536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FA40183D-066B-4659-8B37-5A24B3A1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93650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262D95AE-1074-4772-9D40-5655E22E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Social Security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16FA544A-8090-4CEE-9B54-433F8EC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B080C929-F5D9-4FB4-80E0-4AC09DCF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711B715D-2CD0-4F93-BCBB-AA68310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Social Security Number: 246-67-1146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AFEE96FA-0638-456A-BB7F-1C3BCE7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Henry Lee  |  Physical Address: 2150 Highland Oak Road, Seattle, WA 98101,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16377E77-02BE-4F97-898E-2B561906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FDA4658D-F84C-4EB1-8DBB-C75F50C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29AE4E51-350C-464C-865D-2821B832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Social Security Number: 247-68-1147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C1208077-66FF-42EB-9F53-99AB969A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Mason Jackson  |  Physical Address: 2187 Sunset Oak Road, Charlotte, NC 28202,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FBF2C9A6-972E-4867-9BCC-4BB8E3D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9C65E48F-9D14-4512-8B03-A5B4222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0BEF059E-1B59-40DA-AD17-87A703D2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Social Security Number: 248-69-1148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F2E6A6F0-038E-468B-8711-FF52E910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Liam Johnson  |  Physical Address: 2224 Pine Oak Road, Salt Lake City, UT 84101,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70FAFCF2-AF26-4520-B2A7-871BCFD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BCED4984-2FD3-47E5-AFBD-FDE98E0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19CF5E43-7F4B-4E90-8E16-F0C4403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Social Security Number: 249-70-1149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33301C57-9572-43C8-ACDE-AEBB972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Samuel Martin  |  Physical Address: 2261 Lake Oak Road, Atlanta, GA 30303,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891BC668-5F42-472D-AF43-CAC8D3DB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6B974370-663A-4D92-8B6F-C44DFC0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A2B84B03-EA1B-4885-B389-9AAD4EA5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Social Security Number: 250-71-1150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F7862BCB-0ACA-4961-B001-EF92F3B4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Henry Davis  |  Physical Address: 2298 Forest Oak Road, Columbus, OH 43215,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3FEC8E1B-CABE-435F-BDB3-E9862CA9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Social Security Number used for payroll and tax reporting; SSN issued before June 25, 2011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21895C73-C046-4003-88A4-8619E111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social security number (SSN)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31009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2026-07-31T08:56:13.7630000Z</dcterms:created>
  <dcterms:modified xsi:type="dcterms:W3CDTF">2026-07-31T08:56:13.7630000Z</dcterms:modified>
</coreProperties>
</file>
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6579dd3f88442f" /><Relationship Type="http://schemas.openxmlformats.org/officeDocument/2006/relationships/extended-properties" Target="/docProps/app.xml" Id="R415976be99144a27" /><Relationship Type="http://schemas.openxmlformats.org/officeDocument/2006/relationships/officeDocument" Target="/ppt/presentation.xml" Id="Rbc4bf164b3fe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bd02c1d63435f"/>
  </p:sldMasterIdLst>
  <p:notesMasterIdLst>
    <p:notesMasterId xmlns:r="http://schemas.openxmlformats.org/officeDocument/2006/relationships" r:id="Rb6945d037f4a4ee0"/>
  </p:notesMasterIdLst>
  <p:sldIdLst>
    <p:sldId xmlns:r="http://schemas.openxmlformats.org/officeDocument/2006/relationships" id="256" r:id="Ra7994cd30a4b4371"/>
    <p:sldId xmlns:r="http://schemas.openxmlformats.org/officeDocument/2006/relationships" id="257" r:id="R7a4bb551e5854464"/>
    <p:sldId xmlns:r="http://schemas.openxmlformats.org/officeDocument/2006/relationships" id="258" r:id="Rc483fdd614684855"/>
    <p:sldId xmlns:r="http://schemas.openxmlformats.org/officeDocument/2006/relationships" id="259" r:id="R9ede2e978159456b"/>
    <p:sldId xmlns:r="http://schemas.openxmlformats.org/officeDocument/2006/relationships" id="260" r:id="Rd289e4d98dfa4ad6"/>
    <p:sldId xmlns:r="http://schemas.openxmlformats.org/officeDocument/2006/relationships" id="261" r:id="R8d30bd11627c44bd"/>
    <p:sldId xmlns:r="http://schemas.openxmlformats.org/officeDocument/2006/relationships" id="262" r:id="R642c4fa316a64b03"/>
    <p:sldId xmlns:r="http://schemas.openxmlformats.org/officeDocument/2006/relationships" id="263" r:id="Rf14407cda38342e8"/>
    <p:sldId xmlns:r="http://schemas.openxmlformats.org/officeDocument/2006/relationships" id="264" r:id="Rca98716fdda94993"/>
    <p:sldId xmlns:r="http://schemas.openxmlformats.org/officeDocument/2006/relationships" id="265" r:id="R4af0dc9ef95244e0"/>
    <p:sldId xmlns:r="http://schemas.openxmlformats.org/officeDocument/2006/relationships" id="266" r:id="Rab7f1704c03040f0"/>
    <p:sldId xmlns:r="http://schemas.openxmlformats.org/officeDocument/2006/relationships" id="267" r:id="Ra0a30fb15eb9441c"/>
    <p:sldId xmlns:r="http://schemas.openxmlformats.org/officeDocument/2006/relationships" id="268" r:id="R1fce853d70074f42"/>
    <p:sldId xmlns:r="http://schemas.openxmlformats.org/officeDocument/2006/relationships" id="269" r:id="Re7ed95867a754e23"/>
    <p:sldId xmlns:r="http://schemas.openxmlformats.org/officeDocument/2006/relationships" id="270" r:id="Reae6c2e7f39f4ba9"/>
    <p:sldId xmlns:r="http://schemas.openxmlformats.org/officeDocument/2006/relationships" id="271" r:id="R11649a5fde1b4018"/>
    <p:sldId xmlns:r="http://schemas.openxmlformats.org/officeDocument/2006/relationships" id="272" r:id="Rd9267f9e223f48b9"/>
    <p:sldId xmlns:r="http://schemas.openxmlformats.org/officeDocument/2006/relationships" id="273" r:id="Rf273e203954e42b6"/>
    <p:sldId xmlns:r="http://schemas.openxmlformats.org/officeDocument/2006/relationships" id="274" r:id="R59ba697b1f8a4e8d"/>
    <p:sldId xmlns:r="http://schemas.openxmlformats.org/officeDocument/2006/relationships" id="275" r:id="R087af6f706324a9b"/>
    <p:sldId xmlns:r="http://schemas.openxmlformats.org/officeDocument/2006/relationships" id="276" r:id="R771e1c41dc4d4ae6"/>
    <p:sldId xmlns:r="http://schemas.openxmlformats.org/officeDocument/2006/relationships" id="277" r:id="R2edd18d453324105"/>
    <p:sldId xmlns:r="http://schemas.openxmlformats.org/officeDocument/2006/relationships" id="278" r:id="R8edcbf6b5b2a4a24"/>
    <p:sldId xmlns:r="http://schemas.openxmlformats.org/officeDocument/2006/relationships" id="279" r:id="Raab423fb5fed4ec6"/>
    <p:sldId xmlns:r="http://schemas.openxmlformats.org/officeDocument/2006/relationships" id="280" r:id="R4d6b2c5e5a0146c3"/>
    <p:sldId xmlns:r="http://schemas.openxmlformats.org/officeDocument/2006/relationships" id="281" r:id="Rdb4681aedd3c4a5a"/>
    <p:sldId xmlns:r="http://schemas.openxmlformats.org/officeDocument/2006/relationships" id="282" r:id="R973bf9d04cb64bfd"/>
    <p:sldId xmlns:r="http://schemas.openxmlformats.org/officeDocument/2006/relationships" id="283" r:id="R241b5c3edad64dea"/>
    <p:sldId xmlns:r="http://schemas.openxmlformats.org/officeDocument/2006/relationships" id="284" r:id="Raed6666567824b99"/>
    <p:sldId xmlns:r="http://schemas.openxmlformats.org/officeDocument/2006/relationships" id="285" r:id="R6592218145824a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40b5414cb40e8" /><Relationship Type="http://schemas.openxmlformats.org/officeDocument/2006/relationships/slideMaster" Target="/ppt/slideMasters/slideMaster1.xml" Id="R330bd02c1d63435f" /><Relationship Type="http://schemas.openxmlformats.org/officeDocument/2006/relationships/notesMaster" Target="/ppt/notesMasters/notesMaster1.xml" Id="Rb6945d037f4a4ee0" /><Relationship Type="http://schemas.openxmlformats.org/officeDocument/2006/relationships/presProps" Target="/ppt/presProps.xml" Id="Rb01bcc5b1fd64314" /><Relationship Type="http://schemas.openxmlformats.org/officeDocument/2006/relationships/tableStyles" Target="/ppt/tableStyles.xml" Id="R332ae0928a5c4997" /><Relationship Type="http://schemas.openxmlformats.org/officeDocument/2006/relationships/slide" Target="/ppt/slides/slide1.xml" Id="Ra7994cd30a4b4371" /><Relationship Type="http://schemas.openxmlformats.org/officeDocument/2006/relationships/slide" Target="/ppt/slides/slide2.xml" Id="R7a4bb551e5854464" /><Relationship Type="http://schemas.openxmlformats.org/officeDocument/2006/relationships/slide" Target="/ppt/slides/slide3.xml" Id="Rc483fdd614684855" /><Relationship Type="http://schemas.openxmlformats.org/officeDocument/2006/relationships/slide" Target="/ppt/slides/slide4.xml" Id="R9ede2e978159456b" /><Relationship Type="http://schemas.openxmlformats.org/officeDocument/2006/relationships/slide" Target="/ppt/slides/slide5.xml" Id="Rd289e4d98dfa4ad6" /><Relationship Type="http://schemas.openxmlformats.org/officeDocument/2006/relationships/slide" Target="/ppt/slides/slide6.xml" Id="R8d30bd11627c44bd" /><Relationship Type="http://schemas.openxmlformats.org/officeDocument/2006/relationships/slide" Target="/ppt/slides/slide7.xml" Id="R642c4fa316a64b03" /><Relationship Type="http://schemas.openxmlformats.org/officeDocument/2006/relationships/slide" Target="/ppt/slides/slide8.xml" Id="Rf14407cda38342e8" /><Relationship Type="http://schemas.openxmlformats.org/officeDocument/2006/relationships/slide" Target="/ppt/slides/slide9.xml" Id="Rca98716fdda94993" /><Relationship Type="http://schemas.openxmlformats.org/officeDocument/2006/relationships/slide" Target="/ppt/slides/slide10.xml" Id="R4af0dc9ef95244e0" /><Relationship Type="http://schemas.openxmlformats.org/officeDocument/2006/relationships/slide" Target="/ppt/slides/slide11.xml" Id="Rab7f1704c03040f0" /><Relationship Type="http://schemas.openxmlformats.org/officeDocument/2006/relationships/slide" Target="/ppt/slides/slide12.xml" Id="Ra0a30fb15eb9441c" /><Relationship Type="http://schemas.openxmlformats.org/officeDocument/2006/relationships/slide" Target="/ppt/slides/slide13.xml" Id="R1fce853d70074f42" /><Relationship Type="http://schemas.openxmlformats.org/officeDocument/2006/relationships/slide" Target="/ppt/slides/slide14.xml" Id="Re7ed95867a754e23" /><Relationship Type="http://schemas.openxmlformats.org/officeDocument/2006/relationships/slide" Target="/ppt/slides/slide15.xml" Id="Reae6c2e7f39f4ba9" /><Relationship Type="http://schemas.openxmlformats.org/officeDocument/2006/relationships/slide" Target="/ppt/slides/slide16.xml" Id="R11649a5fde1b4018" /><Relationship Type="http://schemas.openxmlformats.org/officeDocument/2006/relationships/slide" Target="/ppt/slides/slide17.xml" Id="Rd9267f9e223f48b9" /><Relationship Type="http://schemas.openxmlformats.org/officeDocument/2006/relationships/slide" Target="/ppt/slides/slide18.xml" Id="Rf273e203954e42b6" /><Relationship Type="http://schemas.openxmlformats.org/officeDocument/2006/relationships/slide" Target="/ppt/slides/slide19.xml" Id="R59ba697b1f8a4e8d" /><Relationship Type="http://schemas.openxmlformats.org/officeDocument/2006/relationships/slide" Target="/ppt/slides/slide20.xml" Id="R087af6f706324a9b" /><Relationship Type="http://schemas.openxmlformats.org/officeDocument/2006/relationships/slide" Target="/ppt/slides/slide21.xml" Id="R771e1c41dc4d4ae6" /><Relationship Type="http://schemas.openxmlformats.org/officeDocument/2006/relationships/slide" Target="/ppt/slides/slide22.xml" Id="R2edd18d453324105" /><Relationship Type="http://schemas.openxmlformats.org/officeDocument/2006/relationships/slide" Target="/ppt/slides/slide23.xml" Id="R8edcbf6b5b2a4a24" /><Relationship Type="http://schemas.openxmlformats.org/officeDocument/2006/relationships/slide" Target="/ppt/slides/slide24.xml" Id="Raab423fb5fed4ec6" /><Relationship Type="http://schemas.openxmlformats.org/officeDocument/2006/relationships/slide" Target="/ppt/slides/slide25.xml" Id="R4d6b2c5e5a0146c3" /><Relationship Type="http://schemas.openxmlformats.org/officeDocument/2006/relationships/slide" Target="/ppt/slides/slide26.xml" Id="Rdb4681aedd3c4a5a" /><Relationship Type="http://schemas.openxmlformats.org/officeDocument/2006/relationships/slide" Target="/ppt/slides/slide27.xml" Id="R973bf9d04cb64bfd" /><Relationship Type="http://schemas.openxmlformats.org/officeDocument/2006/relationships/slide" Target="/ppt/slides/slide28.xml" Id="R241b5c3edad64dea" /><Relationship Type="http://schemas.openxmlformats.org/officeDocument/2006/relationships/slide" Target="/ppt/slides/slide29.xml" Id="Raed6666567824b99" /><Relationship Type="http://schemas.openxmlformats.org/officeDocument/2006/relationships/slide" Target="/ppt/slides/slide30.xml" Id="R6592218145824a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c0d6c639c541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a5ae119344fbc" /><Relationship Type="http://schemas.openxmlformats.org/officeDocument/2006/relationships/notesMaster" Target="/ppt/notesMasters/notesMaster1.xml" Id="R47a79a4e596c45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e9a412201a4024" /><Relationship Type="http://schemas.openxmlformats.org/officeDocument/2006/relationships/notesMaster" Target="/ppt/notesMasters/notesMaster1.xml" Id="R30ba6e4674c8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878aeb2f3418b" /><Relationship Type="http://schemas.openxmlformats.org/officeDocument/2006/relationships/notesMaster" Target="/ppt/notesMasters/notesMaster1.xml" Id="R2bc64ab6e0ef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e8fe89a2e46f2" /><Relationship Type="http://schemas.openxmlformats.org/officeDocument/2006/relationships/notesMaster" Target="/ppt/notesMasters/notesMaster1.xml" Id="Rccaeba4fc76541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d50475bbca4be7" /><Relationship Type="http://schemas.openxmlformats.org/officeDocument/2006/relationships/notesMaster" Target="/ppt/notesMasters/notesMaster1.xml" Id="R621af4591a4b4a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b1b9fcf131486d" /><Relationship Type="http://schemas.openxmlformats.org/officeDocument/2006/relationships/notesMaster" Target="/ppt/notesMasters/notesMaster1.xml" Id="R27b81ba9de3542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38ff4d9da4b85" /><Relationship Type="http://schemas.openxmlformats.org/officeDocument/2006/relationships/notesMaster" Target="/ppt/notesMasters/notesMaster1.xml" Id="R7e35eeb6691e4e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f622d5aca4fd3" /><Relationship Type="http://schemas.openxmlformats.org/officeDocument/2006/relationships/notesMaster" Target="/ppt/notesMasters/notesMaster1.xml" Id="R38fc8ba0863c42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62cfb1b0d34982" /><Relationship Type="http://schemas.openxmlformats.org/officeDocument/2006/relationships/notesMaster" Target="/ppt/notesMasters/notesMaster1.xml" Id="R0180900d32de4e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200600b5da43c0" /><Relationship Type="http://schemas.openxmlformats.org/officeDocument/2006/relationships/notesMaster" Target="/ppt/notesMasters/notesMaster1.xml" Id="R9f9cdbd314594a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55a52805684b96" /><Relationship Type="http://schemas.openxmlformats.org/officeDocument/2006/relationships/notesMaster" Target="/ppt/notesMasters/notesMaster1.xml" Id="R42658d1a55e743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f3e2c0fdf547fa" /><Relationship Type="http://schemas.openxmlformats.org/officeDocument/2006/relationships/notesMaster" Target="/ppt/notesMasters/notesMaster1.xml" Id="R862a4fc25f6c48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e3191c2f204caa" /><Relationship Type="http://schemas.openxmlformats.org/officeDocument/2006/relationships/notesMaster" Target="/ppt/notesMasters/notesMaster1.xml" Id="Rd771079cc7d740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61ad62685748b9" /><Relationship Type="http://schemas.openxmlformats.org/officeDocument/2006/relationships/notesMaster" Target="/ppt/notesMasters/notesMaster1.xml" Id="R762983a0dbf9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b284fa93a74803" /><Relationship Type="http://schemas.openxmlformats.org/officeDocument/2006/relationships/notesMaster" Target="/ppt/notesMasters/notesMaster1.xml" Id="Rdf7797909f6444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1cda72b8894bf4" /><Relationship Type="http://schemas.openxmlformats.org/officeDocument/2006/relationships/notesMaster" Target="/ppt/notesMasters/notesMaster1.xml" Id="R64aebba6fc6146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0cb125f2334fc4" /><Relationship Type="http://schemas.openxmlformats.org/officeDocument/2006/relationships/notesMaster" Target="/ppt/notesMasters/notesMaster1.xml" Id="R6e0fb329c04645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28f3d4b96c4a4e" /><Relationship Type="http://schemas.openxmlformats.org/officeDocument/2006/relationships/notesMaster" Target="/ppt/notesMasters/notesMaster1.xml" Id="Rfa83ac6a62cc4d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14377182fc4015" /><Relationship Type="http://schemas.openxmlformats.org/officeDocument/2006/relationships/notesMaster" Target="/ppt/notesMasters/notesMaster1.xml" Id="R3925e066e6f141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ba1dc6160f4211" /><Relationship Type="http://schemas.openxmlformats.org/officeDocument/2006/relationships/notesMaster" Target="/ppt/notesMasters/notesMaster1.xml" Id="R97332578b59443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0cfecb184842e6" /><Relationship Type="http://schemas.openxmlformats.org/officeDocument/2006/relationships/notesMaster" Target="/ppt/notesMasters/notesMaster1.xml" Id="Rde7b4f4f7da648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5391115822492a" /><Relationship Type="http://schemas.openxmlformats.org/officeDocument/2006/relationships/notesMaster" Target="/ppt/notesMasters/notesMaster1.xml" Id="R52c177efb77249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d0c205d80b4d96" /><Relationship Type="http://schemas.openxmlformats.org/officeDocument/2006/relationships/notesMaster" Target="/ppt/notesMasters/notesMaster1.xml" Id="R3df542103ed94f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ca01ab137c4eb4" /><Relationship Type="http://schemas.openxmlformats.org/officeDocument/2006/relationships/notesMaster" Target="/ppt/notesMasters/notesMaster1.xml" Id="R4a84ac03660a42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5fa1db03bb4bf7" /><Relationship Type="http://schemas.openxmlformats.org/officeDocument/2006/relationships/notesMaster" Target="/ppt/notesMasters/notesMaster1.xml" Id="Ra8bc6b7fe30643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380728a61442a9" /><Relationship Type="http://schemas.openxmlformats.org/officeDocument/2006/relationships/notesMaster" Target="/ppt/notesMasters/notesMaster1.xml" Id="R3715dc2344aa46b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32297d23354c8f" /><Relationship Type="http://schemas.openxmlformats.org/officeDocument/2006/relationships/notesMaster" Target="/ppt/notesMasters/notesMaster1.xml" Id="R1dab16d0504f49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6d5353b4cb437b" /><Relationship Type="http://schemas.openxmlformats.org/officeDocument/2006/relationships/notesMaster" Target="/ppt/notesMasters/notesMaster1.xml" Id="Rddeebf58ab574c5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af9d5a306c84656" /><Relationship Type="http://schemas.openxmlformats.org/officeDocument/2006/relationships/notesMaster" Target="/ppt/notesMasters/notesMaster1.xml" Id="R52b94bb541a345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5d7337346c54739" /><Relationship Type="http://schemas.openxmlformats.org/officeDocument/2006/relationships/notesMaster" Target="/ppt/notesMasters/notesMaster1.xml" Id="R086d0e3bba5d44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https://learn.microsoft.com/en-us/purview/sit-defn-uk-national-insurance-number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3c203b91645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5b8d9b74245d6" /><Relationship Type="http://schemas.openxmlformats.org/officeDocument/2006/relationships/slideLayout" Target="/ppt/slideLayouts/slideLayout1.xml" Id="Rffaefaf88cdc49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efaf88cdc49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4278b55e45a0" /><Relationship Type="http://schemas.openxmlformats.org/officeDocument/2006/relationships/notesSlide" Target="/ppt/notesSlides/notesSlide1.xml" Id="Rf45b94b8f5df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d83a661f74143" /><Relationship Type="http://schemas.openxmlformats.org/officeDocument/2006/relationships/notesSlide" Target="/ppt/notesSlides/notesSlide2.xml" Id="R9b2d8f6dfad2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cfb631eb84ae0" /><Relationship Type="http://schemas.openxmlformats.org/officeDocument/2006/relationships/notesSlide" Target="/ppt/notesSlides/notesSlide3.xml" Id="Rd8b01e31b61a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9682144784e0b" /><Relationship Type="http://schemas.openxmlformats.org/officeDocument/2006/relationships/notesSlide" Target="/ppt/notesSlides/notesSlide4.xml" Id="R24eee30ed4fc4a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a8862b88945dc" /><Relationship Type="http://schemas.openxmlformats.org/officeDocument/2006/relationships/notesSlide" Target="/ppt/notesSlides/notesSlide5.xml" Id="Rd6e8617595a449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1e9960dc34299" /><Relationship Type="http://schemas.openxmlformats.org/officeDocument/2006/relationships/notesSlide" Target="/ppt/notesSlides/notesSlide6.xml" Id="R2ec84801571f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1e9386b5e4214" /><Relationship Type="http://schemas.openxmlformats.org/officeDocument/2006/relationships/notesSlide" Target="/ppt/notesSlides/notesSlide7.xml" Id="R567cb8d6e7bf44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ce9ea30e4c1b" /><Relationship Type="http://schemas.openxmlformats.org/officeDocument/2006/relationships/notesSlide" Target="/ppt/notesSlides/notesSlide8.xml" Id="R26d751e5277c44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be0028384948" /><Relationship Type="http://schemas.openxmlformats.org/officeDocument/2006/relationships/notesSlide" Target="/ppt/notesSlides/notesSlide9.xml" Id="R4db98c47741747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b3454c5a24797" /><Relationship Type="http://schemas.openxmlformats.org/officeDocument/2006/relationships/notesSlide" Target="/ppt/notesSlides/notesSlide10.xml" Id="R68175f5568ac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f435a76174bd1" /><Relationship Type="http://schemas.openxmlformats.org/officeDocument/2006/relationships/notesSlide" Target="/ppt/notesSlides/notesSlide11.xml" Id="R6667b80a9a454c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eefec4f60495b" /><Relationship Type="http://schemas.openxmlformats.org/officeDocument/2006/relationships/notesSlide" Target="/ppt/notesSlides/notesSlide12.xml" Id="R47f48c3780d34d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35827ba7a46f3" /><Relationship Type="http://schemas.openxmlformats.org/officeDocument/2006/relationships/notesSlide" Target="/ppt/notesSlides/notesSlide13.xml" Id="Rb5ccb3d50c99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bcd41ea5d4d08" /><Relationship Type="http://schemas.openxmlformats.org/officeDocument/2006/relationships/notesSlide" Target="/ppt/notesSlides/notesSlide14.xml" Id="Rf7e881ba8ed748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ab5872674ea7" /><Relationship Type="http://schemas.openxmlformats.org/officeDocument/2006/relationships/notesSlide" Target="/ppt/notesSlides/notesSlide15.xml" Id="Redcf57d20fe644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2d2e7bcc640ee" /><Relationship Type="http://schemas.openxmlformats.org/officeDocument/2006/relationships/notesSlide" Target="/ppt/notesSlides/notesSlide16.xml" Id="R1470e2c9723a46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0621ebe924f8e" /><Relationship Type="http://schemas.openxmlformats.org/officeDocument/2006/relationships/notesSlide" Target="/ppt/notesSlides/notesSlide17.xml" Id="R6719afc1bd664b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977e3d71e4db3" /><Relationship Type="http://schemas.openxmlformats.org/officeDocument/2006/relationships/notesSlide" Target="/ppt/notesSlides/notesSlide18.xml" Id="Rde16f22fc5464a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0be2ac9054d3c" /><Relationship Type="http://schemas.openxmlformats.org/officeDocument/2006/relationships/notesSlide" Target="/ppt/notesSlides/notesSlide19.xml" Id="R94fcf7a2a48546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2242d5eac4661" /><Relationship Type="http://schemas.openxmlformats.org/officeDocument/2006/relationships/notesSlide" Target="/ppt/notesSlides/notesSlide20.xml" Id="R27ec370b55254b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172c2fabe4e47" /><Relationship Type="http://schemas.openxmlformats.org/officeDocument/2006/relationships/notesSlide" Target="/ppt/notesSlides/notesSlide21.xml" Id="Rdc9750a232f04a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680c7f1d34d05" /><Relationship Type="http://schemas.openxmlformats.org/officeDocument/2006/relationships/notesSlide" Target="/ppt/notesSlides/notesSlide22.xml" Id="R8c1c479b15dd43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9e8fd865f4a96" /><Relationship Type="http://schemas.openxmlformats.org/officeDocument/2006/relationships/notesSlide" Target="/ppt/notesSlides/notesSlide23.xml" Id="Rf3888e101cc64b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fdeb38cb545f6" /><Relationship Type="http://schemas.openxmlformats.org/officeDocument/2006/relationships/notesSlide" Target="/ppt/notesSlides/notesSlide24.xml" Id="Rd565e92d6b304f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e506b7c58471b" /><Relationship Type="http://schemas.openxmlformats.org/officeDocument/2006/relationships/notesSlide" Target="/ppt/notesSlides/notesSlide25.xml" Id="Rfae257c410f247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40ea0fa8f4481" /><Relationship Type="http://schemas.openxmlformats.org/officeDocument/2006/relationships/notesSlide" Target="/ppt/notesSlides/notesSlide26.xml" Id="R9ddce83988094b1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8e39488b04cb7" /><Relationship Type="http://schemas.openxmlformats.org/officeDocument/2006/relationships/notesSlide" Target="/ppt/notesSlides/notesSlide27.xml" Id="Rf03c5ca77d6947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4165a517a4112" /><Relationship Type="http://schemas.openxmlformats.org/officeDocument/2006/relationships/notesSlide" Target="/ppt/notesSlides/notesSlide28.xml" Id="Rd25151d04d9c4d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ea023fc434bba" /><Relationship Type="http://schemas.openxmlformats.org/officeDocument/2006/relationships/notesSlide" Target="/ppt/notesSlides/notesSlide29.xml" Id="R88c8e55f71a1427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791c898564fbd" /><Relationship Type="http://schemas.openxmlformats.org/officeDocument/2006/relationships/notesSlide" Target="/ppt/notesSlides/notesSlide30.xml" Id="R5c49d209a91247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09723858-6EEE-4DDC-9A23-F3CA7AD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D9FD6F5-4D86-4E84-A1D0-E07C0EEE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1CAB5E43-0358-4F4C-95E9-0F1395F9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762168A8-1084-4943-B12A-459EDE1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National Insurance Number (NINO): AB 10 00 00 A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CAFC1AA5-DD1E-4B53-9472-F13CB5A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Lily Evans  |  Physical Address: Flat 19, 7885 Hawthorn Grove Avenue, Cambridge, CB1 1BH, United Kingdom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61885F56-904A-4257-991D-C18A092F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F8697E88-CAD9-4D78-A84F-C4290D98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35C756AE-33B3-4423-A398-D387402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National Insurance Number (NINO): AC 10 00 01 B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5A357866-6B18-4BEC-97D3-93B66B4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Mia Taylor  |  Physical Address: Flat 20, 7922 Kingfisher Grove Avenue, Cardiff, CF10 2HE, United Kingdom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33153983-EC60-4D85-95E1-5E53931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01FC0A2D-C8DD-4B3D-9428-24505C4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1F9423F2-7723-4D9E-8D5A-4C6062C0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National Insurance Number (NINO): AE 10 00 02 C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16B7473D-C2E8-4F01-BFC9-85F3B5F4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Amelia Green  |  Physical Address: Flat 21, 7959 Mill Grove Avenue, Sheffield, S1 2BJ, United Kingdom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64EA4D7E-F2E3-446B-A297-9BEEDEB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09726EA7-DBE5-4D93-9C5E-82ED2A6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5EDE8112-F79F-43A6-81DD-8C139B8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National Insurance Number (NINO): AH 10 00 03 D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ABFF6D0B-3CBB-4121-8A5A-41C2E5B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Sophie Wilson  |  Physical Address: Flat 22, 7996 Orchard Grove Avenue, Leeds, LS1 4AP, United Kingdom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A5EBAFFC-96F9-4946-8CF0-75513AC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8B7BB4D0-5426-450D-AAA0-FB90232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A2726E26-01D1-4234-96B2-02E5714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National Insurance Number (NINO): AJ 10 00 04 A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077A2BE3-6F9E-46E8-91C7-6E81E77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Lily Clarke  |  Physical Address: Flat 23, 8033 Station Grove Avenue, Leicester, LE1 5YP, United Kingdom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2EB69910-ADE8-4C92-BA3A-AF04222D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5F23DF6E-2D22-4693-B02C-C3CB9A25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97414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F5FCDBBE-9741-4658-B722-E4BA6C4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CE9FBD56-7A29-46B6-84FE-9C31EC29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F5733424-9A2D-468A-B3C0-857458A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5DE2B02C-8C32-4F5C-974C-4ED3CCD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National Insurance Number (NINO): AK 10 00 05 B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BA030A33-A7A9-4FB3-A868-4DF8A45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Mia Robinson  |  Physical Address: Flat 24, 8070 Victoria Grove Avenue, Birmingham, B1 1BB, United Kingdom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A06AB9EC-FE69-49B1-A9EF-7303C27B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9905C8DA-CA86-4670-AC08-B9EB4043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44307736-3915-4A71-BE85-5E228DF2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National Insurance Number (NINO): AL 10 00 06 C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E06FAC0C-C539-4040-B873-D867BD12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Amelia Edwards  |  Physical Address: Flat 25, 8107 Abbey Mead Avenue, Liverpool, L1 8JQ, United Kingdom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9084A10A-E2C9-4325-AB4E-6999FE9C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9AACEA4E-D2B7-4585-9528-20119FD7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288B106B-CFD7-4296-A830-A97FF250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National Insurance Number (NINO): AM 10 00 07 D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4DC3EDA0-FBDB-4A77-8BF1-FDC5269A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Sophie Evans  |  Physical Address: Flat 26, 8144 Bramble Mead Avenue, Aberdeen, AB10 1AN, United Kingdom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8F424437-D588-4379-9CF6-0478B0EF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6F17FE71-B3BB-41EC-ACD0-3B2A932F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2CAA4697-0F4F-4AEF-B6DD-C0198C87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National Insurance Number (NINO): AP 10 00 08 A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1BFC4299-1910-4725-9639-0328214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Lily Taylor  |  Physical Address: Flat 27, 8181 Cedar Mead Avenue, Bristol, BS1 4ST, United Kingdom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9D31DF6B-082D-45F4-9F94-8B91B10D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E5AEF829-2861-4268-891D-6DADAFF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85976AC6-CA86-4BD0-B4DF-82DE7EF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National Insurance Number (NINO): AR 10 00 09 B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024563BA-15C2-429B-8665-6538FF5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Mia Green  |  Physical Address: Flat 28, 8218 Church Mead Avenue, Oxford, OX1 1AA, United Kingdom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F5724667-EA84-4B9E-87B4-4A688C7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DC4F2A6B-ADA0-4255-BB34-1562D973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30556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34E6411F-074B-4EF0-B28D-C0A1A20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8111B63F-6C72-4F45-92BF-1FCF8F14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24322D21-3364-4A1C-9FB6-3F65F9D6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6A919361-E653-41A7-AC71-6E7BA38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National Insurance Number (NINO): AS 10 00 10 C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2598CFBE-9E9C-49D4-A89E-926933D7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Amelia Johnson  |  Physical Address: Flat 29, 8255 Crown Mead Avenue, Glasgow, G1 2FF, United Kingdom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68F72642-5DAC-4F81-83B5-E4639775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A656F5FD-D1E0-4293-AFD1-71D2446C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D2F3CACE-63C4-4C4C-A0DC-4CFB21A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National Insurance Number (NINO): AT 10 00 11 D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D652929C-710A-4E32-9BCB-6348D4C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Sophie Clarke  |  Physical Address: Flat 30, 8292 Elm Mead Avenue, Newcastle, NE1 4LP, United Kingdom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2CB2EB46-3874-4AB1-9727-CD8C33E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9F940526-59C4-4040-BFC7-4FA90FEF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44E9B0A3-425A-4A24-A3C4-B0C1261B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National Insurance Number (NINO): AW 10 00 12 A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7DE0B5DE-E6FA-419D-9095-6C496889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Lily Robinson  |  Physical Address: Flat 31, 8329 Hawthorn Mead Avenue, Manchester, M1 2WD, United Kingdom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39249AF2-3688-4482-A4E1-22BDC2D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7185D147-F531-4F41-8900-609F50B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77EE9890-6036-4F61-8DB5-2DF6F30C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National Insurance Number (NINO): AX 10 00 13 B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331AD72C-EDC8-4941-BA9A-187C5335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Mia Edwards  |  Physical Address: Flat 32, 8366 Kingfisher Mead Avenue, Nottingham, NG1 2AS, United Kingdom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90480E5C-9934-4E91-948F-5C57566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F68770D2-9DE3-4D1C-B751-AC1CF693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4603F3CB-86FA-4494-AE13-9C609B2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National Insurance Number (NINO): AY 10 00 14 C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D6AE6E58-62AA-4FB8-AAEE-02A62AFD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Amelia Walker  |  Physical Address: Flat 33, 8403 Mill Mead Avenue, London, SW1A 2AA, United Kingdom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A23ABBBC-53B5-49A8-80E3-E9C01213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39C0B35C-F625-4502-8CFE-E9A191B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38920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E824023C-6EE7-401B-AE3C-92E1EE8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D3C65ADB-89F1-41EC-90F2-288ED5F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A2D62A70-C642-4848-A9D6-04465F19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4AA79E08-CCE9-48A8-B7B6-4585A0A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National Insurance Number (NINO): CA 10 00 15 D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CF7A815B-C53E-484D-A99B-9623DF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Sophie Taylor  |  Physical Address: Flat 34, 8440 Orchard Mead Avenue, Edinburgh, EH1 1YZ, United Kingdom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72F37ADA-E9C3-4E6B-AD64-E9184D45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792F92FD-608F-4964-B07D-046A3FA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FC9BA773-845E-4831-8828-5760D74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National Insurance Number (NINO): CE 10 00 16 A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DB3CFF76-AEDE-432E-9D43-18435C8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Lily Green  |  Physical Address: Flat 35, 8477 Station Mead Avenue, Cambridge, CB1 1BH, United Kingdom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A0D4128A-9126-4FEE-A7A2-B309819C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8291853A-B3FE-468E-9566-89D09E3E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F7D6223B-CB42-477A-9267-47F0336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National Insurance Number (NINO): CH 10 00 17 B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220977B9-4ADD-4658-BAB1-0C02A779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Mia Johnson  |  Physical Address: Flat 36, 8514 Victoria Mead Avenue, Cardiff, CF10 2HE, United Kingdom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8CCCE1C7-4F03-4325-AC12-0B4A850C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B34C5304-E1A0-4AEC-985A-30AF9BC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3CB7A236-8DA4-4AAC-AB09-985C45D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National Insurance Number (NINO): CJ 10 00 18 C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B974E436-379A-472B-BF11-41DFD30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Mia Clarke  |  Physical Address: Flat 37, 8551 Abbey Park Avenue, Sheffield, S1 2BJ, United Kingdom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95A74790-C9DD-4469-B1B9-CF5675D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BDCC3B4F-3499-4199-B578-A9357663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40F7C2F6-2D72-4C79-BB5A-4C91FE4D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National Insurance Number (NINO): CK 10 00 19 D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6F5A8878-16CC-472C-BC83-5F40C9E5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William Robinson  |  Physical Address: Flat 38, 8588 Bramble Park Avenue, Leeds, LS1 4AP, United Kingdom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A67DB6E7-431A-489B-8852-025A00F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88ECDB95-B0EC-4F22-BEE7-737A6C09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84588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44730B4F-438B-40FA-8FD8-8A6A89B8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59D378FB-7597-4046-A0B8-D761297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8FCC165D-1117-4E41-B2F3-F6B162F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F1B6D8E7-4F0C-4E9C-8CE7-4B35C2E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National Insurance Number (NINO): CL 10 00 20 A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CDF91573-8DBD-48DC-B2FD-F7518ABA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Charlie Edwards  |  Physical Address: Flat 39, 8625 Cedar Park Avenue, Leicester, LE1 5YP, United Kingdom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D69EEDD0-E582-432B-A1FD-CF79328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22BE1D47-0CD5-45D1-B6FD-FC38192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0B63A3F0-06BC-4F61-9525-3FAEFBD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National Insurance Number (NINO): CM 10 00 21 B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1FEE0495-4324-496B-BADD-4D4169C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Arthur Walker  |  Physical Address: Flat 40, 8662 Church Park Avenue, Birmingham, B1 1BB, United Kingdom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BDF586AA-5932-41E1-94DC-AA59C0E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80C87F8B-8563-406F-8278-697E61D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D7B9F86C-FBD8-46C0-8A56-20C2D69B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National Insurance Number (NINO): CP 10 00 22 C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5EFAC965-F40A-48EF-914E-7F3FBF1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Edward Taylor  |  Physical Address: Flat 41, 8699 Crown Park Avenue, Liverpool, L1 8JQ, United Kingdom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5E628D5F-B049-49D9-A9B2-F1B06B86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A066184B-FBDF-47D3-AAE5-6765F18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D00D97CD-9908-470D-8A0F-F1F39AB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National Insurance Number (NINO): CR 10 00 23 D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F22C382D-F391-4DE5-870F-45D8A4E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William Green  |  Physical Address: Flat 42, 8736 Elm Park Avenue, Aberdeen, AB10 1AN, United Kingdom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CF81EE2C-834F-4F3E-9543-6E5C1211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2006A122-5D76-4583-909D-FBE8FC83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AB5DE31F-2FC3-4671-BD59-13B9FB1C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National Insurance Number (NINO): CS 10 00 24 A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F427559F-7424-41DB-85E4-0B200327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Charlie Johnson  |  Physical Address: Flat 43, 8773 Hawthorn Park Avenue, Bristol, BS1 4ST, United Kingdom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7BF2139A-2743-4FCC-A471-0E2E408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33D3E13E-8DE1-4B94-8E9A-2EDCBF1D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45439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2E4A8D8-D288-4D51-8114-867AC3C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9B5C3541-0B21-4C2E-B871-E91A15AD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294EF059-A168-4C10-962A-E379725F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4917A5FC-4463-4AD8-9E1E-5AE88898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National Insurance Number (NINO): CW 10 00 25 B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B9DF8BA7-4512-42FB-8D0F-3582DB6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Arthur Jackson  |  Physical Address: Flat 44, 8810 Kingfisher Park Avenue, Oxford, OX1 1AA, United Kingdom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DD0CB8AC-757A-4823-8B54-314EF27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FF12BA6C-31E3-4B2E-AB02-219B00C8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247ECED7-FC8A-4B9F-B5A4-F2CDE35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National Insurance Number (NINO): CX 10 00 26 C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35EC3C53-9E64-4CAD-B9F9-90CC4B0E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Edward Robinson  |  Physical Address: Flat 45, 8847 Mill Park Avenue, Glasgow, G1 2FF, United Kingdom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95AE859A-F92F-4992-8792-428AAE0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8DE3F626-2DF5-4194-9FD7-13AAC6AC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934D6328-A4F7-482D-903C-525A02F3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National Insurance Number (NINO): CY 10 00 27 D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E0448A05-38B0-4C81-BBDF-89ED59D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William Edwards  |  Physical Address: Flat 46, 8884 Orchard Park Avenue, Newcastle, NE1 4LP, United Kingdom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3400326E-6D17-4B71-A930-CA7BEBA0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E866B4BC-9EB9-46EB-9EBC-27702948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2F200C5D-C12D-42CC-B076-B192F43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National Insurance Number (NINO): EA 10 00 28 A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1BA1EEE3-374F-473E-897E-1A863183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Charlie Walker  |  Physical Address: Flat 47, 8921 Station Park Avenue, Manchester, M1 2WD, United Kingdom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5854E5DD-E482-4AF9-B3FF-09699819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26E75046-B92F-4640-A289-595CC923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C82017CA-4364-4D0E-A235-AB22DB28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National Insurance Number (NINO): EC 10 00 29 B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F357CB41-C961-4E59-852E-BEF7596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Arthur Brown  |  Physical Address: Flat 48, 8958 Victoria Park Avenue, Nottingham, NG1 2AS, United Kingdom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B950EA40-B357-4309-A887-4AE99A1E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A6D8CD2E-8B06-466C-AC5A-CD58A0DD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19649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65882FF7-4FBE-475B-9AE9-D2796F60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D5A78EA4-858F-4C8B-9207-C51F4ACC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2B75BEFB-F6BF-482D-A63C-D76DDC27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7F3E5E2A-2D59-4818-BAEE-0B4C405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National Insurance Number (NINO): EH 10 00 30 C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5F6A92B1-BEAB-4EF0-84AE-901FEA37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Edward Green  |  Physical Address: Flat 49, 8995 Abbey Rise Avenue, London, SW1A 2AA, United Kingdom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9A136FFF-5297-48CA-8F05-083CBA00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7A98DDB3-48B7-4FDA-84B7-B9D93FA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CE427B9F-C9CC-43C0-A4A2-68CD098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National Insurance Number (NINO): EJ 10 00 31 D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41B4E46A-7B4E-435D-A893-7FFB595A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William Johnson  |  Physical Address: Flat 50, 9032 Bramble Rise Avenue, Edinburgh, EH1 1YZ, United Kingdom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4A484FAD-4E27-4824-9047-CCCC366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AFF658BF-473C-42BF-A204-4229D28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96DC13A0-00B5-4E1A-9E8C-B85EE0C1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National Insurance Number (NINO): EK 10 00 32 A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66692551-EEDC-445D-8329-AC014CB8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Charlie Jackson  |  Physical Address: Flat 51, 9069 Cedar Rise Avenue, Cambridge, CB1 1BH, United Kingdom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CFB9F3A6-5694-410D-B5B9-4A99AAC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86EBF1AA-17B8-4DBD-A325-FB51C6A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D8519191-1379-4A6B-9E49-FE500720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National Insurance Number (NINO): EL 10 00 33 B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52676D42-3E88-443E-A4FD-8C5E289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Arthur Wright  |  Physical Address: Flat 52, 9106 Church Rise Avenue, Cardiff, CF10 2HE, United Kingdom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3E186031-5DA7-4E3C-8439-4B26E97E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3BF824AA-A4DB-4183-8CE0-7C454AD1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5ED3E8F0-3159-48BA-948C-5B58089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National Insurance Number (NINO): EM 10 00 34 C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FEF20F64-92A2-479C-A426-CDC4543B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Edward Edwards  |  Physical Address: Flat 53, 9143 Crown Rise Avenue, Sheffield, S1 2BJ, United Kingdom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10E009A3-0C84-417E-92A0-8C676117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2A3CED5C-4C35-4811-B184-C5D3097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94499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58274365-F236-496E-AF4F-559A29B3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5DADFA59-44A7-42FF-B3D0-453576D8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55B0CA55-0569-4F0E-B6F4-004C0EB1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A4BBDC9D-6FBD-4A16-AF93-63398F0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National Insurance Number (NINO): EN 10 00 35 D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4A7ADD4F-4AB0-4390-B8DE-2F2C2EEB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William Walker  |  Physical Address: Flat 54, 9180 Elm Rise Avenue, Leeds, LS1 4AP, United Kingdom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66AA7D98-F9DE-4254-93D8-E8BE60A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ACAB6C19-37DF-4212-AC1B-0C9C82CF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60A8FDDB-7220-40C7-A0FA-3A189EA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National Insurance Number (NINO): EP 10 00 36 A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77B31293-4ADC-4019-9E95-5A5FB917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Charlie Brown  |  Physical Address: Flat 55, 9217 Hawthorn Rise Avenue, Leicester, LE1 5YP, United Kingdom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648D2788-CED3-4F05-9881-DA5BE31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8DAE4703-FA09-4F9B-AFB0-485D31FD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32E01B44-00EB-4918-B83A-BB54471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National Insurance Number (NINO): ER 10 00 37 B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62991464-72CF-450D-AA7B-1FF1D8DB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Arthur Hall  |  Physical Address: Flat 56, 9254 Kingfisher Rise Avenue, Birmingham, B1 1BB, United Kingdom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1E4DA6D1-3B08-4976-9077-2516E84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C87DE05C-580B-4151-A48F-98035DA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15F4A612-9F9F-483F-A814-F3A9C81B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National Insurance Number (NINO): ES 10 00 38 C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9E903E96-63F9-4FC8-BFC5-52DD46C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Edward Johnson  |  Physical Address: Flat 57, 9291 Mill Rise Avenue, Liverpool, L1 8JQ, United Kingdom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CE781B37-4F82-4B97-8AC9-74EBC12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8A7C7CEC-6789-40A9-805C-0FD6E5B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DB5C0049-33C2-41C0-8F3B-351D6B8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National Insurance Number (NINO): ET 10 00 39 D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1F6761F9-105C-46D7-8EA9-97AE660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William Jackson  |  Physical Address: Flat 58, 9328 Orchard Rise Avenue, Aberdeen, AB10 1AN, United Kingdom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2C085E12-576C-466D-BB54-6BEE7A43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925AD31A-91C8-48D6-BB43-F7A3D2DA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51712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A7EBAB80-585A-4BAB-B318-0DFC2159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7538D64D-C5F9-4786-B9C4-EF58AAEB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354C02FA-BFB9-4120-AD41-1C77FDA5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EB3C358A-03D6-4420-828B-C244B85B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National Insurance Number (NINO): EW 10 00 40 A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C1AFDA28-05AF-4D1C-8F05-9148432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Charlie Wright  |  Physical Address: Flat 59, 9365 Station Rise Avenue, Bristol, BS1 4ST, United Kingdom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B2A195EB-6F0B-4FBE-820F-8FE12ECA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50A18BD7-C5DB-4CB7-BD32-9C443CF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21E2E510-4C63-493F-8DAC-7368FFE2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National Insurance Number (NINO): EX 10 00 41 B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A56BD540-21F1-4551-B8C8-A5E2EC9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Arthur Smith  |  Physical Address: Flat 60, 9402 Victoria Rise Avenue, Oxford, OX1 1AA, United Kingdom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1B7152BD-A87E-4F05-AAC8-A881AD55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C9EB1D82-4855-41EE-8592-19D4D47D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5CC0E0ED-37D2-4565-9BA6-5C83798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National Insurance Number (NINO): EY 10 00 42 C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C1A4688A-E344-4D5B-A7BE-E603DC20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Lucy Walker  |  Physical Address: Flat 61, 9439 Abbey Vale Avenue, Glasgow, G1 2FF, United Kingdom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6FC468BB-D93B-4F9B-B8FC-A47CF5A3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DA9FD8E9-A89E-4937-9D01-1651452A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8B4201E9-8370-404E-9D8B-A340E967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National Insurance Number (NINO): AB 10 00 43 D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A1BC5FED-B6C9-4B0B-BAE2-29682BED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Emily Brown  |  Physical Address: Flat 62, 9476 Bramble Vale Avenue, Newcastle, NE1 4LP, United Kingdom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F3239046-4043-4E6D-AFAE-CEDE348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F59B3719-C4BE-40C0-951F-29E05DDC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28380EB7-086B-4CC1-B9CF-57CE1F40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National Insurance Number (NINO): AC 10 00 44 A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B9F2A69D-D2E8-4A41-995C-D3325E4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Grace Hall  |  Physical Address: Flat 63, 9513 Cedar Vale Avenue, Manchester, M1 2WD, United Kingdom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279674B1-8B00-43BB-8886-176FEC4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15FAD7C8-1665-45B5-864B-065FE677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40204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E22C9B87-B9B0-47B8-9AD1-F0E3EAD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9ADD5597-4246-4474-801A-585F776F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9F5C03C8-6B56-4D59-9B5F-D9F2D26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A8EE05C0-0363-453F-A371-EEDEFC9D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National Insurance Number (NINO): AE 10 00 45 B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E02A1EA1-3500-44DE-9FA6-96E05CE4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Ava Davies  |  Physical Address: Flat 64, 9550 Church Vale Avenue, Nottingham, NG1 2AS, United Kingdom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BD746419-DD8B-47FB-B56C-D27BAF5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E308F82A-E296-439A-AF4D-8E0E1FB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D2926D98-7F3B-4F8A-83CE-F8DF5B8D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National Insurance Number (NINO): AH 10 00 46 C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D9ABCA36-3A4C-402A-8306-89E8EDAD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Lucy Jackson  |  Physical Address: Flat 65, 9587 Crown Vale Avenue, London, SW1A 2AA, United Kingdom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4D5F920C-049B-466D-89D4-4B3E5BCB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E185440F-CD0E-4D34-B3F1-226EB7FC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0D85AE01-5B5F-49EE-A123-A6BF1C4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National Insurance Number (NINO): AJ 10 00 47 D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24620853-0468-45AC-A270-674820C4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Emily Wright  |  Physical Address: Flat 66, 9624 Elm Vale Avenue, Edinburgh, EH1 1YZ, United Kingdom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9A0F9CBE-7661-4012-B5FE-863A19BC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FB52557B-539A-42DF-8E04-12B0FB3F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9F7340E5-279C-4128-BB87-9E091CEA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National Insurance Number (NINO): AK 10 00 48 A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D5FE3858-95D3-4DD5-92CD-32B5CF95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Grace Smith  |  Physical Address: Flat 67, 9661 Hawthorn Vale Avenue, Cambridge, CB1 1BH, United Kingdom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45F43AF0-3278-475C-8349-E184BFA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2C2E4492-C45E-4656-924B-E63DA747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24B877E9-510B-4330-B205-A46F1746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National Insurance Number (NINO): AL 10 00 49 B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EE14E924-470F-4B7C-B2ED-FAA1E03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Ava White  |  Physical Address: Flat 68, 9698 Kingfisher Vale Avenue, Cardiff, CF10 2HE, United Kingdom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073CBA65-6CF4-4AEF-8C07-5555F800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F3A6A5B1-7BFE-4342-8690-1E4E179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97201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78718DBA-7F16-4093-8FF9-5B73CC6B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0E7508E1-4F9C-4B89-AC45-F1E092B8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38177DD1-B3D3-4CCC-A3DC-452644A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BCE0B374-0048-41DC-B783-DD99F63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National Insurance Number (NINO): AM 10 00 50 C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D17F6963-9A38-4EF3-A16C-E6DB43DB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Lucy Brown  |  Physical Address: Flat 69, 9735 Mill Vale Avenue, Sheffield, S1 2BJ, United Kingdom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F6406455-167F-4DD2-8B9E-4124B42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66DD7C0D-5F97-4BE2-BB5C-906BE9C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86B595FE-2DB2-4F79-B86C-ED14B12C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National Insurance Number (NINO): AP 10 00 51 D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BDC2507A-3311-4E03-A76A-C574F8F8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Emily Hall  |  Physical Address: Flat 70, 9772 Orchard Vale Avenue, Leeds, LS1 4AP, United Kingdom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314F673E-6BDB-4DD9-98F6-A8D1916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59316A02-912E-4106-8394-AAA4813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C25E0538-6BF1-4989-B839-540C305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National Insurance Number (NINO): AR 10 00 52 A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7A119DB9-2CAE-430F-92AF-6074151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Grace Davies  |  Physical Address: Flat 71, 9809 Station Vale Avenue, Leicester, LE1 5YP, United Kingdom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EB1FB888-1086-4770-AD39-DB194CC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75F7884A-26D4-487A-AC69-F1AB898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470BE3FF-4D1C-44B1-A7B7-30E74105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National Insurance Number (NINO): AS 10 00 53 B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85F9693A-6C91-4D36-9AE2-E9DDBAA1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Ava Wood  |  Physical Address: Flat 72, 9846 Victoria Vale Avenue, Birmingham, B1 1BB, United Kingdom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3A3E5A97-AF2C-48EA-B8DB-3586C857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4F8D13FD-07B4-4794-81B4-86929608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205AA8B7-54EE-4621-91BB-34353DF9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National Insurance Number (NINO): AT 10 00 54 C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D30CD66B-8084-4D67-A755-84B0930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Lucy Wright  |  Physical Address: Flat 1, 9883 Abbey View Avenue, Liverpool, L1 8JQ, United Kingdom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03F41E2D-087E-4BB6-B3EC-148E446D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707D26EF-75B0-48A5-AD59-4B92505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234104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DE288A09-57F0-4413-B7B4-B752832D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7C40927D-94AD-4341-AE05-1E08CC52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E120487D-1478-4A31-81CB-C4B22367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F2366CCA-1BAC-4E4C-9B94-F39614AB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National Insurance Number (NINO): AW 10 00 55 D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F67F8D80-DAC9-4BEB-86BE-4123DE5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Emily Smith  |  Physical Address: Flat 2, 40 Bramble View Avenue, Aberdeen, AB10 1AN, United Kingdom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E15B9A6E-07B3-4339-8222-ADA7CFF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10678C1C-AB84-4F5D-ADCC-01E33738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B3EA4D9D-B454-455F-845B-DE67A0EC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National Insurance Number (NINO): AX 10 00 56 A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E5265F82-3547-471D-9181-09BD88D1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Grace White  |  Physical Address: Flat 3, 77 Cedar View Avenue, Bristol, BS1 4ST, United Kingdom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5AB98026-2BE4-4F48-A575-C6DFEB22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BBBBA46F-39CF-405B-8474-898FC216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3620A791-56A3-4D39-BD89-C313FFF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National Insurance Number (NINO): AY 10 00 57 B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8D901569-2984-476C-8084-00577B0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Ava Williams  |  Physical Address: Flat 4, 114 Church View Avenue, Oxford, OX1 1AA, United Kingdom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9157FE74-53BF-4EC5-9537-A92CA59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C24A2CB8-0FED-41DD-965D-0825A62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AE301DE9-D23A-442D-BBEC-3A7F326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National Insurance Number (NINO): CA 10 00 58 C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7ADAAFC2-E59B-4A69-B949-BC481B19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Lucy Hall  |  Physical Address: Flat 5, 151 Crown View Avenue, Glasgow, G1 2FF, United Kingdom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2D26660F-10D0-47CA-B243-EAAB5A47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27F196C3-7CD6-44B7-A739-E7C6706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D25FD42F-6714-48B9-AC58-0950600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National Insurance Number (NINO): CE 10 00 59 D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A79CEC68-AB1F-4B46-B253-DF76EBC5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Emily Davies  |  Physical Address: Flat 6, 188 Elm View Avenue, Newcastle, NE1 4LP, United Kingdom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011A217C-7D0B-418B-9C36-9A27980E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9F6EAA19-06EC-488B-BEAE-67E22AC3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96849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E18A92D7-FEB6-406B-8661-50951070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8C9753E7-8A22-4F81-9D42-1F6D3F95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11524440-CF67-4D4A-9DEB-FD808FA1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1D0011FE-B5C8-43DE-AEE4-10B06CD7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National Insurance Number (NINO): CH 10 00 60 A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55940231-B6F3-4C04-8124-77322378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Grace Wood  |  Physical Address: Flat 7, 225 Hawthorn View Avenue, Manchester, M1 2WD, United Kingdom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D130FE53-08D8-4EFA-9354-D48F9004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F60A7F22-3272-4014-912A-FBDFC73C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500D969A-FE2E-4479-BC0D-7488EF99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National Insurance Number (NINO): CJ 10 00 61 B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C6C6B7B2-27AA-45F4-828D-D4D2867F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Charlie Thompson  |  Physical Address: Flat 8, 262 Kingfisher View Avenue, Nottingham, NG1 2AS, United Kingdom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C8507049-3760-4F35-8A46-D18A9B48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EF48F6AB-32C3-4A22-ABE9-F7B00674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4F433CF4-B551-497A-B21D-58C5EC60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National Insurance Number (NINO): CK 10 00 62 C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BF17C877-24D5-40B4-B544-54FAE99C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Lucy Smith  |  Physical Address: Flat 9, 299 Mill View Avenue, London, SW1A 2AA, United Kingdom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5869249A-AD0E-40FE-92FC-3A2CF9B3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2BE84DCE-FCEA-4DA4-ADF4-C308FA4F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66377002-CC23-4005-9FCA-F0F7915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National Insurance Number (NINO): CL 10 00 63 D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705D1FA6-5D97-48FA-823E-3A12F81C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Emily White  |  Physical Address: Flat 10, 336 Orchard View Avenue, Edinburgh, EH1 1YZ, United Kingdom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0E953841-2E4E-4687-8F14-C7B39523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81F46839-6E4A-40C6-9B6F-36124587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7E4365F1-6CDE-4EAD-BE98-EED5BB3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National Insurance Number (NINO): CM 10 00 64 A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58118AC9-3440-4B61-BEDD-0F03CE6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Grace Williams  |  Physical Address: Flat 11, 373 Station View Avenue, Cambridge, CB1 1BH, United Kingdom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884E19CB-E3F0-4ACD-9473-4CF06A9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8C6A93AB-CA13-420C-9BD5-95504222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09177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C97947FE-1BFC-4B8F-B845-FEED943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DE06C6A8-CFDB-4850-8E2C-AE48194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0179E3EA-E736-4E9D-91A0-9DFE314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7810AB84-CEFB-41BB-B616-1CAFAB30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National Insurance Number (NINO): CP 10 00 65 B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EB5A41C7-A227-41F1-8C0A-8226128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Ava Thomas  |  Physical Address: Flat 12, 410 Victoria View Avenue, Cardiff, CF10 2HE, United Kingdom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6E4D42D9-267C-4D1E-895F-1A6F36B6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05AB169B-97E6-4DD6-AFAB-11D4D054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57E99802-9AB7-4FA6-A5E1-50A25619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National Insurance Number (NINO): CR 10 00 66 C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9DC9ED2D-EC2B-41BF-A208-57CEF47C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Henry Davies  |  Physical Address: Flat 13, 447 Abbey Wood Avenue, Sheffield, S1 2BJ, United Kingdom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DBB0C855-BD16-41ED-86BC-87B1E9A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C7C4A392-C324-4558-8B97-6B10AAF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FD5E4BC1-8EA8-4E5B-A95B-90B4D08A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National Insurance Number (NINO): CS 10 00 67 D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344FCF9A-AF15-4264-B99C-2A18E58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Oscar Wood  |  Physical Address: Flat 14, 484 Bramble Wood Avenue, Leeds, LS1 4AP, United Kingdom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95B95FDF-C3E2-47DE-AB38-D5EE8F1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D37DBC12-CA78-4F46-9A72-DBE8D05B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88B4FC6D-EC20-4C4B-BCD0-3380737A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National Insurance Number (NINO): CW 10 00 68 A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1C8B7B98-9BC4-40C7-8782-F82B3B6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Harry Thompson  |  Physical Address: Flat 15, 521 Cedar Wood Avenue, Leicester, LE1 5YP, United Kingdom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245C6BC8-5A37-4391-A2B5-E65B0DB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DE3531BD-638B-4F70-A97C-075F4E99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3113CA6A-A73A-41EB-8E56-DE4C8C5F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National Insurance Number (NINO): CX 10 00 69 B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A95EFD95-8813-4FE8-8568-0A70F3D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George Jones  |  Physical Address: Flat 16, 558 Church Wood Avenue, Birmingham, B1 1BB, United Kingdom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A4844AFF-2A9B-4212-9B16-82C7A630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752E13E4-4467-465F-928C-00C7588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89632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B10B91E3-2333-45B1-A71D-C8BFAF7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86498EC9-C334-414C-B73A-4DE76F62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3FFF7BBC-72CE-4B42-97BF-D1E582E9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242CE5C0-0696-4623-BE39-9EA084B2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National Insurance Number (NINO): CY 10 00 70 C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F96834CC-B584-422E-B40F-806B1FC7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Henry White  |  Physical Address: Flat 17, 595 Crown Wood Avenue, Liverpool, L1 8JQ, United Kingdom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BEE8AD63-6001-4B96-9322-4AC98E2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8FFD2952-67C1-424E-85AF-4D50CE49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5EB2AB5A-3B1E-4AAA-ADD5-A8F484AA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National Insurance Number (NINO): EA 10 00 71 D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101198B8-F053-4B45-A559-D0170B6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Oscar Williams  |  Physical Address: Flat 18, 632 Elm Wood Avenue, Aberdeen, AB10 1AN, United Kingdom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64CDCFFE-1F49-4155-8954-9B3BB36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A5ED9137-D336-4B90-8D77-F5199F0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EE000E79-8503-4264-A6D5-AFDAA74F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National Insurance Number (NINO): EC 10 00 72 A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4C75B104-B52A-42E3-B365-40620C1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Harry Thomas  |  Physical Address: Flat 19, 669 Hawthorn Wood Avenue, Bristol, BS1 4ST, United Kingdom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C7BBED88-90EF-4796-A7FD-DE01E64A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04705F68-FD03-4D5F-A76A-7B876910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5F3739E8-69D3-42AE-80B5-43CB3DC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National Insurance Number (NINO): EH 10 00 73 B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A59906E5-90A7-42C6-A17D-A47E854B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George Patel  |  Physical Address: Flat 20, 706 Kingfisher Wood Avenue, Oxford, OX1 1AA, United Kingdom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80C7F9B7-8AE5-4B76-A8E3-57F13976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05499987-E472-4E3C-8F69-AAF15B6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C78CB83E-A75D-456A-A5EC-C229DDC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National Insurance Number (NINO): EJ 10 00 74 C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3FEBEB8D-B4F6-496A-80FA-581FFDC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Henry Wood  |  Physical Address: Flat 21, 743 Mill Wood Avenue, Glasgow, G1 2FF, United Kingdom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46DF8DB6-CC39-402A-8284-4125FB0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3E3C8260-C62A-410D-B539-76CF7A8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78965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0B6D212B-77ED-4EB9-B3E2-D8AE508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916E5242-9487-4F2A-9AB1-2ACBC9AA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CCF6123D-E62C-4C9C-8A45-99DEC9D7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307F2260-B360-4629-937A-114E5541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National Insurance Number (NINO): EK 10 00 75 D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8E06EA2F-EC10-4498-8819-848B311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Oscar Thompson  |  Physical Address: Flat 22, 780 Orchard Wood Avenue, Newcastle, NE1 4LP, United Kingdom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EDBA2F67-49D5-4D86-9342-89747372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64B75F57-1931-410E-98BD-06363C8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01CF9BC8-BE8C-4A7F-A604-AC9112B7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National Insurance Number (NINO): EL 10 00 76 A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717B37EC-543B-4BC7-96C6-3660423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Harry Jones  |  Physical Address: Flat 23, 817 Station Wood Avenue, Manchester, M1 2WD, United Kingdom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A690C529-7A02-42FC-AF3D-D6D31ABA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53433A03-286B-413D-AE30-2C4334A6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57523FF8-F71C-4588-98E2-864E8557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National Insurance Number (NINO): EM 10 00 77 B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EC8C6A78-F53D-4CED-94CE-A63373DF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George Roberts  |  Physical Address: Flat 24, 854 Victoria Wood Avenue, Nottingham, NG1 2AS, United Kingdom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BF46B2F7-4227-48D6-819A-9FEE0415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BA0A7F29-0375-4F2C-8F1B-AD2C6915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8260FC90-73DD-4B72-98EC-7775922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National Insurance Number (NINO): EN 10 00 78 C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81B9FFF5-C4AD-4B1A-B5D2-E256CD9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Henry Williams  |  Physical Address: Flat 25, 891 Abbey Green Avenue, London, SW1A 2AA, United Kingdom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A42FCAF0-20CB-4196-85D2-4BE9699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56EE9241-CDE0-4FF8-AE47-7BD36D2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8E81226E-E809-4C15-831C-50564C2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National Insurance Number (NINO): EP 10 00 79 D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863E1019-EE3D-40D1-A0F4-4FF3E80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Oscar Thomas  |  Physical Address: Flat 26, 928 Bramble Green Avenue, Edinburgh, EH1 1YZ, United Kingdom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D986E251-A6E5-486F-AD04-703660A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5477DFA1-1C36-4701-9A18-40F31024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55363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F0CB4AC9-8D01-46A8-BE9E-D69AB1A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ABA72CBC-B6EB-4BDA-96AE-E84EC26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FD85E5B1-282B-407B-8212-9F244F5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8DD21DA0-B247-40E6-9033-F58F379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National Insurance Number (NINO): ER 10 00 80 A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7A601D97-2D84-40F0-8843-5BA5117B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Emily Patel  |  Physical Address: Flat 27, 965 Cedar Green Avenue, Cambridge, CB1 1BH, United Kingdom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302099C4-7BDA-4AEF-A78A-F673B27C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F508DB61-F7EB-47CF-AE93-BEB9755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E307EAEC-E7A8-4F11-A1DD-898A54D7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National Insurance Number (NINO): ES 10 00 81 B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E1CC6550-3EFE-441A-AFE4-7C95E710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George Harris  |  Physical Address: Flat 28, 1002 Church Green Avenue, Cardiff, CF10 2HE, United Kingdom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34E722FA-1E59-4F37-9325-9CC5E7A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43529F7F-54B7-4F3B-8929-3A84DEA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D71C69BD-F758-4A7B-8031-42464E14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National Insurance Number (NINO): ET 10 00 82 C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1CB27FDB-5915-4021-BCF0-02CC8FE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Henry Thompson  |  Physical Address: Flat 29, 1039 Crown Green Avenue, Sheffield, S1 2BJ, United Kingdom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DCE3608C-D1D3-4054-810B-0714693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067EC178-0D74-4BD1-A413-8C98E52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42305280-4C4F-4546-B59C-581E9EC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National Insurance Number (NINO): EW 10 00 83 D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AB7E22DE-3152-41F2-98E5-A0328F51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Oscar Jones  |  Physical Address: Flat 30, 1076 Elm Green Avenue, Leeds, LS1 4AP, United Kingdom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3A9D5E0B-8185-4883-8D9B-505EB25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DBC355C0-16BC-4DD5-9752-66C76960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3CAF62F0-D02C-4C07-878B-E5285CD7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National Insurance Number (NINO): EX 10 00 84 A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D9D6B72F-D854-4811-A2FA-70C5C74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Harry Roberts  |  Physical Address: Flat 31, 1113 Hawthorn Green Avenue, Leicester, LE1 5YP, United Kingdom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34A97624-6257-4A43-9F00-3A04CDC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FC94BFE1-E2FA-4896-AEF0-5217F079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70684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3D46674B-EDF0-41C5-8AF1-4C978B17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5A05A12D-2C76-4642-86D7-7F58D58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F8485604-8F95-4B42-88EA-7AAECB7D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2D386B71-67ED-41C6-B2D3-06785647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National Insurance Number (NINO): EY 10 00 85 B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00A02D6D-0062-4371-A15C-365E163C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George Wilson  |  Physical Address: Flat 32, 1150 Kingfisher Green Avenue, Birmingham, B1 1BB, United Kingdom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3C528875-0056-40FA-B125-D2D84FB3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053640AF-F3F0-4733-908C-D5E1F927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D7C4D60F-BBBF-44FC-BED9-209B89F7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National Insurance Number (NINO): AB 10 00 86 C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E48D4B89-9303-436D-BA71-9C069EA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Henry Thomas  |  Physical Address: Flat 33, 1187 Mill Green Avenue, Liverpool, L1 8JQ, United Kingdom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99A7C758-865C-44B6-86A9-E02561C9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45269A85-5C1F-4834-BAA4-1454528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2E22D94B-75EA-4B22-B436-2D350FDF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National Insurance Number (NINO): AC 10 00 87 D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FBF9FE87-FECA-480D-8DC1-0616F112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Oscar Patel  |  Physical Address: Flat 34, 1224 Orchard Green Avenue, Aberdeen, AB10 1AN, United Kingdom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8DB69131-8E40-4B28-8085-06B74009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E859FD38-9279-4492-88FB-7E9D2FFD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520E7E5F-D026-4366-B06E-E04E359D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National Insurance Number (NINO): AE 10 00 88 A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1832F70B-D8A1-4FD5-B1C3-052592FF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Harry Harris  |  Physical Address: Flat 35, 1261 Station Green Avenue, Bristol, BS1 4ST, United Kingdom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2456CBB9-3352-4DBE-847C-0576C521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83905B8B-DE87-4143-B2EE-278E3CE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E9606F9A-8C4C-4E8F-A279-AA51BAB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National Insurance Number (NINO): AH 10 00 89 B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9777571C-1422-4C73-A2E2-DBF00F2B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George Evans  |  Physical Address: Flat 36, 1298 Victoria Green Avenue, Oxford, OX1 1AA, United Kingdom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C21CB338-68E6-4E89-92C3-B9E0092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7249A8B8-EB10-4650-92C3-7F7E7A7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842122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55917799-69A6-4D7B-A7A2-4048CDC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096111B5-8C0A-4077-9374-2A9FAC6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83E7269E-9BD5-4CB7-BBA4-B2AD39F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375F4C57-589E-401F-858F-E1090271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National Insurance Number (NINO): AJ 10 00 90 C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15170670-3226-4F4B-B672-D9105788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Evie Jones  |  Physical Address: Flat 37, 1335 Abbey Heath Avenue, Glasgow, G1 2FF, United Kingdom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CF7C3C25-8E0E-4214-B159-E59C302A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9B66E2C1-FDE9-4866-B724-B6508A8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405CCA28-C866-430D-8B65-2608191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National Insurance Number (NINO): AK 10 00 91 D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70E586C3-CC5F-40B2-986B-A09F777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Freya Roberts  |  Physical Address: Flat 38, 1372 Bramble Heath Avenue, Newcastle, NE1 4LP, United Kingdom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CB7C03EA-E656-4497-876B-70C185EA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8E97BAD0-22EE-4C93-94F8-A9A7F3C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EE37D40E-3F67-43C9-9FD3-9E05E75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National Insurance Number (NINO): AL 10 00 92 A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5AA0A1C3-C818-404F-AFE1-647A2F3E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Sophia Wilson  |  Physical Address: Flat 39, 1409 Cedar Heath Avenue, Manchester, M1 2WD, United Kingdom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86FDB10F-7B87-4E2F-9A2E-CB077B1B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99F250F6-0F86-4654-B2A3-860FCC3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2698DFDF-AE18-411A-92C9-A9704A2A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National Insurance Number (NINO): AM 10 00 93 B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B32DECF0-5F68-4CFA-AE19-9FF0F17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Isla Clarke  |  Physical Address: Flat 40, 1446 Church Heath Avenue, Nottingham, NG1 2AS, United Kingdom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E8468689-BCDF-49B3-A10F-A3787D4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16F4F561-CA48-45D9-B77B-F5384DC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0D2FB05E-8207-42CF-A96B-7850161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National Insurance Number (NINO): AP 10 00 94 C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54368E6E-E95E-45F8-856B-BA0F9301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Evie Patel  |  Physical Address: Flat 41, 1483 Crown Heath Avenue, London, SW1A 2AA, United Kingdom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E63A3986-865F-4507-98EC-92995CA0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AFAD0491-9718-4511-BD81-CD440AC9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872529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D376E7E6-4E33-4924-9331-74C752B8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762660FC-B732-46BD-92AB-D65549F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677F8564-C9FA-4C24-AF55-DF56401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E15DFFED-BF3A-416C-B0F6-C33E6B01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National Insurance Number (NINO): AR 10 00 95 D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5E9789F3-1C8E-49FA-829B-0CEEF211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Freya Harris  |  Physical Address: Flat 42, 1520 Elm Heath Avenue, Edinburgh, EH1 1YZ, United Kingdom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1F0F4437-34C8-43EB-AF0A-632AF43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01C72761-D494-46EA-BBCB-010B59A4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425F470B-4F4A-4C07-A571-B69E664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National Insurance Number (NINO): AS 10 00 96 A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47FDC08B-4F46-419B-8DBD-9B3F8A7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Sophia Evans  |  Physical Address: Flat 43, 1557 Hawthorn Heath Avenue, Cambridge, CB1 1BH, United Kingdom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9AFEB178-E5AB-4A5C-A13B-75D1144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36C339C7-9C9A-48C6-A7F0-69066113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0B12D25E-6253-4552-BF50-AB254B75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National Insurance Number (NINO): AT 10 00 97 B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AB9E45CD-1EAC-4DF2-AC58-8A57247F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Isla Taylor  |  Physical Address: Flat 44, 1594 Kingfisher Heath Avenue, Cardiff, CF10 2HE, United Kingdom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603F4004-2CBE-44D3-91BE-3515067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46E4D94A-AEB3-4A81-9449-73DE84A6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8DAB75F1-72F1-422A-8537-67E4AA93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National Insurance Number (NINO): AW 10 00 98 C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432C6F1B-3BC7-44A0-BA8F-0F144B57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Evie Roberts  |  Physical Address: Flat 45, 1631 Mill Heath Avenue, Sheffield, S1 2BJ, United Kingdom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9CA45A8D-987E-4746-8DC1-246793D4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ABEB5BC7-CF67-43EF-A380-AA8971A4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92653807-25F8-466C-808D-081746F0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National Insurance Number (NINO): AX 10 00 99 D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8F421573-75BF-4527-8A91-1A356CEA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Henry Wilson  |  Physical Address: Flat 46, 1668 Orchard Heath Avenue, Leeds, LS1 4AP, United Kingdom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4F6E0234-D018-460F-8CAF-C460072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5E19AB63-12F9-407D-8EF1-9B6580DF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980145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841D141C-F7F8-4C9C-9EF7-D5EE4362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2C3CDCC1-2C87-4F54-8B50-93B3693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41CF5C8A-0143-45CD-932E-1DDCA0AD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F230D9EB-5939-474F-9109-0ABF2EB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National Insurance Number (NINO): AY 10 01 00 A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345A8811-2D89-423A-AF54-9CE9D46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Sophia Clarke  |  Physical Address: Flat 47, 1705 Station Heath Avenue, Leicester, LE1 5YP, United Kingdom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298DDFB0-5A39-4D8B-B707-496C4728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794A15BE-E90F-4CC2-ACA8-37D91C8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A8F4DCA3-7C84-44DB-ADB1-73DBAF13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National Insurance Number (NINO): CA 10 01 01 B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34E150AB-CD8B-4508-8B84-05C3966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Isla Robinson  |  Physical Address: Flat 48, 1742 Victoria Heath Avenue, Birmingham, B1 1BB, United Kingdom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7486870F-B693-41A4-82A2-AC57E9CB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8A8F3B58-A5A6-4D4D-BD63-409A4CAE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7B8FC2D8-26C5-4365-99AD-771AA4EC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National Insurance Number (NINO): CE 10 01 02 C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7698D083-76C0-4C3A-9ECA-1200ACD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Evie Harris  |  Physical Address: Flat 49, 1779 Abbey Cross Avenue, Liverpool, L1 8JQ, United Kingdom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377E4EF8-3F4A-4AEC-A25F-191FCB0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360D29FC-0469-409C-BBD3-052259E4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40970A79-1CA1-476F-81EF-51CF147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National Insurance Number (NINO): CH 10 01 03 D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60B5D70B-7DBD-4280-92BD-BE9954DE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Freya Evans  |  Physical Address: Flat 50, 1816 Bramble Cross Avenue, Aberdeen, AB10 1AN, United Kingdom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7A64280A-7410-4B74-A469-E0D5C51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ED8336E1-7828-48F1-A6FD-E5DF9479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DA622BED-B52A-46BE-B01C-210F6DC7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National Insurance Number (NINO): CJ 10 01 04 A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1657ED1A-B1A7-40CF-93DF-B4810E72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Sophia Taylor  |  Physical Address: Flat 51, 1853 Cedar Cross Avenue, Bristol, BS1 4ST, United Kingdom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3E7AE89C-8451-4C3D-8EA2-A7567DC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EA9BAF37-C650-4D94-ABD8-D35AFA5E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297874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FA3ECE0E-9FD6-4DBE-881D-BD67F934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67676F08-F5E6-4D63-BC7E-0030AA96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E4D95472-D430-4848-AE4E-FAC961B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2283E46C-2005-482B-BD2D-B532F0B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National Insurance Number (NINO): CK 10 01 05 B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3B8AD1D4-1F15-48D0-9809-27A935F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Isla Green  |  Physical Address: Flat 52, 1890 Church Cross Avenue, Oxford, OX1 1AA, United Kingdom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2A185A82-9FC0-4686-A8F1-C142DCB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4251751C-C61A-404D-BD76-F207343D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64C6CEB7-4282-445A-BD58-62B162B6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National Insurance Number (NINO): CL 10 01 06 C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38435CC0-8CBE-4B66-A24C-6A17400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Evie Wilson  |  Physical Address: Flat 53, 1927 Crown Cross Avenue, Glasgow, G1 2FF, United Kingdom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1E60B714-3C0B-41DA-8891-F6438B5A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09CC6EF3-CAD9-4A7E-8475-5223A1C1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E6657DA2-E7D1-45C2-9B00-67B19DA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National Insurance Number (NINO): CM 10 01 07 D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488E84F9-6628-43A9-8952-6B2E33CD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Freya Clarke  |  Physical Address: Flat 54, 1964 Elm Cross Avenue, Newcastle, NE1 4LP, United Kingdom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8461C97E-EA3C-416A-8BD4-F25A600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CE1E1B4D-CE01-4FCB-842A-B3398AB3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C5396351-E7F6-4ED6-9814-49F77AC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National Insurance Number (NINO): CP 10 01 08 A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3DEE7152-E58F-40D0-820A-89D06AC3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Sophia Robinson  |  Physical Address: Flat 55, 2001 Hawthorn Cross Avenue, Manchester, M1 2WD, United Kingdom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D6B7D517-82EF-4AA9-82C7-D969098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7A0B79CD-D4FF-4A0A-BE09-CDEB39CE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42A9C37F-0953-47AB-B628-5ED5D33D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National Insurance Number (NINO): CR 10 01 09 B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C6055D19-B65B-4292-AC3A-39B5E841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Isla Edwards  |  Physical Address: Flat 56, 2038 Kingfisher Cross Avenue, Nottingham, NG1 2AS, United Kingdom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37E56E29-E635-4DCD-B14F-C888C114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AF8316FB-AA11-49F4-8A19-8DDEE48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30153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0A694C9D-EF68-4AE7-971A-DC9094A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92E2A9FF-1723-45FE-8161-5DE05F12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374DB128-E824-40A3-8710-8A8DC74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8EA02DFD-8FCC-4637-923C-BA06A92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National Insurance Number (NINO): CS 10 01 10 C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774C144F-2D59-4E8B-BE0D-BB486BA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Evie Evans  |  Physical Address: Flat 57, 2075 Mill Cross Avenue, London, SW1A 2AA, United Kingdom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978D2AE2-EC48-4B6B-8591-B89BD0CE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C7994C38-02D3-4D61-A6AA-663CFCD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A02E60B4-2079-439E-9FA3-0407456C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National Insurance Number (NINO): CW 10 01 11 D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2E61BCCB-CC72-4F6B-8E03-9838EC2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Freya Taylor  |  Physical Address: Flat 58, 2112 Orchard Cross Avenue, Edinburgh, EH1 1YZ, United Kingdom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72665F1B-57F0-4C2A-B3D6-549F0953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91F6E15A-AECA-45D4-8818-55322ED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C5F1D96D-D23D-4098-AEF2-972492B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National Insurance Number (NINO): CX 10 01 12 A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396E2029-FB5E-439B-90BB-E22EDFD3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Sophia Green  |  Physical Address: Flat 59, 2149 Station Cross Avenue, Cambridge, CB1 1BH, United Kingdom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FED59480-B94D-42E7-84CE-221E6224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A90FBE3D-146A-4455-9AB9-B4D4D8F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171540BD-7B1A-49A6-AECF-4DEB574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National Insurance Number (NINO): CY 10 01 13 B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F916A5B7-FC79-44A5-88DD-C069521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Isla Johnson  |  Physical Address: Flat 60, 2186 Victoria Cross Avenue, Cardiff, CF10 2HE, United Kingdom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B288FAA4-8057-4B9D-9C63-B543CB67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1EE93A6F-1258-4EF1-98A9-7C8D561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4DBCD6E0-06A8-4912-832E-7D64245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National Insurance Number (NINO): EA 10 01 14 C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0942AF49-5757-435B-A533-CAAE1874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James Clarke  |  Physical Address: Flat 61, 2223 Abbey Gate Avenue, Sheffield, S1 2BJ, United Kingdom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37B0EE19-4D9C-419F-9604-4B6FE696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51CE79AE-4515-49C9-8317-36E6B87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22195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9218F5F7-0E4D-4A8D-9D22-47C1FAEC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F89D71C5-ED7F-4D07-88BF-4EDE6F47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D7B0BA46-1590-4943-9001-75C791F6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0BA04C93-E090-4734-A5ED-C3CCE4C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National Insurance Number (NINO): EC 10 01 15 D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260F4FF2-8F03-4130-AE87-4498938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Thomas Robinson  |  Physical Address: Flat 62, 2260 Bramble Gate Avenue, Leeds, LS1 4AP, United Kingdom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B95069F6-3860-4281-82BA-DCC77C30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19520F14-02D7-438D-A091-15F2AE1C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18AF756C-3BB0-408A-A786-2D75BF12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National Insurance Number (NINO): EH 10 01 16 A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3FDB4C60-D623-4ABB-B55B-BE6322A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Jack Edwards  |  Physical Address: Flat 63, 2297 Cedar Gate Avenue, Leicester, LE1 5YP, United Kingdom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CE73A61E-563E-4F10-AEBC-72986B6F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1662C58D-52F5-4E8C-9FF3-9D1B9300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0A6471BA-E4DA-42FC-AE74-AE44142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National Insurance Number (NINO): EJ 10 01 17 B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A9C758A1-BF01-42DE-A9A1-3F4E536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Oliver Walker  |  Physical Address: Flat 64, 2334 Church Gate Avenue, Birmingham, B1 1BB, United Kingdom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B6368223-CE03-4409-AFD3-B7851C8B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CC70BEB6-FCAC-40C1-9505-4E8AF19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18FD7F76-C412-45B2-815B-2741883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National Insurance Number (NINO): EK 10 01 18 C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9E350FE8-1BB9-49D3-B705-3ADCE1D3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Isla Taylor  |  Physical Address: Flat 65, 2371 Crown Gate Avenue, Liverpool, L1 8JQ, United Kingdom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5BC29220-D14B-4619-B441-D71638BB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DBDC84D5-AFE9-4E1F-A129-56CD8957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4905228B-DF69-4E84-A24A-5C72F51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National Insurance Number (NINO): EL 10 01 19 D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7C514142-4B8C-464B-A379-51A7CE53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Thomas Green  |  Physical Address: Flat 66, 2408 Elm Gate Avenue, Aberdeen, AB10 1AN, United Kingdom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D0C11747-09D2-4DEA-A652-0DE6D65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E30B6FF3-5276-46AC-A658-5255921E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983218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018F1952-3579-42C2-8E92-B5BD6F38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75E944E0-B4C7-4F73-8425-0FACDF0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BCDE52B0-DE21-4C73-B41B-736BA541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109BAC32-05D1-44B4-B35E-48574B08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National Insurance Number (NINO): EM 10 01 20 A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2CB370A9-A9EA-41E2-BA8A-BE7856F1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Jack Johnson  |  Physical Address: Flat 67, 2445 Hawthorn Gate Avenue, Bristol, BS1 4ST, United Kingdom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5695BDFE-B9EB-46EB-825A-9F9F7514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FE5B25C7-0977-4E07-8B89-1EF6DE94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AB7BDE9A-F424-4661-A6F6-20887DE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National Insurance Number (NINO): EN 10 01 21 B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BB6C5A55-5AF6-4189-8857-F2FE6410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Oliver Jackson  |  Physical Address: Flat 68, 2482 Kingfisher Gate Avenue, Oxford, OX1 1AA, United Kingdom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1176E6BE-91AB-420F-AE60-4916DF4A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17B8C323-77D9-4100-BB17-AC9A10F7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967ACA78-A018-481E-BE0E-2224DFDB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National Insurance Number (NINO): EP 10 01 22 C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F3ABC398-1496-4234-BDA8-2A29412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James Robinson  |  Physical Address: Flat 69, 2519 Mill Gate Avenue, Glasgow, G1 2FF, United Kingdom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18AC56FD-57F3-45BF-BF15-27336AD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0E72D456-C755-4AA9-8354-9B161482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D6D8B468-A3A0-4E65-9945-46E1FAC8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National Insurance Number (NINO): ER 10 01 23 D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1FE1CD72-F19B-4F43-8706-D6DF92F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Thomas Edwards  |  Physical Address: Flat 70, 2556 Orchard Gate Avenue, Newcastle, NE1 4LP, United Kingdom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15EA1696-44D9-470E-B706-0799A5A0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8A360C0A-5521-48C9-A808-3317AE8C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636132AF-A7D1-4EBD-956A-4F239B49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National Insurance Number (NINO): ES 10 01 24 A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5AD24E81-A257-4757-84F9-5398E3A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Jack Walker  |  Physical Address: Flat 71, 2593 Station Gate Avenue, Manchester, M1 2WD, United Kingdom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A4A0D541-296A-4CE2-B306-BD924502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7BE78BC1-4321-4476-AEE5-35CF68A6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9373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2F172B50-AFA1-44AE-80C9-B31B6AE8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CC45F8E3-1F8F-40B5-B050-2D988ECD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79E94FC0-B12F-4EE5-98BD-3033BF35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F858E636-06E8-4F20-8601-3003D82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National Insurance Number (NINO): ET 10 01 25 B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A7F398F4-9FF1-41FC-8DF6-CE07EFD1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Oliver Brown  |  Physical Address: Flat 72, 2630 Victoria Gate Avenue, Nottingham, NG1 2AS, United Kingdom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A80B9883-2E7C-4A83-9CC6-8259292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623146FF-6028-44D7-AFCA-D2FC8DC7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AC50380A-22ED-4633-93A2-FA4C0157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National Insurance Number (NINO): EW 10 01 26 C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C1E5C5A5-F29A-43C1-914F-888B02CD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James Green  |  Physical Address: Flat 1, 2667 Abbey Close Drive, London, SW1A 2AA, United Kingdom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D6517C96-29F9-44AB-A28D-D0F06335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DFD66BBE-8A03-4978-973D-71B794A2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AF6AE6DE-278A-4C8D-9001-FFA1B01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National Insurance Number (NINO): EX 10 01 27 D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0182EE71-763F-4031-8114-1E75E318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Thomas Johnson  |  Physical Address: Flat 2, 2704 Bramble Close Drive, Edinburgh, EH1 1YZ, United Kingdom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292B8A12-C26E-4566-BDA4-8502DE50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145AE665-4DE7-49E5-98A0-E64E2DE7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2FA2A386-5FD4-4848-AF64-E5314EB9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National Insurance Number (NINO): EY 10 01 28 A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448A868D-D525-4DE6-8075-ED1FEFA4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Jack Jackson  |  Physical Address: Flat 3, 2741 Cedar Close Drive, Cambridge, CB1 1BH, United Kingdom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B43858A5-6456-45DA-9659-D93651A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E53422AE-D645-4866-B905-009FE925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42EBA3C-AF8F-4645-B48A-C4D13F9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National Insurance Number (NINO): AB 10 01 29 B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DA79EA7A-A05F-4029-862B-00CE037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Oliver Wright  |  Physical Address: Flat 4, 2778 Church Close Drive, Cardiff, CF10 2HE, United Kingdom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0091DE0C-C38D-4F32-9C5C-2838A50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3B51278A-C797-4CF3-845F-68B57FB6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31846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ADB39FF1-CDB4-4BDE-BB8D-2134EBF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8709D917-7DAB-4E6D-A7CB-5B79EB97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3D88A730-D1F0-476D-B24B-FE9BFEBE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458FF180-464A-4BE7-B3AE-AF4B613D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National Insurance Number (NINO): AC 10 01 30 C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CC506EAD-4455-4135-B0C9-564866C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James Edwards  |  Physical Address: Flat 5, 2815 Crown Close Drive, Sheffield, S1 2BJ, United Kingdom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929174AD-8E50-4ED9-85AF-BF138736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73FD3F5B-F9C8-4DB6-AB2D-C2358554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D899AD04-8C8F-4AAA-B3C8-A3DC5897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National Insurance Number (NINO): AE 10 01 31 D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F5060E04-C7E3-44CB-9AC2-1B69DFA9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Thomas Walker  |  Physical Address: Flat 6, 2852 Elm Close Drive, Leeds, LS1 4AP, United Kingdom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CD36155C-813E-4EA7-8E50-382A857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017A0BEB-351A-45F4-9A57-9670DF05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632F9E9A-E648-4562-96A3-8C3E51AB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National Insurance Number (NINO): AH 10 01 32 A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2C0CB4AE-11B2-476B-AB12-03EBECE4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Jack Brown  |  Physical Address: Flat 7, 2889 Hawthorn Close Drive, Leicester, LE1 5YP, United Kingdom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BB3C59DE-BB48-4201-B057-5BA710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4F5885BE-98FC-48B9-A8C8-86CE4873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98E63422-1ADB-4878-80BC-86A20D94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National Insurance Number (NINO): AJ 10 01 33 B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86537049-1965-49D6-B1E8-ACB02476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Oliver Hall  |  Physical Address: Flat 8, 2926 Kingfisher Close Drive, Birmingham, B1 1BB, United Kingdom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2A1D0F08-D05E-4597-83D8-1D6BDED0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B34D376C-9127-4072-AE71-893BFD1F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3AF0A9E6-4A7F-4BB0-9806-BC54CAC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National Insurance Number (NINO): AK 10 01 34 C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F0C2A4FB-47AB-4C6D-8400-C0438D13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James Johnson  |  Physical Address: Flat 9, 2963 Mill Close Drive, Liverpool, L1 8JQ, United Kingdom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5D3F20E2-B0F9-4CA0-BD87-DB7FEC8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1CA3BE9A-D3C4-4F71-8700-8ADB8B9F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909376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EC33558B-452C-4004-8938-2D73CAB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97ADC04F-9FDA-4F2F-B9E7-A8FD571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F85FEDA3-A9E6-4EBC-8023-C5086A8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71A3805B-6B61-4299-9FA0-0445B14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National Insurance Number (NINO): AL 10 01 35 D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E964ED01-ABDB-4C3F-BB24-538C89CA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Thomas Jackson  |  Physical Address: Flat 10, 3000 Orchard Close Drive, Aberdeen, AB10 1AN, United Kingdom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B3873B19-4629-4391-9231-5F9376F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85C9017C-DC98-49BA-AB37-CA04824F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672C2109-7B96-4D7B-9D7B-A14581B2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National Insurance Number (NINO): AM 10 01 36 A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56495BC7-40DB-4B59-9C07-C89530F7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Jack Wright  |  Physical Address: Flat 11, 3037 Station Close Drive, Bristol, BS1 4ST, United Kingdom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FCD43AF7-E582-454D-90EE-5CDEAA15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E2BCDAC3-C18D-4B4D-9B04-F877549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F6854B82-499A-4F81-B40B-3DE19439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National Insurance Number (NINO): AP 10 01 37 B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10C849F6-7CE5-48D5-BAF5-DD2FD9D1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Oliver Smith  |  Physical Address: Flat 12, 3074 Victoria Close Drive, Oxford, OX1 1AA, United Kingdom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9DF6A245-00BF-4CB3-B640-D9B2B9B6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5FB3BFC5-6582-4932-A996-39476DA8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316DE2F2-7C14-45AF-BC44-8D9F9222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National Insurance Number (NINO): AR 10 01 38 C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53625E9F-54E7-4A7D-8F64-BADE49D4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Sophie Walker  |  Physical Address: Flat 13, 3111 Abbey Grove Drive, Glasgow, G1 2FF, United Kingdom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C8E3CD11-514B-43FC-B203-8135FD2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87C5975B-8530-4E34-BB58-C60C6031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EB11EA3C-D2E2-4229-9656-1C4B202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National Insurance Number (NINO): AS 10 01 39 D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371482ED-F7C9-42FA-A599-624F19D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Lily Brown  |  Physical Address: Flat 14, 3148 Bramble Grove Drive, Newcastle, NE1 4LP, United Kingdom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9243EED2-1406-4459-A50F-72911C6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6537E413-A5D7-4B46-B698-A288E650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59276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760B026C-55FB-49AE-B811-83307AA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30D88AA5-E410-4972-BCEC-92B23443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0C14D569-70E1-41E3-B6F8-206532A1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D1BE5C1C-52D6-44EB-A70B-9D0AC294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National Insurance Number (NINO): AT 10 01 40 A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EB5B905D-6D88-43A4-A5DC-4438312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Mia Hall  |  Physical Address: Flat 15, 3185 Cedar Grove Drive, Manchester, M1 2WD, United Kingdom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73D8C6DC-F9C7-4952-AFB5-FBFFD63A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EFFB3727-4B1C-408F-A997-F3FD258A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17898974-8B63-4097-938D-2F6670D0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National Insurance Number (NINO): AW 10 01 41 B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1AFB3B4E-C749-4F54-BB95-F883794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Amelia Davies  |  Physical Address: Flat 16, 3222 Church Grove Drive, Nottingham, NG1 2AS, United Kingdom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AAD3EE4B-CE94-4DDE-ADA3-D9959E1F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0F70859D-6F21-4037-BAB8-97364098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6A8C8B31-2CAC-423F-AD26-7903A63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National Insurance Number (NINO): AX 10 01 42 C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F7B703A2-B0F5-4152-86EE-BA226C1A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Sophie Jackson  |  Physical Address: Flat 17, 3259 Crown Grove Drive, London, SW1A 2AA, United Kingdom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AA3D78A5-A78A-48BF-AC11-71A76E4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BE1D7AC7-7877-4A13-8EC7-039E93C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BA987122-FEC2-4E22-ACA0-1879921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National Insurance Number (NINO): AY 10 01 43 D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24EEC2CC-C486-462B-A076-8F2C4D91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Lily Wright  |  Physical Address: Flat 18, 3296 Elm Grove Drive, Edinburgh, EH1 1YZ, United Kingdom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DCA745C6-AEC7-4CA6-955C-D3ABB48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8CEA2728-9561-4EE5-8EA6-4A969FD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1B63E0C3-DF53-4CFF-A4AB-6B0ABD5A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National Insurance Number (NINO): CA 10 01 44 A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CFD46808-CA05-4CC1-A7E2-92E62433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Mia Smith  |  Physical Address: Flat 19, 3333 Hawthorn Grove Drive, Cambridge, CB1 1BH, United Kingdom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3E8469EB-1ABF-4967-873F-BD8E048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7A2B303E-B6FE-4ADC-8593-93988D36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613549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6274CBF-9B12-408E-8CF0-08B3BB27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National Insurance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8597DA1A-530F-4016-B1B3-143C83E6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C4E09008-3B61-4CEA-AB74-D56C5E0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48453F48-A4FC-49C1-BDF1-2BBD0F6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National Insurance Number (NINO): CE 10 01 45 B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B067A2B0-7445-4DE8-9832-DE4A6CC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Amelia White  |  Physical Address: Flat 20, 3370 Kingfisher Grove Drive, Cardiff, CF10 2HE, United Kingdom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E53FCE1E-E02C-4484-BF76-8472D59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C11D4607-506C-41AB-8B53-D41875C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D454EAAB-A126-40B7-87C0-6956D46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National Insurance Number (NINO): CH 10 01 46 C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5202FACA-69F7-4013-9334-561A18DC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Sophie Brown  |  Physical Address: Flat 21, 3407 Mill Grove Drive, Sheffield, S1 2BJ, United Kingdom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DBF49B0C-5A4C-4746-B0C8-292C0770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8493FFF7-9DD7-4E3A-BBB4-76FF6C09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D9486BEB-009B-4B51-A007-CB3E26E2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National Insurance Number (NINO): CJ 10 01 47 D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19D44260-5454-49C4-B6E2-58FBFEB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Lily Hall  |  Physical Address: Flat 22, 3444 Orchard Grove Drive, Leeds, LS1 4AP, United Kingdom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D5882AE7-DE02-4DD2-92BE-2A8E51F7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2F0B8965-32EF-4F49-8C1A-512A19A4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E7270A41-4B5C-4AF7-8905-492B5DE1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National Insurance Number (NINO): CK 10 01 48 A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1C5B736F-650F-43E7-8450-386ECE1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Mia Davies  |  Physical Address: Flat 23, 3481 Station Grove Drive, Leicester, LE1 5YP, United Kingdom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F38EA03F-7683-447C-9C82-826A359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04314142-EF62-48C4-A618-8CB326A7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44A503EA-8059-45B2-A0B3-1DD12B74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National Insurance Number (NINO): CL 10 01 49 B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8C2B0748-82DD-4FB9-BFE0-43A0403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Amelia Wood  |  Physical Address: Flat 24, 3518 Victoria Grove Drive, Birmingham, B1 1BB, United Kingdom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4CD6D6B4-D31E-401D-AAB1-EA37ECCB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National Insurance number NINO for HMRC payroll and benefits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CAC1FF36-26C7-4401-88CC-FD6C8570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insurance number (NINO)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33205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2026-07-31T08:57:57.4410000Z</dcterms:created>
  <dcterms:modified xsi:type="dcterms:W3CDTF">2026-07-31T08:57:57.4410000Z</dcterms:modified>
</coreProperties>
</file>
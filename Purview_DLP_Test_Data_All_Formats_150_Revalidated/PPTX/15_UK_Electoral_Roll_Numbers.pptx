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7044649744e91" /><Relationship Type="http://schemas.openxmlformats.org/officeDocument/2006/relationships/extended-properties" Target="/docProps/app.xml" Id="R8ee0ce4d82a244f1" /><Relationship Type="http://schemas.openxmlformats.org/officeDocument/2006/relationships/officeDocument" Target="/ppt/presentation.xml" Id="R286edf9448b6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0b5c10f2b422b"/>
  </p:sldMasterIdLst>
  <p:notesMasterIdLst>
    <p:notesMasterId xmlns:r="http://schemas.openxmlformats.org/officeDocument/2006/relationships" r:id="Rdd493b4928884ece"/>
  </p:notesMasterIdLst>
  <p:sldIdLst>
    <p:sldId xmlns:r="http://schemas.openxmlformats.org/officeDocument/2006/relationships" id="256" r:id="Rbb85d94fa01d4092"/>
    <p:sldId xmlns:r="http://schemas.openxmlformats.org/officeDocument/2006/relationships" id="257" r:id="Rdb310dd3d9884958"/>
    <p:sldId xmlns:r="http://schemas.openxmlformats.org/officeDocument/2006/relationships" id="258" r:id="R4ebfc88b988b4c98"/>
    <p:sldId xmlns:r="http://schemas.openxmlformats.org/officeDocument/2006/relationships" id="259" r:id="R39fe6bcc45ec45db"/>
    <p:sldId xmlns:r="http://schemas.openxmlformats.org/officeDocument/2006/relationships" id="260" r:id="R39d1ee83d2aa40b3"/>
    <p:sldId xmlns:r="http://schemas.openxmlformats.org/officeDocument/2006/relationships" id="261" r:id="Rd6a50b6e38b04403"/>
    <p:sldId xmlns:r="http://schemas.openxmlformats.org/officeDocument/2006/relationships" id="262" r:id="Rb3c1e784dc5b4574"/>
    <p:sldId xmlns:r="http://schemas.openxmlformats.org/officeDocument/2006/relationships" id="263" r:id="Rf92e3b2a1538466a"/>
    <p:sldId xmlns:r="http://schemas.openxmlformats.org/officeDocument/2006/relationships" id="264" r:id="Rf0c4801c274341c3"/>
    <p:sldId xmlns:r="http://schemas.openxmlformats.org/officeDocument/2006/relationships" id="265" r:id="Rc674af1585e54115"/>
    <p:sldId xmlns:r="http://schemas.openxmlformats.org/officeDocument/2006/relationships" id="266" r:id="Re68e448dca24499e"/>
    <p:sldId xmlns:r="http://schemas.openxmlformats.org/officeDocument/2006/relationships" id="267" r:id="R55ae327f3b314099"/>
    <p:sldId xmlns:r="http://schemas.openxmlformats.org/officeDocument/2006/relationships" id="268" r:id="Ra4375c21b4714fef"/>
    <p:sldId xmlns:r="http://schemas.openxmlformats.org/officeDocument/2006/relationships" id="269" r:id="Re7bc133de2234e8a"/>
    <p:sldId xmlns:r="http://schemas.openxmlformats.org/officeDocument/2006/relationships" id="270" r:id="Rbce55eadc85440df"/>
    <p:sldId xmlns:r="http://schemas.openxmlformats.org/officeDocument/2006/relationships" id="271" r:id="Ra059480291b94bbb"/>
    <p:sldId xmlns:r="http://schemas.openxmlformats.org/officeDocument/2006/relationships" id="272" r:id="R800e2385d92f41c9"/>
    <p:sldId xmlns:r="http://schemas.openxmlformats.org/officeDocument/2006/relationships" id="273" r:id="Rfbc319ef9d3947df"/>
    <p:sldId xmlns:r="http://schemas.openxmlformats.org/officeDocument/2006/relationships" id="274" r:id="Rc36aaaf5485b47c8"/>
    <p:sldId xmlns:r="http://schemas.openxmlformats.org/officeDocument/2006/relationships" id="275" r:id="R0374a515215a4742"/>
    <p:sldId xmlns:r="http://schemas.openxmlformats.org/officeDocument/2006/relationships" id="276" r:id="R48b1090818fd4741"/>
    <p:sldId xmlns:r="http://schemas.openxmlformats.org/officeDocument/2006/relationships" id="277" r:id="R62da3e7f27914c7b"/>
    <p:sldId xmlns:r="http://schemas.openxmlformats.org/officeDocument/2006/relationships" id="278" r:id="R8932060eff1e4951"/>
    <p:sldId xmlns:r="http://schemas.openxmlformats.org/officeDocument/2006/relationships" id="279" r:id="R711e2645cf9a4ab0"/>
    <p:sldId xmlns:r="http://schemas.openxmlformats.org/officeDocument/2006/relationships" id="280" r:id="Raa58bbdca668459f"/>
    <p:sldId xmlns:r="http://schemas.openxmlformats.org/officeDocument/2006/relationships" id="281" r:id="R49ef50a1af0343d3"/>
    <p:sldId xmlns:r="http://schemas.openxmlformats.org/officeDocument/2006/relationships" id="282" r:id="Rf6b7d75282384e79"/>
    <p:sldId xmlns:r="http://schemas.openxmlformats.org/officeDocument/2006/relationships" id="283" r:id="R64a608c91fea47ca"/>
    <p:sldId xmlns:r="http://schemas.openxmlformats.org/officeDocument/2006/relationships" id="284" r:id="R0464e858d191435e"/>
    <p:sldId xmlns:r="http://schemas.openxmlformats.org/officeDocument/2006/relationships" id="285" r:id="R1073e87ddba045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a67d120d54a5a" /><Relationship Type="http://schemas.openxmlformats.org/officeDocument/2006/relationships/slideMaster" Target="/ppt/slideMasters/slideMaster1.xml" Id="R4710b5c10f2b422b" /><Relationship Type="http://schemas.openxmlformats.org/officeDocument/2006/relationships/notesMaster" Target="/ppt/notesMasters/notesMaster1.xml" Id="Rdd493b4928884ece" /><Relationship Type="http://schemas.openxmlformats.org/officeDocument/2006/relationships/presProps" Target="/ppt/presProps.xml" Id="R92c85ac5f8204fa1" /><Relationship Type="http://schemas.openxmlformats.org/officeDocument/2006/relationships/tableStyles" Target="/ppt/tableStyles.xml" Id="Rd9c5ffe3bb5c4d41" /><Relationship Type="http://schemas.openxmlformats.org/officeDocument/2006/relationships/slide" Target="/ppt/slides/slide1.xml" Id="Rbb85d94fa01d4092" /><Relationship Type="http://schemas.openxmlformats.org/officeDocument/2006/relationships/slide" Target="/ppt/slides/slide2.xml" Id="Rdb310dd3d9884958" /><Relationship Type="http://schemas.openxmlformats.org/officeDocument/2006/relationships/slide" Target="/ppt/slides/slide3.xml" Id="R4ebfc88b988b4c98" /><Relationship Type="http://schemas.openxmlformats.org/officeDocument/2006/relationships/slide" Target="/ppt/slides/slide4.xml" Id="R39fe6bcc45ec45db" /><Relationship Type="http://schemas.openxmlformats.org/officeDocument/2006/relationships/slide" Target="/ppt/slides/slide5.xml" Id="R39d1ee83d2aa40b3" /><Relationship Type="http://schemas.openxmlformats.org/officeDocument/2006/relationships/slide" Target="/ppt/slides/slide6.xml" Id="Rd6a50b6e38b04403" /><Relationship Type="http://schemas.openxmlformats.org/officeDocument/2006/relationships/slide" Target="/ppt/slides/slide7.xml" Id="Rb3c1e784dc5b4574" /><Relationship Type="http://schemas.openxmlformats.org/officeDocument/2006/relationships/slide" Target="/ppt/slides/slide8.xml" Id="Rf92e3b2a1538466a" /><Relationship Type="http://schemas.openxmlformats.org/officeDocument/2006/relationships/slide" Target="/ppt/slides/slide9.xml" Id="Rf0c4801c274341c3" /><Relationship Type="http://schemas.openxmlformats.org/officeDocument/2006/relationships/slide" Target="/ppt/slides/slide10.xml" Id="Rc674af1585e54115" /><Relationship Type="http://schemas.openxmlformats.org/officeDocument/2006/relationships/slide" Target="/ppt/slides/slide11.xml" Id="Re68e448dca24499e" /><Relationship Type="http://schemas.openxmlformats.org/officeDocument/2006/relationships/slide" Target="/ppt/slides/slide12.xml" Id="R55ae327f3b314099" /><Relationship Type="http://schemas.openxmlformats.org/officeDocument/2006/relationships/slide" Target="/ppt/slides/slide13.xml" Id="Ra4375c21b4714fef" /><Relationship Type="http://schemas.openxmlformats.org/officeDocument/2006/relationships/slide" Target="/ppt/slides/slide14.xml" Id="Re7bc133de2234e8a" /><Relationship Type="http://schemas.openxmlformats.org/officeDocument/2006/relationships/slide" Target="/ppt/slides/slide15.xml" Id="Rbce55eadc85440df" /><Relationship Type="http://schemas.openxmlformats.org/officeDocument/2006/relationships/slide" Target="/ppt/slides/slide16.xml" Id="Ra059480291b94bbb" /><Relationship Type="http://schemas.openxmlformats.org/officeDocument/2006/relationships/slide" Target="/ppt/slides/slide17.xml" Id="R800e2385d92f41c9" /><Relationship Type="http://schemas.openxmlformats.org/officeDocument/2006/relationships/slide" Target="/ppt/slides/slide18.xml" Id="Rfbc319ef9d3947df" /><Relationship Type="http://schemas.openxmlformats.org/officeDocument/2006/relationships/slide" Target="/ppt/slides/slide19.xml" Id="Rc36aaaf5485b47c8" /><Relationship Type="http://schemas.openxmlformats.org/officeDocument/2006/relationships/slide" Target="/ppt/slides/slide20.xml" Id="R0374a515215a4742" /><Relationship Type="http://schemas.openxmlformats.org/officeDocument/2006/relationships/slide" Target="/ppt/slides/slide21.xml" Id="R48b1090818fd4741" /><Relationship Type="http://schemas.openxmlformats.org/officeDocument/2006/relationships/slide" Target="/ppt/slides/slide22.xml" Id="R62da3e7f27914c7b" /><Relationship Type="http://schemas.openxmlformats.org/officeDocument/2006/relationships/slide" Target="/ppt/slides/slide23.xml" Id="R8932060eff1e4951" /><Relationship Type="http://schemas.openxmlformats.org/officeDocument/2006/relationships/slide" Target="/ppt/slides/slide24.xml" Id="R711e2645cf9a4ab0" /><Relationship Type="http://schemas.openxmlformats.org/officeDocument/2006/relationships/slide" Target="/ppt/slides/slide25.xml" Id="Raa58bbdca668459f" /><Relationship Type="http://schemas.openxmlformats.org/officeDocument/2006/relationships/slide" Target="/ppt/slides/slide26.xml" Id="R49ef50a1af0343d3" /><Relationship Type="http://schemas.openxmlformats.org/officeDocument/2006/relationships/slide" Target="/ppt/slides/slide27.xml" Id="Rf6b7d75282384e79" /><Relationship Type="http://schemas.openxmlformats.org/officeDocument/2006/relationships/slide" Target="/ppt/slides/slide28.xml" Id="R64a608c91fea47ca" /><Relationship Type="http://schemas.openxmlformats.org/officeDocument/2006/relationships/slide" Target="/ppt/slides/slide29.xml" Id="R0464e858d191435e" /><Relationship Type="http://schemas.openxmlformats.org/officeDocument/2006/relationships/slide" Target="/ppt/slides/slide30.xml" Id="R1073e87ddba045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f68c1ff55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b4f53e40634d81" /><Relationship Type="http://schemas.openxmlformats.org/officeDocument/2006/relationships/notesMaster" Target="/ppt/notesMasters/notesMaster1.xml" Id="R72a8d53eca5147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e228e1c42046c0" /><Relationship Type="http://schemas.openxmlformats.org/officeDocument/2006/relationships/notesMaster" Target="/ppt/notesMasters/notesMaster1.xml" Id="R50f788954fc04d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4868530ef4f72" /><Relationship Type="http://schemas.openxmlformats.org/officeDocument/2006/relationships/notesMaster" Target="/ppt/notesMasters/notesMaster1.xml" Id="R3db74f93e6a746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63a33078b14523" /><Relationship Type="http://schemas.openxmlformats.org/officeDocument/2006/relationships/notesMaster" Target="/ppt/notesMasters/notesMaster1.xml" Id="Re4dcc3ddfd9c47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649d945c484776" /><Relationship Type="http://schemas.openxmlformats.org/officeDocument/2006/relationships/notesMaster" Target="/ppt/notesMasters/notesMaster1.xml" Id="R2c384fb066da4a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56d49a77274f19" /><Relationship Type="http://schemas.openxmlformats.org/officeDocument/2006/relationships/notesMaster" Target="/ppt/notesMasters/notesMaster1.xml" Id="Re968786adf574c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0084c5cdb4b5c" /><Relationship Type="http://schemas.openxmlformats.org/officeDocument/2006/relationships/notesMaster" Target="/ppt/notesMasters/notesMaster1.xml" Id="R64e7d51cbb6647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708268271b4841" /><Relationship Type="http://schemas.openxmlformats.org/officeDocument/2006/relationships/notesMaster" Target="/ppt/notesMasters/notesMaster1.xml" Id="R6739f46505e94d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5117b538b4443a" /><Relationship Type="http://schemas.openxmlformats.org/officeDocument/2006/relationships/notesMaster" Target="/ppt/notesMasters/notesMaster1.xml" Id="R5ca45a59514441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27ad54f6884a88" /><Relationship Type="http://schemas.openxmlformats.org/officeDocument/2006/relationships/notesMaster" Target="/ppt/notesMasters/notesMaster1.xml" Id="R50eaa930a32d43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6df7e16b7d4369" /><Relationship Type="http://schemas.openxmlformats.org/officeDocument/2006/relationships/notesMaster" Target="/ppt/notesMasters/notesMaster1.xml" Id="Ref2c8880a1fb48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f3dd33dd0b4045" /><Relationship Type="http://schemas.openxmlformats.org/officeDocument/2006/relationships/notesMaster" Target="/ppt/notesMasters/notesMaster1.xml" Id="Rd55e8fb84f9748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e36a26d8c54392" /><Relationship Type="http://schemas.openxmlformats.org/officeDocument/2006/relationships/notesMaster" Target="/ppt/notesMasters/notesMaster1.xml" Id="R5a468f69dd364b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f15ab6cb654252" /><Relationship Type="http://schemas.openxmlformats.org/officeDocument/2006/relationships/notesMaster" Target="/ppt/notesMasters/notesMaster1.xml" Id="Rff9fe8dfb66b4f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58ba04a6e34f55" /><Relationship Type="http://schemas.openxmlformats.org/officeDocument/2006/relationships/notesMaster" Target="/ppt/notesMasters/notesMaster1.xml" Id="R805d681be3ac4a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645b943b9b44f5" /><Relationship Type="http://schemas.openxmlformats.org/officeDocument/2006/relationships/notesMaster" Target="/ppt/notesMasters/notesMaster1.xml" Id="R8c14cb62d7a84e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fb3bf89f7140c8" /><Relationship Type="http://schemas.openxmlformats.org/officeDocument/2006/relationships/notesMaster" Target="/ppt/notesMasters/notesMaster1.xml" Id="R597a2db328e640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6d87bf82de4f19" /><Relationship Type="http://schemas.openxmlformats.org/officeDocument/2006/relationships/notesMaster" Target="/ppt/notesMasters/notesMaster1.xml" Id="Rf69f2197ead641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8f21aee75b4983" /><Relationship Type="http://schemas.openxmlformats.org/officeDocument/2006/relationships/notesMaster" Target="/ppt/notesMasters/notesMaster1.xml" Id="Ra53940c780df47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ae303487b04836" /><Relationship Type="http://schemas.openxmlformats.org/officeDocument/2006/relationships/notesMaster" Target="/ppt/notesMasters/notesMaster1.xml" Id="Rbcacfba31a0740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70cfdb9bcf4412" /><Relationship Type="http://schemas.openxmlformats.org/officeDocument/2006/relationships/notesMaster" Target="/ppt/notesMasters/notesMaster1.xml" Id="R6d9d576e56c44d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b71c14620a4ee5" /><Relationship Type="http://schemas.openxmlformats.org/officeDocument/2006/relationships/notesMaster" Target="/ppt/notesMasters/notesMaster1.xml" Id="Re42cc4f929934a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c9560261a8e417f" /><Relationship Type="http://schemas.openxmlformats.org/officeDocument/2006/relationships/notesMaster" Target="/ppt/notesMasters/notesMaster1.xml" Id="R4b247c22dc7241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042f5857fd46f8" /><Relationship Type="http://schemas.openxmlformats.org/officeDocument/2006/relationships/notesMaster" Target="/ppt/notesMasters/notesMaster1.xml" Id="R94adcdf202cb44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b8c96d77464d67" /><Relationship Type="http://schemas.openxmlformats.org/officeDocument/2006/relationships/notesMaster" Target="/ppt/notesMasters/notesMaster1.xml" Id="Rc2b3166dd2b247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4e0e7637704d8c" /><Relationship Type="http://schemas.openxmlformats.org/officeDocument/2006/relationships/notesMaster" Target="/ppt/notesMasters/notesMaster1.xml" Id="Rac95989692b44a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359b0f37b8a4f2d" /><Relationship Type="http://schemas.openxmlformats.org/officeDocument/2006/relationships/notesMaster" Target="/ppt/notesMasters/notesMaster1.xml" Id="R82492dd6d1b84a6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9394f94cac4e2a" /><Relationship Type="http://schemas.openxmlformats.org/officeDocument/2006/relationships/notesMaster" Target="/ppt/notesMasters/notesMaster1.xml" Id="R8f7fe21c2e5d4e0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6dd01357b64839" /><Relationship Type="http://schemas.openxmlformats.org/officeDocument/2006/relationships/notesMaster" Target="/ppt/notesMasters/notesMaster1.xml" Id="R7417679f7efe40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4986dd28bd42f9" /><Relationship Type="http://schemas.openxmlformats.org/officeDocument/2006/relationships/notesMaster" Target="/ppt/notesMasters/notesMaster1.xml" Id="R6c38666068084c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https://learn.microsoft.com/en-us/purview/sit-defn-uk-electoral-roll-number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7a461d5f44a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9ca3215b1047d6" /><Relationship Type="http://schemas.openxmlformats.org/officeDocument/2006/relationships/slideLayout" Target="/ppt/slideLayouts/slideLayout1.xml" Id="R053c34b7ac5646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c34b7ac5646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f253f36c345c2" /><Relationship Type="http://schemas.openxmlformats.org/officeDocument/2006/relationships/notesSlide" Target="/ppt/notesSlides/notesSlide1.xml" Id="R0f0653975db145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ad5407614023" /><Relationship Type="http://schemas.openxmlformats.org/officeDocument/2006/relationships/notesSlide" Target="/ppt/notesSlides/notesSlide2.xml" Id="R4d18c17be50740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7643f1de74460" /><Relationship Type="http://schemas.openxmlformats.org/officeDocument/2006/relationships/notesSlide" Target="/ppt/notesSlides/notesSlide3.xml" Id="Ra286843d013a4c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a4eb6a1684ceb" /><Relationship Type="http://schemas.openxmlformats.org/officeDocument/2006/relationships/notesSlide" Target="/ppt/notesSlides/notesSlide4.xml" Id="R922dd0d670d34a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6890f98fb4d1a" /><Relationship Type="http://schemas.openxmlformats.org/officeDocument/2006/relationships/notesSlide" Target="/ppt/notesSlides/notesSlide5.xml" Id="R7db9ad80d369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be1179f0c4052" /><Relationship Type="http://schemas.openxmlformats.org/officeDocument/2006/relationships/notesSlide" Target="/ppt/notesSlides/notesSlide6.xml" Id="R7a9621d5fb0a4c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88f7671ea4e62" /><Relationship Type="http://schemas.openxmlformats.org/officeDocument/2006/relationships/notesSlide" Target="/ppt/notesSlides/notesSlide7.xml" Id="R370781264a0a48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1306fdc684ec0" /><Relationship Type="http://schemas.openxmlformats.org/officeDocument/2006/relationships/notesSlide" Target="/ppt/notesSlides/notesSlide8.xml" Id="Rfb217c6346fa48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c641cefb4269" /><Relationship Type="http://schemas.openxmlformats.org/officeDocument/2006/relationships/notesSlide" Target="/ppt/notesSlides/notesSlide9.xml" Id="R5200e39ade44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330c351bf46f5" /><Relationship Type="http://schemas.openxmlformats.org/officeDocument/2006/relationships/notesSlide" Target="/ppt/notesSlides/notesSlide10.xml" Id="R93811acd312742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ace8ef1864359" /><Relationship Type="http://schemas.openxmlformats.org/officeDocument/2006/relationships/notesSlide" Target="/ppt/notesSlides/notesSlide11.xml" Id="Re9215675267846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99c0ceaf47c6" /><Relationship Type="http://schemas.openxmlformats.org/officeDocument/2006/relationships/notesSlide" Target="/ppt/notesSlides/notesSlide12.xml" Id="Rcc51dabfc3714f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6a784886542a0" /><Relationship Type="http://schemas.openxmlformats.org/officeDocument/2006/relationships/notesSlide" Target="/ppt/notesSlides/notesSlide13.xml" Id="Rb2e9248a8ec446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8ede6d1344a58" /><Relationship Type="http://schemas.openxmlformats.org/officeDocument/2006/relationships/notesSlide" Target="/ppt/notesSlides/notesSlide14.xml" Id="R0f7623ba443640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dbea890a54b76" /><Relationship Type="http://schemas.openxmlformats.org/officeDocument/2006/relationships/notesSlide" Target="/ppt/notesSlides/notesSlide15.xml" Id="R80867edd63ce47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9132eb823410e" /><Relationship Type="http://schemas.openxmlformats.org/officeDocument/2006/relationships/notesSlide" Target="/ppt/notesSlides/notesSlide16.xml" Id="R6f384669e25043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24c2c9b584b7b" /><Relationship Type="http://schemas.openxmlformats.org/officeDocument/2006/relationships/notesSlide" Target="/ppt/notesSlides/notesSlide17.xml" Id="R49e218446aeb4b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ea0bca14b4c97" /><Relationship Type="http://schemas.openxmlformats.org/officeDocument/2006/relationships/notesSlide" Target="/ppt/notesSlides/notesSlide18.xml" Id="R3ecf256e9abc47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a9c726b844a3b" /><Relationship Type="http://schemas.openxmlformats.org/officeDocument/2006/relationships/notesSlide" Target="/ppt/notesSlides/notesSlide19.xml" Id="R09e97b11b77a46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0b8cc73584d4c" /><Relationship Type="http://schemas.openxmlformats.org/officeDocument/2006/relationships/notesSlide" Target="/ppt/notesSlides/notesSlide20.xml" Id="R02106fcf8e0c49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78eaa359b49c4" /><Relationship Type="http://schemas.openxmlformats.org/officeDocument/2006/relationships/notesSlide" Target="/ppt/notesSlides/notesSlide21.xml" Id="R8bc86b614fb243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78f9f6e644396" /><Relationship Type="http://schemas.openxmlformats.org/officeDocument/2006/relationships/notesSlide" Target="/ppt/notesSlides/notesSlide22.xml" Id="Re8f4d51217a340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d019c64664c85" /><Relationship Type="http://schemas.openxmlformats.org/officeDocument/2006/relationships/notesSlide" Target="/ppt/notesSlides/notesSlide23.xml" Id="R1b0f2146441042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a5d621eed4132" /><Relationship Type="http://schemas.openxmlformats.org/officeDocument/2006/relationships/notesSlide" Target="/ppt/notesSlides/notesSlide24.xml" Id="R81fbd7798fcf46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622e591a84d41" /><Relationship Type="http://schemas.openxmlformats.org/officeDocument/2006/relationships/notesSlide" Target="/ppt/notesSlides/notesSlide25.xml" Id="R948283855dc64d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0a737d5204c88" /><Relationship Type="http://schemas.openxmlformats.org/officeDocument/2006/relationships/notesSlide" Target="/ppt/notesSlides/notesSlide26.xml" Id="R55a3fd456752462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a3617bf8f4be7" /><Relationship Type="http://schemas.openxmlformats.org/officeDocument/2006/relationships/notesSlide" Target="/ppt/notesSlides/notesSlide27.xml" Id="Rdc1ab29aa1614b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946c55624cfe" /><Relationship Type="http://schemas.openxmlformats.org/officeDocument/2006/relationships/notesSlide" Target="/ppt/notesSlides/notesSlide28.xml" Id="R916f33d773b0409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8b6d648ab4199" /><Relationship Type="http://schemas.openxmlformats.org/officeDocument/2006/relationships/notesSlide" Target="/ppt/notesSlides/notesSlide29.xml" Id="R2d7caa33f4a645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39a030bac4a48" /><Relationship Type="http://schemas.openxmlformats.org/officeDocument/2006/relationships/notesSlide" Target="/ppt/notesSlides/notesSlide30.xml" Id="Rd99a5466e737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9DD1FC36-72EA-4E2A-AA48-5EEF09F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2480C70-3FFD-4E0D-9FD5-C63F7A5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F19CE629-7052-417E-BA2E-520551E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A8BD2330-073B-445F-AF86-4A7D854D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UK Electoral Roll Number: AA100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F2423CC4-43F6-471D-BFA7-25F2F69C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Thomas Smith  |  Physical Address: Flat 13, 2335 Abbey Grove Lane, Glasgow, G1 2FF, United Kingdom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AC2E3B53-4374-44B6-89AA-B2E19B3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E4016B4F-5F61-4142-A43B-DBE4B84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B995DA6E-CE83-4747-B2D0-9387D27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UK Electoral Roll Number: AB101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05756BB1-4DE7-41FC-A4A8-3AE09B5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Mia White  |  Physical Address: Flat 14, 2372 Bramble Grove Lane, Newcastle, NE1 4LP, United Kingdom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8F36134E-387F-41E4-ADE5-0443F049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4E363CD4-7534-430E-8F66-231F553A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9613F8D5-7B05-41B9-8B14-8C160DEA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UK Electoral Roll Number: AC102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BD649FA1-0371-40F9-A805-D64E614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Amelia Williams  |  Physical Address: Flat 15, 2409 Cedar Grove Lane, Manchester, M1 2WD, United Kingdom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1B9ACCC4-9712-45AF-BCB8-AA69055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984C0D6C-8A69-40C9-94FE-DF0FABB6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8BC11E9A-90C4-4910-8191-3996EE58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UK Electoral Roll Number: AD103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54D87709-971A-4642-BFFB-03772633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Sophie Hall  |  Physical Address: Flat 16, 2446 Church Grove Lane, Nottingham, NG1 2AS, United Kingdom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E4112D6F-FE99-46D2-8007-D63EF07F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B4E86112-F93E-402D-AEDA-81769D7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005971E4-9A15-4025-B8C3-1405CAE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UK Electoral Roll Number: AE104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35B58E73-1A13-4469-9D42-3F25368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Lily Davies  |  Physical Address: Flat 17, 2483 Crown Grove Lane, London, SW1A 2AA, United Kingdom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52AC10FE-ABD0-4BD6-A6A8-C801643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3FE6C003-68B4-4905-B1CF-009775D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3150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0836550E-CF28-4EA2-9D40-B22AF72B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B9466539-FE40-4397-9C0C-4DD4BF05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2607B8E9-8544-420C-AD3A-AC8E8FCA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1824E1E6-6A8A-40F8-A66C-89EFCCE3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UK Electoral Roll Number: AF105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9EFE97C5-E085-47DC-996B-042837F5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Mia Wood  |  Physical Address: Flat 18, 2520 Elm Grove Lane, Edinburgh, EH1 1YZ, United Kingdom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5D65E1F9-E5FC-4323-BDAB-3BAE7019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600AFAFB-D8F3-4F53-B1F1-B9C1D24C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30690DE3-DF57-45F6-B320-A254F99B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UK Electoral Roll Number: AG106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911B0E69-1AF7-4510-BDE7-4762663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Amelia Thompson  |  Physical Address: Flat 19, 2557 Hawthorn Grove Lane, Cambridge, CB1 1BH, United Kingdom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15356A90-2EC3-4B27-B947-ACE509C9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94BB4001-9AEB-4B7F-9CB7-28205EC1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4CCFB51B-FE15-4211-93FB-068212DB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UK Electoral Roll Number: AH107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41FC8B91-C8DA-41FB-A4D3-C3C2FCD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Sophie Smith  |  Physical Address: Flat 20, 2594 Kingfisher Grove Lane, Cardiff, CF10 2HE, United Kingdom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5EEBD757-FB0D-40EA-A1EC-13D80D0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29AD0529-769A-4FC7-909B-5F3EBA3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2BBD402B-B7E7-42D5-96D0-919AD828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UK Electoral Roll Number: AI108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7B7CAB7F-A5F7-40B0-8CC1-81572E3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Lily White  |  Physical Address: Flat 21, 2631 Mill Grove Lane, Sheffield, S1 2BJ, United Kingdom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2AEF2E16-2603-4D61-9122-FAF97E1B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CC7755AA-108C-4179-8B55-ED0D847D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E07B7DA8-E5BA-43A7-9B4B-F3365C98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UK Electoral Roll Number: AJ109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AFA5B2D6-40B0-4461-9B5D-6373818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Mia Williams  |  Physical Address: Flat 22, 2668 Orchard Grove Lane, Leeds, LS1 4AP, United Kingdom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432B6A87-BA07-46DE-ADF8-E6F4D861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A056D04B-2BDF-443E-B5DD-D5CD6E4B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01239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031F9820-4CBF-4D63-B5AA-57D60E2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DEAF6E40-6D20-4E5E-A2DC-7393D67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B3FB479F-692D-4816-98FE-A3E838D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ACC4DB6D-27B2-4BCB-97B5-724CBF2B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UK Electoral Roll Number: AK110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87AF3E06-B421-4CD3-A6DB-0182A30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Amelia Thomas  |  Physical Address: Flat 23, 2705 Station Grove Lane, Leicester, LE1 5YP, United Kingdom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7FA4AB04-8B46-45D3-A347-53F90BC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0EC3CE8B-C00F-4372-8652-ADCCC414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847C2F53-B9F2-4CD2-83D9-7AFD3419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UK Electoral Roll Number: AL111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46A2061C-1774-491E-93FD-80439D4B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Sophie Davies  |  Physical Address: Flat 24, 2742 Victoria Grove Lane, Birmingham, B1 1BB, United Kingdom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9329679A-A8DE-4A49-9AE7-7783220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734BFD92-485C-40B3-8120-7B48BD7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FD91A797-324B-4AC6-82C6-D88298D8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UK Electoral Roll Number: AM112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B0550356-434A-47F8-A4C5-A19CFCA8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James Wood  |  Physical Address: Flat 25, 2779 Abbey Mead Lane, Liverpool, L1 8JQ, United Kingdom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7BFEE49C-C659-446F-8A55-85899962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7DA49A3F-EDB0-4D14-A217-D5E149F2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0318EB7E-0A68-4757-A687-C44DE09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UK Electoral Roll Number: AN113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66D87936-0715-47EB-A15A-8B65AF64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Mia Thompson  |  Physical Address: Flat 26, 2816 Bramble Mead Lane, Aberdeen, AB10 1AN, United Kingdom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A2C73D8E-5E55-45BC-92B9-08A9088E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8C3D31B7-5285-47E2-9867-0ECE9D7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005B9088-4A80-43A5-98DD-A600275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UK Electoral Roll Number: AO114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57A8D0C0-A87C-41A0-9B64-3D33740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Amelia Jones  |  Physical Address: Flat 27, 2853 Cedar Mead Lane, Bristol, BS1 4ST, United Kingdom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A39EE05E-5CD6-4DBC-9F24-0299721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79B8EF5B-3790-4865-AFE6-988D2CC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6788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45C4D7F5-DDD8-4D4A-96AE-D9A32BB8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98555E1A-94D7-4F95-84E5-BA3931DB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FB9B6840-83CF-4EDE-BABA-B0E46FEA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EEA1E964-0328-4B3B-BC11-FE7E01CC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UK Electoral Roll Number: AP115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7971FBA9-7B5C-4AE8-B749-AC0F942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Sophie White  |  Physical Address: Flat 28, 2890 Church Mead Lane, Oxford, OX1 1AA, United Kingdom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27AD6D34-B977-4FE9-B0FA-43A10234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6334C4F1-97D6-4748-956B-E3AA71A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D8B660DC-080B-4A22-B3A6-70B5F529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UK Electoral Roll Number: AQ116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D865CE24-0A95-4D9E-8090-CA56DF5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Lily Williams  |  Physical Address: Flat 29, 2927 Crown Mead Lane, Glasgow, G1 2FF, United Kingdom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2D12E626-B2C7-4A08-A8BA-92EC4906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3895F0BF-364C-492C-99C1-615FAE8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8F493BEA-9D5F-4279-B722-04E0D561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UK Electoral Roll Number: AR117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145F0078-1854-4057-9E1E-8017286D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Mia Thomas  |  Physical Address: Flat 30, 2964 Elm Mead Lane, Newcastle, NE1 4LP, United Kingdom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578B4BFB-D51B-4288-B63B-5B3D15CE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35C93392-C293-42EA-AB74-99E1A20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212511A5-0635-4839-ADC9-3A850D4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UK Electoral Roll Number: AS118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12DE4E30-9CF3-4276-BB64-DB362FD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Amelia Patel  |  Physical Address: Flat 31, 3001 Hawthorn Mead Lane, Manchester, M1 2WD, United Kingdom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89D32D67-2961-4774-8017-0D7B3362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0435F87B-4EC0-4B77-A044-4A95BD59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81C52B3F-B512-485F-BCF1-DF3B33A1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UK Electoral Roll Number: AT119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8DF62997-A000-4C3B-BBEA-21B694C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Sophie Wood  |  Physical Address: Flat 32, 3038 Kingfisher Mead Lane, Nottingham, NG1 2AS, United Kingdom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F8EF59ED-D443-4A4D-BA94-C638CBA5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1789A65C-784E-4DD8-B360-D91FF56F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093999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FEEE61DE-A074-439D-B8F6-2FCADB7B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F0D91B22-3904-49E0-9A50-3F46520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1CC7F467-6008-4616-84B1-3FF3813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18F157AD-A696-485D-9B3D-F5796A6A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UK Electoral Roll Number: AU120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AB535487-4C46-4646-98B0-B458122C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Lily Thompson  |  Physical Address: Flat 33, 3075 Mill Mead Lane, London, SW1A 2AA, United Kingdom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0F95F20E-7C54-47AA-80AD-51644F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C2FB8030-F2F0-4420-A8EF-74354C5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A2CA8DF2-860F-432B-9DC1-14C4794A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UK Electoral Roll Number: AV121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1C81704D-9688-4E9C-931C-581303C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Mia Jones  |  Physical Address: Flat 34, 3112 Orchard Mead Lane, Edinburgh, EH1 1YZ, United Kingdom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0F17FD25-151D-48A4-B78A-C0F3504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ECBC03F2-8F6F-458E-9D84-679187CD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E99E1FBC-0D78-4417-AD8B-3339028B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UK Electoral Roll Number: AW122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6CA270C2-2123-486D-BA0A-2A5CC3E5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Amelia Roberts  |  Physical Address: Flat 35, 3149 Station Mead Lane, Cambridge, CB1 1BH, United Kingdom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D8EB710E-41F3-4B43-9C17-EECAB30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AF4D1CC9-4C01-4BE0-AF07-D8F23EBB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E3FB4596-1B38-492A-A057-F29F13F5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UK Electoral Roll Number: AX123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65BDDF2C-0883-484D-A042-6C63497C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Sophie Williams  |  Physical Address: Flat 36, 3186 Victoria Mead Lane, Cardiff, CF10 2HE, United Kingdom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9771FC8F-D9E3-4527-BF22-1057D26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E3FE55D1-BD98-4F27-8823-506DE4D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D836FA44-C394-4105-9723-97819486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UK Electoral Roll Number: AY124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FEF2B072-B604-47A1-9995-DEB54137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Lily Thomas  |  Physical Address: Flat 37, 3223 Abbey Park Lane, Sheffield, S1 2BJ, United Kingdom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EAA0D7A5-18AE-4E17-BF4C-0494ED13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35CE961B-E6F0-49F5-A9EA-CB531DB3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58034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0BFAB632-74A8-49CD-9A5E-A584D6B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776BFC64-6157-41BD-A28B-C6FFD47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7E2CCFEE-AA3A-407D-A23A-C7A6046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CE9CD754-9E30-4A21-80E3-33E4F31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UK Electoral Roll Number: AZ125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20904D04-ED16-4678-AE2F-6FA4E688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Arthur Patel  |  Physical Address: Flat 38, 3260 Bramble Park Lane, Leeds, LS1 4AP, United Kingdom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A31B414B-EC98-42D7-9828-769738B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5336B4F3-6153-4DC6-99A6-3BE2AE3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7512FE4C-7D67-4494-A8E2-814E966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UK Electoral Roll Number: BA126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0502D174-ADF5-488C-B2A1-9671CDAD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Edward Wood  |  Physical Address: Flat 39, 3297 Cedar Park Lane, Leicester, LE1 5YP, United Kingdom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42BDA8E5-19F2-4F24-96D5-7BA9701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406A3B10-7BB5-469C-ACD5-FE582A6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5B7535CD-A82C-4930-830D-717FEBF9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UK Electoral Roll Number: BB127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7787A60C-6162-4678-BD72-3A3E5B99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William Thompson  |  Physical Address: Flat 40, 3334 Church Park Lane, Birmingham, B1 1BB, United Kingdom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59A04199-7FCF-40B4-8CC4-89D0096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5D4D4742-D239-4F1E-815F-33AC177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EB3991ED-5A89-4A61-9161-B62DD94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UK Electoral Roll Number: BC128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F52ACA0F-ADB7-4A57-8819-F73BEFE4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Charlie Jones  |  Physical Address: Flat 41, 3371 Crown Park Lane, Liverpool, L1 8JQ, United Kingdom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722D7E0E-BC6F-4ADE-9520-98C13197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8B6D15A3-E769-48C4-A212-E1914DC1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518F8122-584B-4563-9B7A-676903B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UK Electoral Roll Number: BD129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F35C14A9-75CD-4199-BEE9-7D87776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Arthur Roberts  |  Physical Address: Flat 42, 3408 Elm Park Lane, Aberdeen, AB10 1AN, United Kingdom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FFBB8DD4-FBC0-498E-9AD5-7923FE8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F9287131-0F26-4C93-9853-D41DB27F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23107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66B44CB5-8E00-4175-9459-1F10DB1A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A3FB5B79-F942-4B87-8D4A-1D8A19B6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95509BBE-BE75-48CD-8DAC-91C174AF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A14BA88D-1855-474D-ACB5-D08FF2CB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UK Electoral Roll Number: BE130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68C3116D-3497-4E05-B9F0-557D79B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Edward Williams  |  Physical Address: Flat 43, 3445 Hawthorn Park Lane, Bristol, BS1 4ST, United Kingdom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79CAB8EA-96BB-4D88-A648-2D706B6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51C55316-D6C6-4D37-8285-B91E2BC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F69F1335-0102-45D6-B7C3-1FCB6F1E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UK Electoral Roll Number: BF131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F02CE81B-8F37-4190-84FF-445CD8D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Amelia Thomas  |  Physical Address: Flat 44, 3482 Kingfisher Park Lane, Oxford, OX1 1AA, United Kingdom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074CCD2E-0270-4AF4-8195-D37C1836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5DA39677-52F8-4A91-A10F-17ACDDA2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647B0F87-4A41-4634-88A8-33978718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UK Electoral Roll Number: BG132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F1410C7E-BAA3-4308-84C6-CAF1B809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Charlie Patel  |  Physical Address: Flat 45, 3519 Mill Park Lane, Glasgow, G1 2FF, United Kingdom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BDC3D467-3A45-48DF-A003-D3645BB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DCEF059F-99A4-4DC5-BB65-DA262755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C9F243E2-F648-4944-A830-1B5DB96A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UK Electoral Roll Number: BH133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1A4F01CE-3829-4AD1-A74E-7C62720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Arthur Harris  |  Physical Address: Flat 46, 3556 Orchard Park Lane, Newcastle, NE1 4LP, United Kingdom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05CA051F-1D3C-40CA-855F-364E8793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E908DF82-25FE-4502-AE15-1F77F730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E880A7DA-74C8-4899-98BB-F4D873B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UK Electoral Roll Number: BI134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CA325178-592D-4C01-80ED-DBDBAC21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Edward Thompson  |  Physical Address: Flat 47, 3593 Station Park Lane, Manchester, M1 2WD, United Kingdom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71D5B33C-8FFA-4177-B15E-73B1F79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D04F10E5-0EDD-4CD9-B101-AC25FC3E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17430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B40F7094-16DD-4E6E-A72F-D85CCA6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B2F9C04F-819E-4675-B326-4D0CA2D9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C82B7B95-BF66-4DBA-B5E6-AA93EB4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E8C7CBFF-9FF2-41B3-A2DA-3FEBB05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UK Electoral Roll Number: BJ135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C22D36BB-46A8-4FCB-9539-2E3372FC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William Jones  |  Physical Address: Flat 48, 3630 Victoria Park Lane, Nottingham, NG1 2AS, United Kingdom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3E561B62-4C81-43DF-B085-99E7B881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DC22EE93-1CA0-4CC4-9106-D9539756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41E910AE-E51E-4869-B5C5-1299E5D2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UK Electoral Roll Number: BK136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C5BBBD61-1CAE-4E51-8748-01A4B492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Charlie Roberts  |  Physical Address: Flat 49, 3667 Abbey Rise Lane, London, SW1A 2AA, United Kingdom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11989314-4D53-4912-A68E-54F0A0E3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7ED0D8F6-8DB7-42D7-93A5-D4070CF3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256A69E1-AE27-4299-9027-5598B52D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UK Electoral Roll Number: BL137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BF67C229-FBCE-4E87-9617-984D1F04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Arthur Wilson  |  Physical Address: Flat 50, 3704 Bramble Rise Lane, Edinburgh, EH1 1YZ, United Kingdom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4AFB719C-87DA-411C-B725-375A3C63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8EB514BE-2328-4DA4-9BD0-C63AB91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636D2F6D-2DFE-4FB0-80DB-2015E9E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UK Electoral Roll Number: BM138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14A6A934-F052-44AA-A617-8030A98B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Edward Thomas  |  Physical Address: Flat 51, 3741 Cedar Rise Lane, Cambridge, CB1 1BH, United Kingdom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678EA89C-69C3-459C-BE42-ED181F02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AD24259F-F130-41AC-95F5-F8E0F8B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F7AA9A5F-48C3-4AB0-8AF0-F66DE11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UK Electoral Roll Number: BN139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BD8F77A8-FB7F-4CDA-842B-C41E1563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William Patel  |  Physical Address: Flat 52, 3778 Church Rise Lane, Cardiff, CF10 2HE, United Kingdom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0B76C454-5F60-4285-9597-38228E5A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F1B95DA6-C251-4C3B-89EA-F0734B5E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94300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519A4810-05F6-4495-9FB8-E74BA89D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975C57C8-B9E2-434E-B1C2-2572EC7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172C8DDB-9445-415E-90F7-EED1CE19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C81699D9-2CAA-4DA1-8EA8-EA5D315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UK Electoral Roll Number: BO140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8E1EFED6-6F2E-4A7C-AAE5-0C127CF2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Charlie Harris  |  Physical Address: Flat 53, 3815 Crown Rise Lane, Sheffield, S1 2BJ, United Kingdom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4A22981A-1731-4116-921F-1D3B9A4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31767D67-4459-44DE-B803-9379E62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D3A6F09F-65BD-4BBA-9ACE-42009DD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UK Electoral Roll Number: BP141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D42C6B54-224F-4AF6-858C-EBA56E9B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Arthur Evans  |  Physical Address: Flat 54, 3852 Elm Rise Lane, Leeds, LS1 4AP, United Kingdom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561174E1-3BA9-4128-BC04-08DB572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601D0B87-FC7E-4620-BC73-E3E3AE26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AFCD6D65-7141-471F-9281-1407CD2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UK Electoral Roll Number: BQ142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3B61B002-D296-490A-B85F-CACB9FDC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Edward Jones  |  Physical Address: Flat 55, 3889 Hawthorn Rise Lane, Leicester, LE1 5YP, United Kingdom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7D3C00F6-0CAA-41FD-9F61-C6B5058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C77C3DA4-DE28-46E0-86DE-B6749BC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A017FE6D-0CDB-4EC5-9BD1-86B71A95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UK Electoral Roll Number: BR143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734B879B-8D04-426D-AD3F-486624D8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William Roberts  |  Physical Address: Flat 56, 3926 Kingfisher Rise Lane, Birmingham, B1 1BB, United Kingdom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42E926C5-90CE-40DC-89BE-F214F813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87A220DB-6E36-4233-82D0-5496F7F8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BFB9FEA5-A086-4F0E-ADFE-019C7534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UK Electoral Roll Number: BS144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99D0F709-7802-44F9-B829-5774DD5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Charlie Wilson  |  Physical Address: Flat 57, 3963 Mill Rise Lane, Liverpool, L1 8JQ, United Kingdom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5E1A4529-5E82-4BB3-B8E6-74EBAEBF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90D852D1-6907-4F64-87EE-0181AE3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23733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EE621307-9D82-49F5-AB29-813DE680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3F6DB1C4-69A0-46A8-96ED-668EF5C9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0E85A61C-F585-4155-8669-8C37FC5D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41E104C1-50EB-4C34-8FEA-F0351C62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UK Electoral Roll Number: BT145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E7807437-92C2-4D1F-A7A7-C9BF290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Arthur Clarke  |  Physical Address: Flat 58, 4000 Orchard Rise Lane, Aberdeen, AB10 1AN, United Kingdom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1CE9D093-6B14-4D71-AFB8-401F49C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C6F30D96-8F5C-4F53-A756-1036D003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521B6AD4-FF1D-4A7E-A321-F239529A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UK Electoral Roll Number: BU146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4ED67598-2D99-4EC2-9A96-52B1999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Edward Patel  |  Physical Address: Flat 59, 4037 Station Rise Lane, Bristol, BS1 4ST, United Kingdom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DE2F30F2-CD4D-4007-90BF-663E83ED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052A6C25-4FEB-4AFB-A8EE-A48874B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E6E3A008-AE47-47E2-AFD9-29B3A79E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UK Electoral Roll Number: BV147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EDAAF0CA-17E1-4599-ACF0-13B81294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William Harris  |  Physical Address: Flat 60, 4074 Victoria Rise Lane, Oxford, OX1 1AA, United Kingdom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22AD90E1-BEC6-4630-9A7B-D75F7F9D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A7A97745-BC60-42A6-99F8-BF88982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CF074F26-A970-49CF-992D-F2575779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UK Electoral Roll Number: BW148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26E1AF80-762C-45EB-89C4-0FB0312F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Charlie Evans  |  Physical Address: Flat 61, 4111 Abbey Vale Lane, Glasgow, G1 2FF, United Kingdom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8BF02DA8-BB5C-450F-8384-69A0525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49F1D0E9-0236-451A-A372-406C0627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281D6FE6-ED78-4D12-B927-153BB63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UK Electoral Roll Number: BX149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CAF5A1E5-541B-43B9-B468-493391E7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Ava Taylor  |  Physical Address: Flat 62, 4148 Bramble Vale Lane, Newcastle, NE1 4LP, United Kingdom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2CEF806D-8784-4730-941B-AB5D728D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61CED393-A935-4EE1-9A3B-0F3DE11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775785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CBDC0027-DF43-46F9-BA84-7248A67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C2731D59-77B4-4EC8-8ED6-D5ADD0A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616F2628-C9A9-4C9D-B125-CB7194F2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43D69BAB-6A8C-42AA-AA0E-823122DF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UK Electoral Roll Number: BY150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748D6FBE-2D36-4086-A69C-70A2B62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Arthur Roberts  |  Physical Address: Flat 63, 4185 Cedar Vale Lane, Manchester, M1 2WD, United Kingdom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C0AAABB3-FFD4-46C7-9E0D-370E44DB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C64A2C26-943B-4736-9F54-83968EC6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7EB9272B-E0CE-4CC3-AAE6-12DF600E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UK Electoral Roll Number: BZ151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07235388-2935-4CF8-8F59-34587724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Emily Wilson  |  Physical Address: Flat 64, 4222 Church Vale Lane, Nottingham, NG1 2AS, United Kingdom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59FF5E20-1B0C-4DC6-AC2C-2045D8B6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B6A6900B-9442-4C06-8AE0-4C85280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DB249A09-7D34-4490-B413-3736585B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UK Electoral Roll Number: CA152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6AD6B92F-DD69-489F-A0A2-82D6C41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Grace Clarke  |  Physical Address: Flat 65, 4259 Crown Vale Lane, London, SW1A 2AA, United Kingdom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9827ACE8-DE35-42AE-8122-5EEEB44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B67DFC9B-A593-463F-A09E-8496B61F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F3E98C66-5702-416A-B527-17C6154C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UK Electoral Roll Number: CB153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E8E2F72E-9FA6-4930-90F8-651384A4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Ava Robinson  |  Physical Address: Flat 66, 4296 Elm Vale Lane, Edinburgh, EH1 1YZ, United Kingdom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C5BB3C36-EAEB-4BEC-90B3-D36D1345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2757F7C9-4A2A-403C-A4A9-56DDC8F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415CDF0F-0686-4163-8422-7C1D788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UK Electoral Roll Number: CC154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79422FC0-C327-4618-9263-78DB4BC8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Lucy Harris  |  Physical Address: Flat 67, 4333 Hawthorn Vale Lane, Cambridge, CB1 1BH, United Kingdom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61CA9706-DACD-4928-B89E-83BCB8B0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4785B6E6-EBE6-4B76-BDA4-31006B9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8095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D54EB7C1-B3C2-40DF-B0A9-679EF9B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31E6612E-78FC-40FD-8ADB-3C7AF5CF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704E1F9D-6CD7-4818-9213-2CE22343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0C9476C6-FB79-4D94-903D-BBE4660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UK Electoral Roll Number: CD155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8FB1DFA3-B68B-4681-9C30-C4357622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Emily Evans  |  Physical Address: Flat 68, 4370 Kingfisher Vale Lane, Cardiff, CF10 2HE, United Kingdom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230A73D6-A615-49B7-A5CF-167A7A8D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F588E594-24B3-4B78-B459-1F7D4FD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0231FC4D-4BCA-4CCE-BFC0-81D79E8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UK Electoral Roll Number: CE156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0B0EF745-6D72-4E19-9920-8DD6D50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Grace Taylor  |  Physical Address: Flat 69, 4407 Mill Vale Lane, Sheffield, S1 2BJ, United Kingdom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29C8A58D-94F3-4FFE-98C6-6BC9841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89E83725-E338-4FB5-8343-43DBBE4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7E7F756B-D729-4172-8484-60A2986F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UK Electoral Roll Number: CF157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8A1F75A8-9A9F-45A0-902C-8451525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Ava Green  |  Physical Address: Flat 70, 4444 Orchard Vale Lane, Leeds, LS1 4AP, United Kingdom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C5078F1B-B777-4031-868E-00CF0022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375D6322-EAEC-42AD-8735-A29A3AB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85D8B70A-31DA-4F55-8E06-774EFA88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UK Electoral Roll Number: CG158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BD498118-2A68-48C4-99E4-812D906B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Lucy Wilson  |  Physical Address: Flat 71, 4481 Station Vale Lane, Leicester, LE1 5YP, United Kingdom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D55938BB-608C-44A1-A160-3910D75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203454ED-6BA7-4783-BB24-520BEA8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24832B17-C580-4850-9931-311DFFBF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UK Electoral Roll Number: CH159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988E812C-E06B-4CDC-A97D-C97940D3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Emily Clarke  |  Physical Address: Flat 72, 4518 Victoria Vale Lane, Birmingham, B1 1BB, United Kingdom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D6BBDCAB-E93C-4BD4-A090-7163A48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18F7B97D-7A06-4B37-8CFA-5C550FD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80860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FBE06D19-9D8E-46E3-8EE7-3F67B9B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29F41DBB-CDB9-4F41-85B3-5161257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91310CDB-D52C-4A21-A44A-B0AFE6E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5C84BA8E-3A0B-464B-B776-BB2BF22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UK Electoral Roll Number: CI160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CE4C7BDC-84BB-4E4D-B4A3-AA782279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Grace Robinson  |  Physical Address: Flat 1, 4555 Abbey View Lane, Liverpool, L1 8JQ, United Kingdom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DC37CA6C-4151-442A-8E92-09271CC9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1D1FFFE2-5087-415B-89B1-C756979C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06FB6E1C-3E70-466C-B501-F5C3DD9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UK Electoral Roll Number: CJ161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BD74DEB8-2111-40A3-9BF5-DFCD68B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Ava Edwards  |  Physical Address: Flat 2, 4592 Bramble View Lane, Aberdeen, AB10 1AN, United Kingdom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2433EABA-D23F-4C26-8D17-E4E50BB4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62B73560-564D-4154-A541-369E4E04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767F7A54-6E3E-4B07-8887-BD48BE4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UK Electoral Roll Number: CK162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6AFBC72C-D386-4ECF-80D7-C2446257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Lucy Evans  |  Physical Address: Flat 3, 4629 Cedar View Lane, Bristol, BS1 4ST, United Kingdom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44A96CAD-CB68-439A-BC13-DD06F2B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868F0C71-E3B1-4AC4-B410-780C43E8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1AB87E9F-63EE-43C7-B25D-1614F8E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UK Electoral Roll Number: CL163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4D0E938D-BA3F-4E51-9C49-FE76EBBF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Emily Taylor  |  Physical Address: Flat 4, 4666 Church View Lane, Oxford, OX1 1AA, United Kingdom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5C62AE17-2D9E-4578-A8B1-C41E39FD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1A348E1D-0648-473A-A74F-43E26A44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C3D92A04-700E-4FF5-BDE4-53167FA0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UK Electoral Roll Number: CM164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E1DEE635-79E9-47FD-8F4E-B546F474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Grace Green  |  Physical Address: Flat 5, 4703 Crown View Lane, Glasgow, G1 2FF, United Kingdom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8646D013-F549-4863-BDB9-F963DA7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53D3431D-F976-4175-AFA5-B1D34117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25350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8D3A89AB-436B-467B-A912-AE44D52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EDD89A54-FFA5-481A-A6CC-32295B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24470811-9F71-4691-B8F2-9C0C263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831A05B9-425F-4E5C-886B-A56A7D08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UK Electoral Roll Number: CN165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0F81ABBD-A058-4245-AF51-8D97534D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Ava Johnson  |  Physical Address: Flat 6, 4740 Elm View Lane, Newcastle, NE1 4LP, United Kingdom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05420030-D24C-4E80-8E80-2683120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38B1DB54-0877-428C-B63B-854D15E0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DAA56625-A8FE-43F9-80CA-F2FAEB4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UK Electoral Roll Number: CO166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ED6DBFAD-2126-41F5-9082-ED23D675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Lucy Clarke  |  Physical Address: Flat 7, 4777 Hawthorn View Lane, Manchester, M1 2WD, United Kingdom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B5451266-5401-4220-BAAD-EE58129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2E302667-EFD8-4792-A962-23EB8EEF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ED201721-3C6E-4FA5-B03C-7F2DB4BA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UK Electoral Roll Number: CP167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91556E94-D25D-4A38-B6C2-FF415437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Emily Robinson  |  Physical Address: Flat 8, 4814 Kingfisher View Lane, Nottingham, NG1 2AS, United Kingdom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889222B5-11E7-421A-9754-AE57A594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7A09E387-0911-4D38-A6C9-C21E1B5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ED465D18-C92E-46EC-8028-ED43035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UK Electoral Roll Number: CQ168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79E7FF9A-26F8-48A5-B1A8-1AD97F2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Grace Edwards  |  Physical Address: Flat 9, 4851 Mill View Lane, London, SW1A 2AA, United Kingdom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59C81EE5-77D4-4CBA-BC34-5085E45D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7AE9E80C-008A-4426-A651-362B803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30105A97-F227-49BE-A142-B5DFAC6C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UK Electoral Roll Number: CR169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EB3C235F-5C1B-41CC-B569-FC32948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Ava Walker  |  Physical Address: Flat 10, 4888 Orchard View Lane, Edinburgh, EH1 1YZ, United Kingdom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F527F041-2373-40A7-A22A-1AAC04C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30D54508-D157-4FD6-ADAB-D10A43B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543341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9E2F531F-90ED-4587-BCCE-6639465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F5A7BB67-64C9-43C0-8E4D-6220A03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5F0F1161-9CA0-4F7D-9C6C-7C6DB2D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172ECC61-9765-4386-927F-7EC0F3AE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UK Electoral Roll Number: CS170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98369C59-B3B2-4806-B440-2EE6A9C6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Lucy Taylor  |  Physical Address: Flat 11, 4925 Station View Lane, Cambridge, CB1 1BH, United Kingdom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C5472C90-F4F6-489F-89A9-8958A51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BF471F6A-9965-43C7-9A90-87E1818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8FC1E483-CE79-455A-97A1-2BB6C15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UK Electoral Roll Number: CT171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CB08FDFB-D7AF-4F20-8B27-45E4377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Emily Green  |  Physical Address: Flat 12, 4962 Victoria View Lane, Cardiff, CF10 2HE, United Kingdom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C518F91E-6674-4505-B550-579C3D2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9671BFA2-8711-4E1A-A99C-3FFAD84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464C6596-9FB1-4DB8-93EF-BD874358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UK Electoral Roll Number: CU172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ED05C645-3643-40B0-9EEB-1B86961D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Grace Johnson  |  Physical Address: Flat 13, 4999 Abbey Wood Lane, Sheffield, S1 2BJ, United Kingdom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8B776255-C4AD-48FF-A7F2-D138AB5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FF0E4508-4F15-434D-A5C8-72C4B13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10B2DC95-FBCD-4E1D-91AC-A2294E44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UK Electoral Roll Number: CV173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6EC095FC-841C-43AD-9472-C9F0F684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George Jackson  |  Physical Address: Flat 14, 5036 Bramble Wood Lane, Leeds, LS1 4AP, United Kingdom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F0558EA1-04F4-40D3-B198-CD5351E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84ADC19D-7FAC-4BBA-81C5-44C2D1A9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7EB4172A-7A2D-477D-9CA0-6076A35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UK Electoral Roll Number: CW174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0E6AB1E7-CEDF-4F90-A188-66AE6D07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Henry Robinson  |  Physical Address: Flat 15, 5073 Cedar Wood Lane, Leicester, LE1 5YP, United Kingdom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9984A539-12DD-4D42-B54F-EBB5E7C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887AB2D4-0DB2-4AEB-957D-7223E940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463478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BA5E433C-AFA5-45FE-A751-0591A90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7452F37A-F4D5-4D1B-B9FC-0367C45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70554B59-0446-4A38-9651-1795B76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FEDBECC6-7619-45EE-BEA3-7DAE2274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UK Electoral Roll Number: CX175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5293E0F4-00F3-4E40-BE77-8B0BD7E1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Oscar Edwards  |  Physical Address: Flat 16, 5110 Church Wood Lane, Birmingham, B1 1BB, United Kingdom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BBED88F5-073B-4D99-AFB0-E7CD9B4F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682993EC-7CE9-450D-B570-5A41958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6C987954-5E8D-4C2E-81F3-E61B65DB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UK Electoral Roll Number: CY176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E2836B49-CDA3-40EB-B8DE-0736D564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Harry Walker  |  Physical Address: Flat 17, 5147 Crown Wood Lane, Liverpool, L1 8JQ, United Kingdom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67C8F6B8-31EA-419A-BAB2-DC14D4F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2AD24795-1556-45DF-B659-EB339BE5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74B37C99-0786-442D-B019-6CB7AF5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UK Electoral Roll Number: CZ177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74F6F5AC-CF2F-4F31-94A9-463422F3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George Brown  |  Physical Address: Flat 18, 5184 Elm Wood Lane, Aberdeen, AB10 1AN, United Kingdom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D63AF108-A03C-458E-AB48-20EDC8CD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6D1CB2E3-D250-4B2B-9F20-B490A588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9D2D1B59-42E8-4B91-860F-C5E5ED7D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UK Electoral Roll Number: DA178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BDDA55CA-1829-4779-9B25-4A6E004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Henry Green  |  Physical Address: Flat 19, 5221 Hawthorn Wood Lane, Bristol, BS1 4ST, United Kingdom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0776DEBE-F14A-4163-8FCA-63FDC051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425F7D38-F785-4432-816E-032A4B0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6036AB57-DB30-45A5-B230-A4E43A36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UK Electoral Roll Number: DB179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1C038ECB-8D79-44DE-9DCD-49D18158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Oscar Johnson  |  Physical Address: Flat 20, 5258 Kingfisher Wood Lane, Oxford, OX1 1AA, United Kingdom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7D18ED2E-BBEC-41EC-AF58-889CCD5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40320C6C-9EF3-4C8E-84DC-F33EC0F5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317071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CDB1B53A-CE14-4F41-9848-1C9590E0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9255F32F-3A6C-460E-BA17-B470A1A5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CFBA6EB6-F403-4D45-81B2-B46E0505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BF28D11C-1B81-4F41-BF20-ECE8B2E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UK Electoral Roll Number: DC180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F454292D-A389-4791-B337-68263D5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Harry Jackson  |  Physical Address: Flat 21, 5295 Mill Wood Lane, Glasgow, G1 2FF, United Kingdom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0FE82B31-C770-4C1E-8081-A6A6E2D9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306EE660-3A94-4C47-907D-359FF7E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1216FAB2-A988-47D2-B877-D8798B38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UK Electoral Roll Number: DD181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5C94996C-E86B-44EA-8373-3DDA2D5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George Wright  |  Physical Address: Flat 22, 5332 Orchard Wood Lane, Newcastle, NE1 4LP, United Kingdom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B1BBB386-F8A5-4B2A-BCD3-693EFBC6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EBC28F41-4680-40E6-A469-6590CDA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6A7C904E-92B9-43BD-BE4F-F45105B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UK Electoral Roll Number: DE182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54F08D62-60BC-4A40-82AD-5C3D8EB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Henry Edwards  |  Physical Address: Flat 23, 5369 Station Wood Lane, Manchester, M1 2WD, United Kingdom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27E77198-75CC-4166-9BDB-52DA4B5C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534DF6FC-7802-407B-9BEA-BF939F6E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CC14B3D0-FBBC-461F-97BE-113CA858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UK Electoral Roll Number: DF183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5C91E579-C1D9-4F07-8110-621E694F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Oscar Walker  |  Physical Address: Flat 24, 5406 Victoria Wood Lane, Nottingham, NG1 2AS, United Kingdom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7DA40C11-927A-47DE-A269-44A84A9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32482049-10D5-4E9E-B8EA-D89A2E13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57D8950F-A512-4946-B165-924FF8D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UK Electoral Roll Number: DG184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FC5AE63B-3954-4A95-9635-D8B88249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Harry Brown  |  Physical Address: Flat 25, 5443 Abbey Green Lane, London, SW1A 2AA, United Kingdom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01385B39-A57B-463F-8D4B-941A1403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138B2C1D-291F-4346-AD29-A8F8D78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908832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6911F8C8-7461-4987-A46B-F8006D13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0CB56199-D20F-401B-8608-971F115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F9D8FCBD-D9BF-4122-A22F-623E5F6B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BCCDE1B3-6630-4327-959D-FBD0104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UK Electoral Roll Number: DH185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4C81C503-BD3F-4D4D-A7DC-D04264DE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George Hall  |  Physical Address: Flat 26, 5480 Bramble Green Lane, Edinburgh, EH1 1YZ, United Kingdom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C51BDBAE-8FB8-484A-A23C-186E889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6595A851-4E89-4CBF-BC66-B4144CB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DE99CE58-655A-4516-9D34-20B7406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UK Electoral Roll Number: DI186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DDADDE8B-598F-4D1E-9955-293503A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Henry Johnson  |  Physical Address: Flat 27, 5517 Cedar Green Lane, Cambridge, CB1 1BH, United Kingdom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4C278F3A-5BA3-4E25-B5B6-0AD637E1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77509EA7-A9B1-4B88-9410-DC8B441A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5CC67028-8D08-4E90-AF33-EF716A4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UK Electoral Roll Number: DJ187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4645783E-4FCC-4B53-B9C3-594FF2D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Oscar Jackson  |  Physical Address: Flat 28, 5554 Church Green Lane, Cardiff, CF10 2HE, United Kingdom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979F8BA6-EF9E-4FF9-866F-D7220E8D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9FACD004-61B6-466C-9278-0D7996DF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553FE985-D04A-4393-9F7A-B5EA91E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UK Electoral Roll Number: DK188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D3549D11-A2B3-4F68-882E-4A919AE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Harry Wright  |  Physical Address: Flat 29, 5591 Crown Green Lane, Sheffield, S1 2BJ, United Kingdom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B1C045DA-E258-4437-BCC1-2B642B7A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CFB6CBE2-C205-432E-AEB5-490586A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823210FD-6D96-441C-AEC4-18513F3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UK Electoral Roll Number: DL189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D329B5BA-01C9-43BB-879D-CFD02F7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George Smith  |  Physical Address: Flat 30, 5628 Elm Green Lane, Leeds, LS1 4AP, United Kingdom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4134E611-EECB-44D9-B696-7AF89BB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8A627329-4178-4AB5-9375-20631F14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343944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151DF80-75AD-4A0E-87F3-5E04CA47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7F6A77BB-67CF-442E-8E53-A752BC61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70AB7804-6972-44AA-873D-F2DED571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132EFA2E-CA3A-4651-8029-75693FE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UK Electoral Roll Number: DM190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5A2E8D20-EDF0-4DFF-A7D8-D70C6A08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Henry Walker  |  Physical Address: Flat 31, 5665 Hawthorn Green Lane, Leicester, LE1 5YP, United Kingdom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4730697C-E4BD-4545-B44C-1D0D2E9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1329A7C9-483F-41D6-9424-A068E332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3CA19C56-17C3-4709-A738-67E2904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UK Electoral Roll Number: DN191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F78A8688-C4C6-4332-93C3-40F3226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Oscar Brown  |  Physical Address: Flat 32, 5702 Kingfisher Green Lane, Birmingham, B1 1BB, United Kingdom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F12271B7-218F-4E11-A157-FD192FA9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745E07F5-C8DD-4556-A132-668A06C3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3EB7511D-4EA7-495C-BDEF-50FE69A6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UK Electoral Roll Number: DO192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9D6CC43E-41A5-41E6-9E5E-EF20B934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Harry Hall  |  Physical Address: Flat 33, 5739 Mill Green Lane, Liverpool, L1 8JQ, United Kingdom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95F73C63-D156-48C1-A531-222481CE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6E2871BF-9386-48FC-A26B-E4FED4B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E196F0A8-C5EC-452A-B09B-967F40F8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UK Electoral Roll Number: DP193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AF309A79-9704-4646-B67E-C1C41942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Grace Davies  |  Physical Address: Flat 34, 5776 Orchard Green Lane, Aberdeen, AB10 1AN, United Kingdom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C602008B-F316-49D2-966D-36B1D7A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DC50A7F9-1240-484D-92D2-970C03A1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8D707682-26D3-41E6-B21C-8076938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UK Electoral Roll Number: DQ194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4CF4201A-B34B-4058-8D61-C4B668D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Henry Jackson  |  Physical Address: Flat 35, 5813 Station Green Lane, Bristol, BS1 4ST, United Kingdom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D88AEDC5-BA42-474B-B2E0-1142A1A2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A6E03AD5-E49D-41B3-8E4C-1FF76A3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586684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A2A59E79-467D-40A4-AE91-A11E4E5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638D6808-87AF-40A0-97C6-4B85E038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DEBF71DE-5868-48D3-8FBA-041BE0A5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7B4D35B0-CF45-4582-A18E-453AD572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UK Electoral Roll Number: DR195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143761DE-214F-4032-A321-7422253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Oscar Wright  |  Physical Address: Flat 36, 5850 Victoria Green Lane, Oxford, OX1 1AA, United Kingdom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13F197B5-2465-49DD-9D4E-7165069B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326A60AD-7B6B-47D7-B1B2-ECD3CE6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B989548A-6E95-437C-8DF7-B018F5B6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UK Electoral Roll Number: DS196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BCF2174A-97BF-4534-8B17-E19102C2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Harry Smith  |  Physical Address: Flat 37, 5887 Abbey Heath Lane, Glasgow, G1 2FF, United Kingdom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BB9ADF8D-4CBD-42DF-B108-F2C351D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CDFBED6E-48F2-4BFB-BAB0-D322C461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D68E6E29-69F4-450E-BCA9-6A29CDB3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UK Electoral Roll Number: DT197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D6085308-290B-4D08-A18F-72065D2D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Isla White  |  Physical Address: Flat 38, 5924 Bramble Heath Lane, Newcastle, NE1 4LP, United Kingdom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F15452AC-6C5A-470F-9938-4831B937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B11496B7-E8E0-4D22-9F6A-4901C02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AF120D56-1AF2-4104-A8A4-2F72F4E0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UK Electoral Roll Number: DU198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52661FDB-D7CF-4D01-9F75-21BC1CF5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Evie Brown  |  Physical Address: Flat 39, 5961 Cedar Heath Lane, Manchester, M1 2WD, United Kingdom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D389F6EB-4178-42FD-AFF6-86EE5764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4D1EB03C-4AF8-4BEF-89BC-2ADB5E3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2C847C02-493F-49AC-81F6-BECAF95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UK Electoral Roll Number: DV199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71972E05-1251-4A30-B891-FDF5D516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Freya Hall  |  Physical Address: Flat 40, 5998 Church Heath Lane, Nottingham, NG1 2AS, United Kingdom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56558850-19E6-4AF7-90FB-680C608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9DDEB413-DA0A-4C9E-98F2-1001BFCB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5474689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4EC212EA-CDFB-436B-BDF0-B637A78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8BB4DAE0-8B23-4CAA-8548-C5EF1B8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E73A8129-FA47-4CF4-B33D-7C68D76C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31B52C0F-5A13-43B7-9176-E028CF16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UK Electoral Roll Number: DW200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1B124E51-8133-439E-BC16-24EBA9AA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Sophia Davies  |  Physical Address: Flat 41, 6035 Crown Heath Lane, London, SW1A 2AA, United Kingdom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86A7ADE3-285D-4944-A000-CD82C712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0534C9A2-2AC1-424C-BFE2-15A3BB9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3838456E-D684-4267-8580-ED4FAA88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UK Electoral Roll Number: DX201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09273449-4B08-40F0-A682-A6D4B2A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Isla Wood  |  Physical Address: Flat 42, 6072 Elm Heath Lane, Edinburgh, EH1 1YZ, United Kingdom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36756505-1F41-4C02-9FAC-57489E2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9594B548-A56E-41BF-95A4-625E6D35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07A3C7E4-069F-4383-A9CC-F25EBDEF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UK Electoral Roll Number: DY202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EBE337FA-5DF2-4DFD-997A-D8B9FBEC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Evie Wright  |  Physical Address: Flat 43, 6109 Hawthorn Heath Lane, Cambridge, CB1 1BH, United Kingdom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71800B04-7D57-4C40-BE92-A726860F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73C2780A-B9F3-4526-84F6-CE881BB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AA8A31C8-74D2-4B6D-9D49-7EB6994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UK Electoral Roll Number: DZ203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0C86B7F0-D4A7-43E1-BE5A-0AFB1C33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Freya Smith  |  Physical Address: Flat 44, 6146 Kingfisher Heath Lane, Cardiff, CF10 2HE, United Kingdom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B4166E52-6443-4899-88BB-6BD935B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EA22E04F-58A5-46BA-9BA2-02E7372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50520F47-3CEC-4DAB-871A-AFA33FF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UK Electoral Roll Number: EA204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1C1BD3A8-39E5-4ADA-AC9D-F0B350DB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Sophia White  |  Physical Address: Flat 45, 6183 Mill Heath Lane, Sheffield, S1 2BJ, United Kingdom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80C490E0-9A73-47CA-B444-84F58A18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CDD2D5EA-CEC9-4606-9913-5705C92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267119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27BBA576-FB57-4A8C-88DF-7143411E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1FF02375-D038-46F4-B0F4-C99EC4F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3FACD336-3320-4B1B-878E-CA10D9B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407F4B8A-6E8B-4341-996F-B80A78CB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UK Electoral Roll Number: EB205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2516F5D8-3F90-4409-A598-09C114AA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Isla Williams  |  Physical Address: Flat 46, 6220 Orchard Heath Lane, Leeds, LS1 4AP, United Kingdom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0167A48F-C651-4E75-8598-3D0EFD45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14DE5EFC-5CB8-42C1-B2EA-D441BE21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97436E81-8615-4F9B-9D42-384D347C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UK Electoral Roll Number: EC206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945E804A-7CA1-4FF5-BD37-91563D1B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Evie Hall  |  Physical Address: Flat 47, 6257 Station Heath Lane, Leicester, LE1 5YP, United Kingdom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FA02680D-778E-4A8D-9BC7-B783EA6C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445A02A9-F7E6-41E8-B6C1-718D341F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D6B7FB78-0EB2-4D73-B0A0-693D5EEA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UK Electoral Roll Number: ED207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7545AA78-F69A-40B8-A718-30500696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Freya Davies  |  Physical Address: Flat 48, 6294 Victoria Heath Lane, Birmingham, B1 1BB, United Kingdom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B9043C1A-DEBC-4C74-ADEE-F636CA74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70D17696-900B-4A63-A12A-16ABB3F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D8D1BF0B-4B9B-4EE0-B0F3-F305D678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UK Electoral Roll Number: EE208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2C7FFB3B-DB62-4DDE-A94B-BFCAFF4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Sophia Wood  |  Physical Address: Flat 49, 6331 Abbey Cross Lane, Liverpool, L1 8JQ, United Kingdom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37CCF7F8-E140-40DE-89DF-C8B0229E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68003F05-426C-4A61-B43F-FFFAFDCC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EB04ECEA-A9C3-4BF7-AE7F-53BF1C67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UK Electoral Roll Number: EF209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F7B880A6-D0B8-4F02-8FC7-103733B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Isla Thompson  |  Physical Address: Flat 50, 6368 Bramble Cross Lane, Aberdeen, AB10 1AN, United Kingdom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914F73F6-E1EF-49EC-A069-3911D11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758DDBD4-D8F5-4851-873F-A7A7148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559261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4A4653D2-769B-47CF-A400-3011A959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4619D718-25EE-4835-B3C5-DF69FB6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7EDA1A9F-56A9-4891-A345-A52065F0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602D305C-4238-49C4-B4B2-FFEA3608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UK Electoral Roll Number: EG210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105F5164-8B4D-431D-9FD4-FB5880C9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Evie Smith  |  Physical Address: Flat 51, 6405 Cedar Cross Lane, Bristol, BS1 4ST, United Kingdom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618DD56F-8B98-4691-AEF4-E9E69D6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A12306D5-D0E5-4A51-9373-5421453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F877F0EC-145B-4B7F-8AD7-4558954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UK Electoral Roll Number: EH211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FCA17ACE-88C5-45F1-87FA-BFFFEFEB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Freya White  |  Physical Address: Flat 52, 6442 Church Cross Lane, Oxford, OX1 1AA, United Kingdom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2F683B55-6261-4038-A07F-BD7DDAC7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81E07393-D3A9-402E-AEC2-D23C154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6CC9726C-E6F4-4DF8-BB84-D171C1E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UK Electoral Roll Number: EI212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CC926E0C-160F-4093-A78B-6288E881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Oscar Williams  |  Physical Address: Flat 53, 6479 Crown Cross Lane, Glasgow, G1 2FF, United Kingdom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7BAC5EA5-D44A-4FFE-8369-EDA10434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1C309082-8234-458D-958C-B9EE376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C1EE32FD-12B7-4509-9522-7041357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UK Electoral Roll Number: EJ213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960E7790-2EC5-4931-8531-A1B145C2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Isla Thomas  |  Physical Address: Flat 54, 6516 Elm Cross Lane, Newcastle, NE1 4LP, United Kingdom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E50554F8-32E0-4805-BFB6-FF9B4A1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7CA278EE-EED4-4C8B-BAF3-D8FEEE8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D4152462-C0B8-4824-BA8D-EC817567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UK Electoral Roll Number: EK214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1C55A8ED-D0FC-4408-ABB0-73E93A5B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Evie Davies  |  Physical Address: Flat 55, 6553 Hawthorn Cross Lane, Manchester, M1 2WD, United Kingdom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C0635C1D-84CF-48CA-A931-DF10B999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98A0BC70-1792-47C7-AD61-AA7AC78B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5349620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D6DDD369-69D8-4AF1-B744-9D4586A7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FEF3F99A-85B6-487A-A72B-A102074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F9F5BAD8-CBA4-41B6-8D57-9CAEC714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10A41040-C912-48DB-AFF9-712034F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UK Electoral Roll Number: EL215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CE77B402-79CC-4C6A-A193-A75F9E8D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Freya Wood  |  Physical Address: Flat 56, 6590 Kingfisher Cross Lane, Nottingham, NG1 2AS, United Kingdom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3D328C97-5199-46B4-ACF8-764188F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A249E611-5313-4ADF-AED3-7C5959B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A8AAB562-B899-41E9-8B78-055C5CFE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UK Electoral Roll Number: EM216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8793E589-E7A2-4186-8474-C9D3652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Sophia Thompson  |  Physical Address: Flat 57, 6627 Mill Cross Lane, London, SW1A 2AA, United Kingdom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B8FE2CD5-40F6-4B20-BAB8-32C24A5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0FE22225-8C03-41C5-A3CA-FAF75B67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E9FB3B03-CDEF-4618-8E88-2014B317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UK Electoral Roll Number: EN217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3B8BC2A0-C114-4797-9083-FEF0D0B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Isla Jones  |  Physical Address: Flat 58, 6664 Orchard Cross Lane, Edinburgh, EH1 1YZ, United Kingdom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58D95CCC-3FAA-46CC-A116-2894F86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46E19A65-0DB5-4A26-AAE3-489C41C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563E532A-F08A-4534-87FF-61C46E5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UK Electoral Roll Number: EO218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41195809-EA2C-47D3-9E77-40C8809B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Evie White  |  Physical Address: Flat 59, 6701 Station Cross Lane, Cambridge, CB1 1BH, United Kingdom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C683DC1A-AB6B-41E7-A287-6B5888FB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2B8F99B8-0D29-4018-82E7-6082DD7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87DB4B60-D0D4-413D-8915-E9F9777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UK Electoral Roll Number: EP219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9ED73178-B90F-4EE2-AE79-850018C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Freya Williams  |  Physical Address: Flat 60, 6738 Victoria Cross Lane, Cardiff, CF10 2HE, United Kingdom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6B311889-08FB-4CC3-B94A-723C23A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40FFD5E1-ECBF-4777-9293-F7D7599B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154750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A6C28C65-6C48-48A8-8CE8-8C0DFCF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BD8D24AA-6887-451D-938C-2473ACD2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8FAB6D9C-2ED8-4F21-B86B-04363676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4D09D80B-7E60-4629-9A1D-B63CD435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UK Electoral Roll Number: EQ220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F33CAC46-65D5-4A41-AFF2-F4F7B8A3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Oliver Patel  |  Physical Address: Flat 61, 6775 Abbey Gate Lane, Sheffield, S1 2BJ, United Kingdom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15A14ACB-E14C-43AB-83AF-60FC6A43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A5C2BDA8-8ED8-4331-BA36-CB34A821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AF8C1086-7F02-43FF-A601-9582DBBB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UK Electoral Roll Number: ER221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A4734456-AE7A-4F6D-BCA6-310CC6D1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James Wood  |  Physical Address: Flat 62, 6812 Bramble Gate Lane, Leeds, LS1 4AP, United Kingdom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BCDFB1A4-305C-4540-8C32-0C88E53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4C8FA8CE-6785-43CA-A6F3-48C3E6E9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C084AA14-6DD2-40E6-8D2A-A14B4DE8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UK Electoral Roll Number: ES222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67150BAB-8B4E-4CFB-BFA0-6BB8F2C5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Thomas Thompson  |  Physical Address: Flat 63, 6849 Cedar Gate Lane, Leicester, LE1 5YP, United Kingdom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C426EA6C-4CD6-478D-8212-119B7FEE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3F267794-F09C-4220-AA5B-3836FCA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08935C60-ECF3-4BEF-8DEB-08431271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UK Electoral Roll Number: ET223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2AD58461-DB46-428E-9F0B-0882EDA3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Jack Jones  |  Physical Address: Flat 64, 6886 Church Gate Lane, Birmingham, B1 1BB, United Kingdom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60D36E33-5102-4FE5-BCE6-87E8A78A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2C2697E6-D63B-4307-862A-26390EFF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F6D6033F-E426-4CE2-95B0-DD2F6DED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UK Electoral Roll Number: EU224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645DA82F-EF2F-4C6A-A712-F8F18656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Oliver Roberts  |  Physical Address: Flat 65, 6923 Crown Gate Lane, Liverpool, L1 8JQ, United Kingdom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B3638D6E-46CB-4F79-9455-8EEE601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132335EC-6817-4B19-A14C-AD432A17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240273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7EBD9A15-60B5-4956-84EA-7CF8383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385C1F9C-D05E-4611-99F6-03AB3160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118A5B54-0FCA-45B5-9553-B145C07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EB15F221-A459-4C82-8908-F5D5A44C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UK Electoral Roll Number: EV225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C08D0064-77D1-486A-8E9B-F84F0D86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James Williams  |  Physical Address: Flat 66, 6960 Elm Gate Lane, Aberdeen, AB10 1AN, United Kingdom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2FBCCDC7-78A6-4A15-B550-10007133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DD56D707-BFE7-4BF2-BF8B-1BDBCEE7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452ECC2D-6CC8-48E3-AC39-F64B7D4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UK Electoral Roll Number: EW226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50DE720D-E2E8-43ED-96ED-9EE0C34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Thomas Thomas  |  Physical Address: Flat 67, 6997 Hawthorn Gate Lane, Bristol, BS1 4ST, United Kingdom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298EBA1B-2FEC-4E6A-AD83-5075CA60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0F910BA5-75CC-42D6-954A-251109AC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86B2E826-FDF1-4DD4-B31B-149BD5DA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UK Electoral Roll Number: EX227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EFCFE39F-B5E0-4CC1-9DF5-C1AF70EE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Jack Patel  |  Physical Address: Flat 68, 7034 Kingfisher Gate Lane, Oxford, OX1 1AA, United Kingdom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3139C48C-1252-4EB7-85BD-D20180C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471279BD-DF9B-4E50-9F86-CD6F86E0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1F54943E-4C23-4F42-B574-BA14B272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UK Electoral Roll Number: EY228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4A75A1C2-2359-4EEB-A136-10161D4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Oliver Harris  |  Physical Address: Flat 69, 7071 Mill Gate Lane, Glasgow, G1 2FF, United Kingdom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128C098B-90D6-44FF-B757-44E07036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9ED22877-07F3-497D-8CDF-4E665E7F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A406F5CC-287D-4D04-A2BD-601F7797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UK Electoral Roll Number: EZ229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D24ECC7A-9FAB-4343-AC00-13C573F9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James Thompson  |  Physical Address: Flat 70, 7108 Orchard Gate Lane, Newcastle, NE1 4LP, United Kingdom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99BF0353-B770-4096-9BB3-7C9802FB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9A64EEC6-8521-4324-898B-4AAF1860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174471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F45EE8AE-DD95-45DB-94AC-6F3F5214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93D98160-FF90-4D1D-9A3D-B15E3F1C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F2DC88AF-5A09-4826-83B1-D4073BE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82A57057-15D1-45E2-A793-CAE5AF1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UK Electoral Roll Number: FA230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3945F887-CFFA-4D8B-8ABA-BBC33177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Evie Jones  |  Physical Address: Flat 71, 7145 Station Gate Lane, Manchester, M1 2WD, United Kingdom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B0E80EDE-4989-490B-9797-BC5771C1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F2E0BB92-08A4-4DFF-8330-051DFF0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65BEDB4E-C3A7-4C17-9FAE-09658F18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UK Electoral Roll Number: FB231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51B30805-3968-4964-A9CA-3F773C03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Jack Roberts  |  Physical Address: Flat 72, 7182 Victoria Gate Lane, Nottingham, NG1 2AS, United Kingdom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6404C234-7441-42F3-B761-6E72E149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8245D9AE-C1FF-40D2-8C7C-BFE77441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6372144A-DF28-44A3-99EA-6A3FF770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UK Electoral Roll Number: FC232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0927B561-1360-4B4D-91F7-29F53B3B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Oliver Wilson  |  Physical Address: Flat 1, 7219 Abbey Close Avenue, London, SW1A 2AA, United Kingdom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6F286CAD-149E-4431-8844-47E69C66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550C0109-9D8F-493B-8CE9-D162F16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0A93F0DD-71B1-4226-9901-B844A4B5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UK Electoral Roll Number: FD233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C4D2ED8E-AD27-4B06-AE65-270C000B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James Thomas  |  Physical Address: Flat 2, 7256 Bramble Close Avenue, Edinburgh, EH1 1YZ, United Kingdom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96AE136F-2E48-40AC-89BD-27F94A69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14ECBA07-51FA-4AB8-A8EC-4E605EA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2359B6D9-FB8F-4847-82B1-245E221E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UK Electoral Roll Number: FE234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E74F65C3-1B9C-40A1-AC56-FB333FFC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Thomas Patel  |  Physical Address: Flat 3, 7293 Cedar Close Avenue, Cambridge, CB1 1BH, United Kingdom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B4EE19BE-F9D3-42F6-8CAA-A3B7F887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C94C1800-C566-4F37-AE21-1CC8BAFD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413742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B3F5B859-F7D5-4E76-ACA6-E128CF8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F0179687-620C-4361-87F7-F4AB401D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CBC57CB1-EEFD-44E3-A6CD-9761DA1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A812521B-C65D-4184-AEF6-82D6D80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UK Electoral Roll Number: FF235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B23362AA-6A30-45A9-94B9-97B3F70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Jack Harris  |  Physical Address: Flat 4, 7330 Church Close Avenue, Cardiff, CF10 2HE, United Kingdom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BC541F9B-6601-4218-8F6C-1530EC3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9A20A28F-AE8A-4CF3-8EFA-CBE95C1C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ABE3BF99-17C5-4B0C-8096-F07209F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UK Electoral Roll Number: FG236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61CB460D-501A-4498-82EB-FBE2208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Oliver Evans  |  Physical Address: Flat 5, 7367 Crown Close Avenue, Sheffield, S1 2BJ, United Kingdom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4423F377-A3EE-4C3B-AF44-E0F144D8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CA5C3E52-8CE8-44A9-9BC6-92B7A27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84DEE3E7-D514-4A38-BF94-68F05AA7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UK Electoral Roll Number: FH237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B559C379-EF45-45BE-BD7D-353B20F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James Jones  |  Physical Address: Flat 6, 7404 Elm Close Avenue, Leeds, LS1 4AP, United Kingdom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C4541222-8DCA-439B-A13D-78772B9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16C64DAA-F66E-4281-91E9-742378A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EFFA14DC-4CE7-48CA-AA95-7FC75CB3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UK Electoral Roll Number: FI238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C616AE0D-27C8-4DE3-A8F3-F832B7C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Thomas Roberts  |  Physical Address: Flat 7, 7441 Hawthorn Close Avenue, Leicester, LE1 5YP, United Kingdom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2126452E-8108-49AB-A22C-A4D4A90F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3BD1B1BE-81B7-401A-9E8A-3FD518D8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B2A06AAF-AEF9-4276-85C0-F4E846D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UK Electoral Roll Number: FJ239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8D2DC173-2B0D-48C2-B0D5-C92D186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Jack Wilson  |  Physical Address: Flat 8, 7478 Kingfisher Close Avenue, Birmingham, B1 1BB, United Kingdom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DC1FE20D-84AE-4E4D-8E20-5A10FB0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49865787-438B-483E-B35E-02605671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001667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8188EC00-FD28-4D5C-9896-C3C6561D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CB9695EA-ED10-42CB-82FC-1179FA19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7A6E83C3-4D47-4F2B-9553-10EAA2C6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76C13DE6-866F-4AA1-80FF-0334807B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UK Electoral Roll Number: FK240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967AD04D-BE74-404C-A685-F3FFDDD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Oliver Clarke  |  Physical Address: Flat 9, 7515 Mill Close Avenue, Liverpool, L1 8JQ, United Kingdom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F8A05001-EE79-47A5-80D6-489DE492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556F7B49-2E4D-4FBA-B55B-E5896F9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FC2C7228-7666-48C0-B359-7323EB9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UK Electoral Roll Number: FL241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06E3F647-E64D-462C-84FD-42C3839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James Patel  |  Physical Address: Flat 10, 7552 Orchard Close Avenue, Aberdeen, AB10 1AN, United Kingdom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BBE0E655-6F6B-4ABB-A49E-936B5AA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3539CF73-9887-4DE5-8389-0231DD5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A0004459-CFEE-41FF-8128-7B7ECC1C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UK Electoral Roll Number: FM242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8B066119-A835-4B14-B360-A1EF10C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Thomas Harris  |  Physical Address: Flat 11, 7589 Station Close Avenue, Bristol, BS1 4ST, United Kingdom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CBB0B60F-3D6C-4D7B-B8B8-A37D4A3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E078C177-D5E2-4854-BFF5-1AB8F0A9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26A43310-BCF5-4951-86C4-F4DD5159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UK Electoral Roll Number: FN243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6C084B2A-312F-468D-BE01-2A8D56C5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Jack Evans  |  Physical Address: Flat 12, 7626 Victoria Close Avenue, Oxford, OX1 1AA, United Kingdom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CBB5202E-1714-456B-82E7-057E29E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694A4F8D-A14C-4F32-B3BB-5BDEFED9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21E9210D-38C7-4806-9B43-02C4DD1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UK Electoral Roll Number: FO244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9415B1CC-E0CE-4217-BCB4-A2707C7C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Amelia Taylor  |  Physical Address: Flat 13, 7663 Abbey Grove Avenue, Glasgow, G1 2FF, United Kingdom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ED2CBAF9-40CB-4254-B2EE-9D69637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B59E7723-A0B5-458A-9E1E-0DC58CE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0657905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D3058F34-56E3-48C6-8E92-9F587E1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Electoral Roll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9B8E66F0-DB48-4891-9F8E-BCE2CE26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7616282E-D9E0-4011-8FFB-3BC1227D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6AEB303B-B62F-439C-8D3E-4554F4E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UK Electoral Roll Number: FP245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9FE57C49-16A0-4019-BC33-AF7DF4BB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Sophie Roberts  |  Physical Address: Flat 14, 7700 Bramble Grove Avenue, Newcastle, NE1 4LP, United Kingdom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5B63491E-331F-4DFF-AABB-ED407396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D5FDD09A-3561-426B-8D66-B6BF6CB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5902A7EB-640A-4C49-B2DC-D8E3F3B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UK Electoral Roll Number: FQ246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8048CCA1-76CC-492B-AABC-06625326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Lily Wilson  |  Physical Address: Flat 15, 7737 Cedar Grove Avenue, Manchester, M1 2WD, United Kingdom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C3BC08E0-ED70-4C07-9739-68882E83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2DA8F18F-6177-462C-8E23-BD770A11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10E141C3-4EFC-4D8B-9036-F2239859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UK Electoral Roll Number: FR247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D168B028-5BE4-42BC-9FFE-06B3089E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Mia Clarke  |  Physical Address: Flat 16, 7774 Church Grove Avenue, Nottingham, NG1 2AS, United Kingdom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7FEF31BD-11E2-4996-B591-9AC6AE53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4FF4E337-7254-479C-B7EE-F3EA9884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0C44D445-18AE-4D49-A430-6F8D9F9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UK Electoral Roll Number: FS248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677D8925-2706-4931-89C0-C80DE849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Amelia Robinson  |  Physical Address: Flat 17, 7811 Crown Grove Avenue, London, SW1A 2AA, United Kingdom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8AB69BC1-2B81-49C1-857C-E385E0A2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676AC8D8-6261-43DE-8F02-42829A9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360D3803-B033-42DA-BE2C-2EAB69D1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UK Electoral Roll Number: FT249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F948B87C-FB05-4852-B341-2E765D33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Oliver Harris  |  Physical Address: Flat 18, 7848 Elm Grove Avenue, Edinburgh, EH1 1YZ, United Kingdom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E0DBE8A9-E90A-4A48-A699-2B883F1C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Kingdom electoral roll number; electoral register entry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0677CB3F-1B76-4D7A-9FBE-B109E76A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electoral roll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057110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2026-07-31T08:57:43.4970000Z</dcterms:created>
  <dcterms:modified xsi:type="dcterms:W3CDTF">2026-07-31T08:57:43.4970000Z</dcterms:modified>
</coreProperties>
</file>
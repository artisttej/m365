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0eab745594934" /><Relationship Type="http://schemas.openxmlformats.org/officeDocument/2006/relationships/extended-properties" Target="/docProps/app.xml" Id="R9b167548a17647ce" /><Relationship Type="http://schemas.openxmlformats.org/officeDocument/2006/relationships/officeDocument" Target="/ppt/presentation.xml" Id="R30e315401128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970ecce5e6449b"/>
  </p:sldMasterIdLst>
  <p:notesMasterIdLst>
    <p:notesMasterId xmlns:r="http://schemas.openxmlformats.org/officeDocument/2006/relationships" r:id="R4e53877e7a614ba7"/>
  </p:notesMasterIdLst>
  <p:sldIdLst>
    <p:sldId xmlns:r="http://schemas.openxmlformats.org/officeDocument/2006/relationships" id="256" r:id="R362c244e3d804135"/>
    <p:sldId xmlns:r="http://schemas.openxmlformats.org/officeDocument/2006/relationships" id="257" r:id="Rb5f4d9c096e74631"/>
    <p:sldId xmlns:r="http://schemas.openxmlformats.org/officeDocument/2006/relationships" id="258" r:id="R5be4a3059ddc46e6"/>
    <p:sldId xmlns:r="http://schemas.openxmlformats.org/officeDocument/2006/relationships" id="259" r:id="R6e4669b5e35846ba"/>
    <p:sldId xmlns:r="http://schemas.openxmlformats.org/officeDocument/2006/relationships" id="260" r:id="R38e1a32133654eb1"/>
    <p:sldId xmlns:r="http://schemas.openxmlformats.org/officeDocument/2006/relationships" id="261" r:id="R80f4b23a71e04782"/>
    <p:sldId xmlns:r="http://schemas.openxmlformats.org/officeDocument/2006/relationships" id="262" r:id="R2eaa8bd96121405c"/>
    <p:sldId xmlns:r="http://schemas.openxmlformats.org/officeDocument/2006/relationships" id="263" r:id="R19fb38b547e148ea"/>
    <p:sldId xmlns:r="http://schemas.openxmlformats.org/officeDocument/2006/relationships" id="264" r:id="Ra71f4b9d70054982"/>
    <p:sldId xmlns:r="http://schemas.openxmlformats.org/officeDocument/2006/relationships" id="265" r:id="R68d9529dcbc147c1"/>
    <p:sldId xmlns:r="http://schemas.openxmlformats.org/officeDocument/2006/relationships" id="266" r:id="R98b7daf1438549fb"/>
    <p:sldId xmlns:r="http://schemas.openxmlformats.org/officeDocument/2006/relationships" id="267" r:id="R49aecee52ea54068"/>
    <p:sldId xmlns:r="http://schemas.openxmlformats.org/officeDocument/2006/relationships" id="268" r:id="R4f91d271decf43c0"/>
    <p:sldId xmlns:r="http://schemas.openxmlformats.org/officeDocument/2006/relationships" id="269" r:id="R77094d66796a4a81"/>
    <p:sldId xmlns:r="http://schemas.openxmlformats.org/officeDocument/2006/relationships" id="270" r:id="Ra883d792db3140fd"/>
    <p:sldId xmlns:r="http://schemas.openxmlformats.org/officeDocument/2006/relationships" id="271" r:id="Raf8926891c3a446c"/>
    <p:sldId xmlns:r="http://schemas.openxmlformats.org/officeDocument/2006/relationships" id="272" r:id="R9a28706be2504310"/>
    <p:sldId xmlns:r="http://schemas.openxmlformats.org/officeDocument/2006/relationships" id="273" r:id="R7d2abb2f82f64417"/>
    <p:sldId xmlns:r="http://schemas.openxmlformats.org/officeDocument/2006/relationships" id="274" r:id="R7891950b09514356"/>
    <p:sldId xmlns:r="http://schemas.openxmlformats.org/officeDocument/2006/relationships" id="275" r:id="Rde348d104dc7472a"/>
    <p:sldId xmlns:r="http://schemas.openxmlformats.org/officeDocument/2006/relationships" id="276" r:id="R1b5b0fbefce34384"/>
    <p:sldId xmlns:r="http://schemas.openxmlformats.org/officeDocument/2006/relationships" id="277" r:id="R2b6f9f2c8cda4fcc"/>
    <p:sldId xmlns:r="http://schemas.openxmlformats.org/officeDocument/2006/relationships" id="278" r:id="Rc2bb22822b2e4a8d"/>
    <p:sldId xmlns:r="http://schemas.openxmlformats.org/officeDocument/2006/relationships" id="279" r:id="R7e777e96a1484370"/>
    <p:sldId xmlns:r="http://schemas.openxmlformats.org/officeDocument/2006/relationships" id="280" r:id="R5c37cbcf06f041a8"/>
    <p:sldId xmlns:r="http://schemas.openxmlformats.org/officeDocument/2006/relationships" id="281" r:id="R079754025067439a"/>
    <p:sldId xmlns:r="http://schemas.openxmlformats.org/officeDocument/2006/relationships" id="282" r:id="Rbc4a18df2c6e46bf"/>
    <p:sldId xmlns:r="http://schemas.openxmlformats.org/officeDocument/2006/relationships" id="283" r:id="R6328a74338e343e3"/>
    <p:sldId xmlns:r="http://schemas.openxmlformats.org/officeDocument/2006/relationships" id="284" r:id="R900c2738e9654fd3"/>
    <p:sldId xmlns:r="http://schemas.openxmlformats.org/officeDocument/2006/relationships" id="285" r:id="Re1e2f7823eb94e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8a5c7cf624803" /><Relationship Type="http://schemas.openxmlformats.org/officeDocument/2006/relationships/slideMaster" Target="/ppt/slideMasters/slideMaster1.xml" Id="Rbe970ecce5e6449b" /><Relationship Type="http://schemas.openxmlformats.org/officeDocument/2006/relationships/notesMaster" Target="/ppt/notesMasters/notesMaster1.xml" Id="R4e53877e7a614ba7" /><Relationship Type="http://schemas.openxmlformats.org/officeDocument/2006/relationships/presProps" Target="/ppt/presProps.xml" Id="R9856710f2f0f4407" /><Relationship Type="http://schemas.openxmlformats.org/officeDocument/2006/relationships/tableStyles" Target="/ppt/tableStyles.xml" Id="R99095fb7213b4a0f" /><Relationship Type="http://schemas.openxmlformats.org/officeDocument/2006/relationships/slide" Target="/ppt/slides/slide1.xml" Id="R362c244e3d804135" /><Relationship Type="http://schemas.openxmlformats.org/officeDocument/2006/relationships/slide" Target="/ppt/slides/slide2.xml" Id="Rb5f4d9c096e74631" /><Relationship Type="http://schemas.openxmlformats.org/officeDocument/2006/relationships/slide" Target="/ppt/slides/slide3.xml" Id="R5be4a3059ddc46e6" /><Relationship Type="http://schemas.openxmlformats.org/officeDocument/2006/relationships/slide" Target="/ppt/slides/slide4.xml" Id="R6e4669b5e35846ba" /><Relationship Type="http://schemas.openxmlformats.org/officeDocument/2006/relationships/slide" Target="/ppt/slides/slide5.xml" Id="R38e1a32133654eb1" /><Relationship Type="http://schemas.openxmlformats.org/officeDocument/2006/relationships/slide" Target="/ppt/slides/slide6.xml" Id="R80f4b23a71e04782" /><Relationship Type="http://schemas.openxmlformats.org/officeDocument/2006/relationships/slide" Target="/ppt/slides/slide7.xml" Id="R2eaa8bd96121405c" /><Relationship Type="http://schemas.openxmlformats.org/officeDocument/2006/relationships/slide" Target="/ppt/slides/slide8.xml" Id="R19fb38b547e148ea" /><Relationship Type="http://schemas.openxmlformats.org/officeDocument/2006/relationships/slide" Target="/ppt/slides/slide9.xml" Id="Ra71f4b9d70054982" /><Relationship Type="http://schemas.openxmlformats.org/officeDocument/2006/relationships/slide" Target="/ppt/slides/slide10.xml" Id="R68d9529dcbc147c1" /><Relationship Type="http://schemas.openxmlformats.org/officeDocument/2006/relationships/slide" Target="/ppt/slides/slide11.xml" Id="R98b7daf1438549fb" /><Relationship Type="http://schemas.openxmlformats.org/officeDocument/2006/relationships/slide" Target="/ppt/slides/slide12.xml" Id="R49aecee52ea54068" /><Relationship Type="http://schemas.openxmlformats.org/officeDocument/2006/relationships/slide" Target="/ppt/slides/slide13.xml" Id="R4f91d271decf43c0" /><Relationship Type="http://schemas.openxmlformats.org/officeDocument/2006/relationships/slide" Target="/ppt/slides/slide14.xml" Id="R77094d66796a4a81" /><Relationship Type="http://schemas.openxmlformats.org/officeDocument/2006/relationships/slide" Target="/ppt/slides/slide15.xml" Id="Ra883d792db3140fd" /><Relationship Type="http://schemas.openxmlformats.org/officeDocument/2006/relationships/slide" Target="/ppt/slides/slide16.xml" Id="Raf8926891c3a446c" /><Relationship Type="http://schemas.openxmlformats.org/officeDocument/2006/relationships/slide" Target="/ppt/slides/slide17.xml" Id="R9a28706be2504310" /><Relationship Type="http://schemas.openxmlformats.org/officeDocument/2006/relationships/slide" Target="/ppt/slides/slide18.xml" Id="R7d2abb2f82f64417" /><Relationship Type="http://schemas.openxmlformats.org/officeDocument/2006/relationships/slide" Target="/ppt/slides/slide19.xml" Id="R7891950b09514356" /><Relationship Type="http://schemas.openxmlformats.org/officeDocument/2006/relationships/slide" Target="/ppt/slides/slide20.xml" Id="Rde348d104dc7472a" /><Relationship Type="http://schemas.openxmlformats.org/officeDocument/2006/relationships/slide" Target="/ppt/slides/slide21.xml" Id="R1b5b0fbefce34384" /><Relationship Type="http://schemas.openxmlformats.org/officeDocument/2006/relationships/slide" Target="/ppt/slides/slide22.xml" Id="R2b6f9f2c8cda4fcc" /><Relationship Type="http://schemas.openxmlformats.org/officeDocument/2006/relationships/slide" Target="/ppt/slides/slide23.xml" Id="Rc2bb22822b2e4a8d" /><Relationship Type="http://schemas.openxmlformats.org/officeDocument/2006/relationships/slide" Target="/ppt/slides/slide24.xml" Id="R7e777e96a1484370" /><Relationship Type="http://schemas.openxmlformats.org/officeDocument/2006/relationships/slide" Target="/ppt/slides/slide25.xml" Id="R5c37cbcf06f041a8" /><Relationship Type="http://schemas.openxmlformats.org/officeDocument/2006/relationships/slide" Target="/ppt/slides/slide26.xml" Id="R079754025067439a" /><Relationship Type="http://schemas.openxmlformats.org/officeDocument/2006/relationships/slide" Target="/ppt/slides/slide27.xml" Id="Rbc4a18df2c6e46bf" /><Relationship Type="http://schemas.openxmlformats.org/officeDocument/2006/relationships/slide" Target="/ppt/slides/slide28.xml" Id="R6328a74338e343e3" /><Relationship Type="http://schemas.openxmlformats.org/officeDocument/2006/relationships/slide" Target="/ppt/slides/slide29.xml" Id="R900c2738e9654fd3" /><Relationship Type="http://schemas.openxmlformats.org/officeDocument/2006/relationships/slide" Target="/ppt/slides/slide30.xml" Id="Re1e2f7823eb9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40bc2628e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c1bbeade2b41c0" /><Relationship Type="http://schemas.openxmlformats.org/officeDocument/2006/relationships/notesMaster" Target="/ppt/notesMasters/notesMaster1.xml" Id="Rf1d4273a93684d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b96f55447742a9" /><Relationship Type="http://schemas.openxmlformats.org/officeDocument/2006/relationships/notesMaster" Target="/ppt/notesMasters/notesMaster1.xml" Id="Rcca51d03ee034a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08978c37740b0" /><Relationship Type="http://schemas.openxmlformats.org/officeDocument/2006/relationships/notesMaster" Target="/ppt/notesMasters/notesMaster1.xml" Id="R9dfd9d0783404e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623ef26f645c2" /><Relationship Type="http://schemas.openxmlformats.org/officeDocument/2006/relationships/notesMaster" Target="/ppt/notesMasters/notesMaster1.xml" Id="Rda66d9b84c0f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5076d8e274222" /><Relationship Type="http://schemas.openxmlformats.org/officeDocument/2006/relationships/notesMaster" Target="/ppt/notesMasters/notesMaster1.xml" Id="Rc87007d5a7154c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cc43b2d6954de5" /><Relationship Type="http://schemas.openxmlformats.org/officeDocument/2006/relationships/notesMaster" Target="/ppt/notesMasters/notesMaster1.xml" Id="R50bfd627f09641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2036789c9e4d66" /><Relationship Type="http://schemas.openxmlformats.org/officeDocument/2006/relationships/notesMaster" Target="/ppt/notesMasters/notesMaster1.xml" Id="Re5e3b73195d74e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b1f07e651946c9" /><Relationship Type="http://schemas.openxmlformats.org/officeDocument/2006/relationships/notesMaster" Target="/ppt/notesMasters/notesMaster1.xml" Id="R3a64a8c9406d4a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3a3f8572c94f54" /><Relationship Type="http://schemas.openxmlformats.org/officeDocument/2006/relationships/notesMaster" Target="/ppt/notesMasters/notesMaster1.xml" Id="R439ac1c3f73447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5c827f902438e" /><Relationship Type="http://schemas.openxmlformats.org/officeDocument/2006/relationships/notesMaster" Target="/ppt/notesMasters/notesMaster1.xml" Id="R56e56c598c1841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7ac7f380d14912" /><Relationship Type="http://schemas.openxmlformats.org/officeDocument/2006/relationships/notesMaster" Target="/ppt/notesMasters/notesMaster1.xml" Id="R3d94dd90b75142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1a14ab286d485c" /><Relationship Type="http://schemas.openxmlformats.org/officeDocument/2006/relationships/notesMaster" Target="/ppt/notesMasters/notesMaster1.xml" Id="Ra96b01c4837f4e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38902193174946" /><Relationship Type="http://schemas.openxmlformats.org/officeDocument/2006/relationships/notesMaster" Target="/ppt/notesMasters/notesMaster1.xml" Id="Rc7fb4dac73984b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fdf853612a41a7" /><Relationship Type="http://schemas.openxmlformats.org/officeDocument/2006/relationships/notesMaster" Target="/ppt/notesMasters/notesMaster1.xml" Id="Ra89ddfd44d874a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f851d2c2ff4251" /><Relationship Type="http://schemas.openxmlformats.org/officeDocument/2006/relationships/notesMaster" Target="/ppt/notesMasters/notesMaster1.xml" Id="Rbc3a8e907b9943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1269c7716b4138" /><Relationship Type="http://schemas.openxmlformats.org/officeDocument/2006/relationships/notesMaster" Target="/ppt/notesMasters/notesMaster1.xml" Id="R4751f27e83684b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3d0f9134bd40a3" /><Relationship Type="http://schemas.openxmlformats.org/officeDocument/2006/relationships/notesMaster" Target="/ppt/notesMasters/notesMaster1.xml" Id="R4639da0c017042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63e313fe304e72" /><Relationship Type="http://schemas.openxmlformats.org/officeDocument/2006/relationships/notesMaster" Target="/ppt/notesMasters/notesMaster1.xml" Id="Rc2bc87111a5843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2a830e6ca14fcd" /><Relationship Type="http://schemas.openxmlformats.org/officeDocument/2006/relationships/notesMaster" Target="/ppt/notesMasters/notesMaster1.xml" Id="R89a94a4e31ec41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356f6e7c324eb0" /><Relationship Type="http://schemas.openxmlformats.org/officeDocument/2006/relationships/notesMaster" Target="/ppt/notesMasters/notesMaster1.xml" Id="R1608f99d3b3d42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cdf0e1e4e9443e" /><Relationship Type="http://schemas.openxmlformats.org/officeDocument/2006/relationships/notesMaster" Target="/ppt/notesMasters/notesMaster1.xml" Id="Re9763ddce48345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b1707f7ba64d3a" /><Relationship Type="http://schemas.openxmlformats.org/officeDocument/2006/relationships/notesMaster" Target="/ppt/notesMasters/notesMaster1.xml" Id="R28a58e450f0f43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5732f3d7e54f19" /><Relationship Type="http://schemas.openxmlformats.org/officeDocument/2006/relationships/notesMaster" Target="/ppt/notesMasters/notesMaster1.xml" Id="R4bc97125b156489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6e46d08ef224ee2" /><Relationship Type="http://schemas.openxmlformats.org/officeDocument/2006/relationships/notesMaster" Target="/ppt/notesMasters/notesMaster1.xml" Id="R2b9796173e2a41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944392923f456f" /><Relationship Type="http://schemas.openxmlformats.org/officeDocument/2006/relationships/notesMaster" Target="/ppt/notesMasters/notesMaster1.xml" Id="R609ed9436dc74c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004d5cc4de4e9d" /><Relationship Type="http://schemas.openxmlformats.org/officeDocument/2006/relationships/notesMaster" Target="/ppt/notesMasters/notesMaster1.xml" Id="R58593807802f4bd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044f4e56f04278" /><Relationship Type="http://schemas.openxmlformats.org/officeDocument/2006/relationships/notesMaster" Target="/ppt/notesMasters/notesMaster1.xml" Id="R2dcd14fa42e54f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f48a46ed2c47fb" /><Relationship Type="http://schemas.openxmlformats.org/officeDocument/2006/relationships/notesMaster" Target="/ppt/notesMasters/notesMaster1.xml" Id="R2ae7e7f48db4414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7bb52586c404fc0" /><Relationship Type="http://schemas.openxmlformats.org/officeDocument/2006/relationships/notesMaster" Target="/ppt/notesMasters/notesMaster1.xml" Id="R9f64b3bba96940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c9c3ac5a81c4331" /><Relationship Type="http://schemas.openxmlformats.org/officeDocument/2006/relationships/notesMaster" Target="/ppt/notesMasters/notesMaster1.xml" Id="R1713ba1e8cb5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https://learn.microsoft.com/en-us/purview/sit-defn-japan-my-number-personal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5581241f7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13f73372e43ac" /><Relationship Type="http://schemas.openxmlformats.org/officeDocument/2006/relationships/slideLayout" Target="/ppt/slideLayouts/slideLayout1.xml" Id="R817b98256c4d41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b98256c4d41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bea5874cf42dc" /><Relationship Type="http://schemas.openxmlformats.org/officeDocument/2006/relationships/notesSlide" Target="/ppt/notesSlides/notesSlide1.xml" Id="R57b58168f035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eec33b4ed4563" /><Relationship Type="http://schemas.openxmlformats.org/officeDocument/2006/relationships/notesSlide" Target="/ppt/notesSlides/notesSlide2.xml" Id="R1d43744ccca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7542717e74898" /><Relationship Type="http://schemas.openxmlformats.org/officeDocument/2006/relationships/notesSlide" Target="/ppt/notesSlides/notesSlide3.xml" Id="Rd99e6a58503749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884cd28044e20" /><Relationship Type="http://schemas.openxmlformats.org/officeDocument/2006/relationships/notesSlide" Target="/ppt/notesSlides/notesSlide4.xml" Id="Rf632220af1cb42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74f46137d4f2d" /><Relationship Type="http://schemas.openxmlformats.org/officeDocument/2006/relationships/notesSlide" Target="/ppt/notesSlides/notesSlide5.xml" Id="Rc84ed21854414a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e993d96ab42c2" /><Relationship Type="http://schemas.openxmlformats.org/officeDocument/2006/relationships/notesSlide" Target="/ppt/notesSlides/notesSlide6.xml" Id="R14a0708fbfe74e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6b0fac8814cb4" /><Relationship Type="http://schemas.openxmlformats.org/officeDocument/2006/relationships/notesSlide" Target="/ppt/notesSlides/notesSlide7.xml" Id="R8e5e3540630e4c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f1233894d4887" /><Relationship Type="http://schemas.openxmlformats.org/officeDocument/2006/relationships/notesSlide" Target="/ppt/notesSlides/notesSlide8.xml" Id="Re8ff55c24a14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ac68615e4405" /><Relationship Type="http://schemas.openxmlformats.org/officeDocument/2006/relationships/notesSlide" Target="/ppt/notesSlides/notesSlide9.xml" Id="R5cebde5bd92d45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d96a720424ac6" /><Relationship Type="http://schemas.openxmlformats.org/officeDocument/2006/relationships/notesSlide" Target="/ppt/notesSlides/notesSlide10.xml" Id="Rbd4a66b398d545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94545ac03465c" /><Relationship Type="http://schemas.openxmlformats.org/officeDocument/2006/relationships/notesSlide" Target="/ppt/notesSlides/notesSlide11.xml" Id="Rd1461cb443a945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734f9b2b46c7" /><Relationship Type="http://schemas.openxmlformats.org/officeDocument/2006/relationships/notesSlide" Target="/ppt/notesSlides/notesSlide12.xml" Id="R6ac1d8024e554f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7c1ddd83c4a61" /><Relationship Type="http://schemas.openxmlformats.org/officeDocument/2006/relationships/notesSlide" Target="/ppt/notesSlides/notesSlide13.xml" Id="R538299af46e343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5f2884b604f56" /><Relationship Type="http://schemas.openxmlformats.org/officeDocument/2006/relationships/notesSlide" Target="/ppt/notesSlides/notesSlide14.xml" Id="Rb214498732bd44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914073f7b45b1" /><Relationship Type="http://schemas.openxmlformats.org/officeDocument/2006/relationships/notesSlide" Target="/ppt/notesSlides/notesSlide15.xml" Id="Rc5056c476f504a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ef1cc0bcc4205" /><Relationship Type="http://schemas.openxmlformats.org/officeDocument/2006/relationships/notesSlide" Target="/ppt/notesSlides/notesSlide16.xml" Id="Rf59066b205024d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7f6e6343b4a4a" /><Relationship Type="http://schemas.openxmlformats.org/officeDocument/2006/relationships/notesSlide" Target="/ppt/notesSlides/notesSlide17.xml" Id="R4299373d285f4a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736a91804600" /><Relationship Type="http://schemas.openxmlformats.org/officeDocument/2006/relationships/notesSlide" Target="/ppt/notesSlides/notesSlide18.xml" Id="Rb6ad300d512746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ccd952774a82" /><Relationship Type="http://schemas.openxmlformats.org/officeDocument/2006/relationships/notesSlide" Target="/ppt/notesSlides/notesSlide19.xml" Id="R3cc31f1df3a247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bed806a9744c1" /><Relationship Type="http://schemas.openxmlformats.org/officeDocument/2006/relationships/notesSlide" Target="/ppt/notesSlides/notesSlide20.xml" Id="R9aa184ceeefb47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5ed4022d249c7" /><Relationship Type="http://schemas.openxmlformats.org/officeDocument/2006/relationships/notesSlide" Target="/ppt/notesSlides/notesSlide21.xml" Id="R920d87504b9040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4f342cf524ca7" /><Relationship Type="http://schemas.openxmlformats.org/officeDocument/2006/relationships/notesSlide" Target="/ppt/notesSlides/notesSlide22.xml" Id="R1fb2c4b6be2544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42f55cf724014" /><Relationship Type="http://schemas.openxmlformats.org/officeDocument/2006/relationships/notesSlide" Target="/ppt/notesSlides/notesSlide23.xml" Id="R538a204698d842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1e5b770d3420b" /><Relationship Type="http://schemas.openxmlformats.org/officeDocument/2006/relationships/notesSlide" Target="/ppt/notesSlides/notesSlide24.xml" Id="R0765283c85324e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8ad38c31d4e50" /><Relationship Type="http://schemas.openxmlformats.org/officeDocument/2006/relationships/notesSlide" Target="/ppt/notesSlides/notesSlide25.xml" Id="R3b136592298b47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9d83a6a14dd7" /><Relationship Type="http://schemas.openxmlformats.org/officeDocument/2006/relationships/notesSlide" Target="/ppt/notesSlides/notesSlide26.xml" Id="R994e4dc808dc477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658844a2242da" /><Relationship Type="http://schemas.openxmlformats.org/officeDocument/2006/relationships/notesSlide" Target="/ppt/notesSlides/notesSlide27.xml" Id="Redb6cf7cb68848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48031cf724f06" /><Relationship Type="http://schemas.openxmlformats.org/officeDocument/2006/relationships/notesSlide" Target="/ppt/notesSlides/notesSlide28.xml" Id="R58a923b4492d44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cc67f4f2e4825" /><Relationship Type="http://schemas.openxmlformats.org/officeDocument/2006/relationships/notesSlide" Target="/ppt/notesSlides/notesSlide29.xml" Id="R3996ee2acd224a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a65e3c35640aa" /><Relationship Type="http://schemas.openxmlformats.org/officeDocument/2006/relationships/notesSlide" Target="/ppt/notesSlides/notesSlide30.xml" Id="R93fbebf3f6a34d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C77F92A7-A093-4D7E-81C2-141FBA45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E5BB53E4-7D0A-41FC-B4B8-948C5E3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9B28CADF-7ED3-491C-AF51-D0A7387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1E7B0E92-03E1-4465-B224-9F241E9E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My Number / 個人番号: 2000-0000-0000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30DBF16B-83E3-4C3E-9A9E-6BFEF4EF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Shota Yoshida  |  Physical Address: 7-8-6522 Nishi-Chuo-michi, Nakagyo-ku, Kyoto 604-8001, Japan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4C2843DA-437D-4B48-81CB-C3FB99F1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289CE888-D3C5-4A10-8BC0-3987C7E3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E299E200-24F4-47B9-B693-9C4DC79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My Number / 個人番号: 2000-0000-0018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452C328D-5ED5-4E63-9BF3-BF17DDCC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Riku Sato  |  Physical Address: 8-8-6559 Sakura-Chuo-michi, Kita-ku, Osaka 530-0001, Japan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D43C08AB-AB00-4088-9738-C33C04A4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40F93729-5527-4AC6-B6E2-5DFB732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33E06BB6-6400-4A06-AE56-21A18586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My Number / 個人番号: 2000-0000-0026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B753B307-DFFB-4666-8868-5B306F50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Yuto Matsumoto  |  Physical Address: 9-8-6596 Shin-Chuo-michi, Chuo-ku, Kobe 650-0001, Japan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036CE38D-DB23-4E1F-8FEA-2F5D7284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FE90C11D-3328-40FD-99FC-831C66D6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7986E28E-E481-4B82-9692-5E5994AB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My Number / 個人番号: 2000-0000-0034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9FABF953-42E1-4E85-8195-C82C5E2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Hiroshi Tanaka  |  Physical Address: 1-9-6633 Takara-Chuo-michi, Hakata-ku, Fukuoka 812-0011, Japan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DB3764A9-B1B5-4848-B8C8-32B5631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2FA54066-C0CC-42C2-89BB-75BFBB6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15F323AC-0873-4312-99B4-E70B0B3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My Number / 個人番号: 2000-0000-0042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0562E0D0-54C6-4518-84AE-F0E2695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Kaori Hayashi  |  Physical Address: 2-9-6670 Ume-Chuo-michi, Aoba-ku, Yokohama 225-0001, Japan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85C880FD-F31D-447A-9979-5A2FA90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286BFA88-3E66-4DF9-9B27-4ABD6498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08931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E69CDAC1-C3BC-40B5-84FE-8977A5E2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ACE4F827-13AA-44F7-B723-673BC7B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7F13D6FB-2407-491A-99BC-774BE1F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F173462C-0E97-4F9D-8BA1-05A7E7F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My Number / 個人番号: 2000-0000-0050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CE78ABCE-E0E3-4F77-9074-AC9581B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Riku Nakamura  |  Physical Address: 3-9-6707 Yamato-Chuo-michi, Aoba-ku, Sendai 980-0001, Japan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1A88DAB7-3F5A-4B1B-B505-AC4287C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1EE97879-0C37-4BBA-8218-A7F51FC0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942052BF-3F42-49D1-96C4-8D7960C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My Number / 個人番号: 2000-0000-0069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4B26AF91-3B17-492F-9EC6-7CD2810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Yuto Abe  |  Physical Address: 4-9-6744 Aoba-Higashi-michi, Chiyoda-ku, Tokyo 100-0001, Japan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AC9B1D46-64E8-482C-B3A4-2D652A8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51D0DD10-38FF-425F-B5E5-99CFDC88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A58F8ABC-177F-4795-93B7-3E0C4D7A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My Number / 個人番号: 2000-0000-0077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E8D49064-F868-44EC-87A6-67E17AB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Hiroshi Yoshida  |  Physical Address: 5-9-6781 Asahi-Higashi-michi, Naka-ku, Nagoya 460-0001, Japan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8CEDCECB-221C-4A5D-A8D4-04B01A7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1B72D056-40C2-455E-ACD0-9B869FC8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A492EB5B-EF21-4691-9D6E-2D1B881A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My Number / 個人番号: 2000-0000-0085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375B9E6B-983F-4CAB-B81E-29E7595F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Shota Sato  |  Physical Address: 6-9-6818 Fuji-Higashi-michi, Naka-ku, Yokohama 231-0001, Japan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53E00519-A3EC-4570-8C5B-7C4D3054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FA255250-059A-45A3-AA76-356E41D2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B6334BED-A7DA-4235-A776-D2607117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My Number / 個人番号: 2000-0000-0093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C2AA97E1-94A2-44F4-9525-4FDA290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Riku Matsumoto  |  Physical Address: 7-9-6855 Hikari-Higashi-michi, Naka-ku, Hiroshima 730-0001, Japan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3F26CE32-E086-4E84-BF67-803FDBE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1C572768-BAD4-4B00-BA15-E663FE2D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2913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A8ED8CA-45C5-4D83-90D5-D9304C63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3777B382-F32E-4B8A-8B46-5E44A8A7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167575CE-CE7D-4D24-B109-00F87AA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2B0B9187-B35A-47B0-AFF5-30D72EF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My Number / 個人番号: 2000-0000-0107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2B210BF6-C45B-4F2A-A81B-55BF994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Yuto Watanabe  |  Physical Address: 8-9-6892 Kaede-Higashi-michi, Chuo-ku, Sapporo 060-0001, Japan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053C3773-6C1D-49AA-ADF9-F4B6E35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14B9D3CF-79A7-4C67-844F-ABA7192B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6E3C88A1-6B91-4719-AED1-1E9F67A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My Number / 個人番号: 2000-0000-0115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51EDE191-B9A3-472B-AFB6-C126CC19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Hiroshi Hayashi  |  Physical Address: 9-9-6929 Midori-Higashi-michi, Chuo-ku, Chiba 260-0001, Japan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30883854-B4C9-4A1F-B033-254B992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8DBF3B0B-6477-472E-A29F-F6B27B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72C88035-9A18-47C8-9878-7C1E12F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My Number / 個人番号: 2000-0000-0123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8506A3E6-A333-4591-AF17-FDAD05A9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Shota Nakamura  |  Physical Address: 1-1-6966 Nishi-Higashi-michi, Nakagyo-ku, Kyoto 604-8001, Japan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EE076079-5D35-489E-97AA-6B10ED1F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54E47B77-76DA-4CA7-8F9A-972AC425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420BE9A5-4199-4D4B-A009-1D19DC66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My Number / 個人番号: 2000-0000-0131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02D59636-A3A3-4A32-87AC-3071F8F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Riku Abe  |  Physical Address: 2-1-7003 Sakura-Higashi-michi, Kita-ku, Osaka 530-0001, Japan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BE1F2A18-459E-4F97-B316-320B387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952D64C0-CFDA-4425-8192-6E8345CF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9933E0CB-15E3-4B5E-95E8-9752965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My Number / 個人番号: 2000-0000-0140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A8C9BFC9-7EEF-40F8-8294-34278AE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Yuto Yamada  |  Physical Address: 3-1-7040 Shin-Higashi-michi, Chuo-ku, Kobe 650-0001, Japan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7D92C30F-D522-4F94-A687-B282B3B9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C9B30066-4575-420E-9409-1281743B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82509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52FA905C-29CC-4B22-BEA7-6CBCA655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C4D139AC-1B0D-4A38-B21E-F669D94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A449B9A9-6224-4331-8B11-76DE02D1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7CF69FDC-DCCC-475D-8572-4154363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My Number / 個人番号: 2000-0000-0158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2F9AA1D2-73A2-4BBA-BCF7-323668B7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Hiroshi Sato  |  Physical Address: 4-1-7077 Takara-Higashi-michi, Hakata-ku, Fukuoka 812-0011, Japan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CC184263-4F4A-4CFD-A966-11C06C1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CED05394-DA8B-4245-B43F-14D7413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B12D51C5-F94A-43B8-AD50-5BDAACB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My Number / 個人番号: 2000-0000-0166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F1A59AD4-E3EA-4442-9025-E8D332D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Shota Matsumoto  |  Physical Address: 5-1-7114 Ume-Higashi-michi, Aoba-ku, Yokohama 225-0001, Japan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1FF30933-8966-4AF4-B2AD-5BBCD3F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3DFCBB3D-9377-4109-94BF-0B59807C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0BFD3820-88A4-4124-B585-055C0679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My Number / 個人番号: 2000-0000-0174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47D80B9A-EC13-46AB-BBC1-6091009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Riku Watanabe  |  Physical Address: 6-1-7151 Yamato-Higashi-michi, Aoba-ku, Sendai 980-0001, Japan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82A9F552-5D90-407E-B3FE-88F49DE3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D79FEBBE-BC57-4F61-9E23-EDCB19DC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E61D954E-FC1B-4F06-93FB-9A95ADE6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My Number / 個人番号: 2000-0000-0182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C31A0491-7ED3-45E2-9708-C0A8FDE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Yuto Shimizu  |  Physical Address: 7-1-7188 Aoba-Kita-michi, Chiyoda-ku, Tokyo 100-0001, Japan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74E541C0-B745-4784-96CD-666989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00BDED1C-0250-474F-B6D7-7648E8F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090D1FD7-AD33-4D98-8351-09A678DC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My Number / 個人番号: 2000-0000-0190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9E3BFCF0-2982-4CF1-AC04-3BCE997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Hiroshi Nakamura  |  Physical Address: 8-1-7225 Asahi-Kita-michi, Naka-ku, Nagoya 460-0001, Japan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D56A8FA8-02B3-42AD-BA8E-1B821522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9BD9AC40-E43D-4D8A-B2AD-C1A662AD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26984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3977B0B9-F3FA-4471-9978-14283309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49126E1F-E2A8-432B-A710-EA828C75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1083FE8D-2956-4A3A-AC61-4282AC05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F27C8B35-6D2E-4B92-BA5E-2B828DA9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My Number / 個人番号: 2000-0000-0204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417B256D-2A3A-4445-A1CA-CF9DB62D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Shota Abe  |  Physical Address: 9-1-7262 Fuji-Kita-michi, Naka-ku, Yokohama 231-0001, Japan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7C79E72B-6B27-4772-8CAA-09142F5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2F46181A-FFCC-4343-BC04-31AA841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9702DDEB-CE51-4DF1-AC8C-AFB7E5C6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My Number / 個人番号: 2000-0000-0212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236130F4-B9AB-432B-804F-D366BFA5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Mei Yamada  |  Physical Address: 1-2-7299 Hikari-Kita-michi, Naka-ku, Hiroshima 730-0001, Japan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35AE6C2A-69AF-4735-84AD-939832D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DC94535E-67D9-4553-9E35-7636586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69A3734B-2DE3-401F-94FD-7270898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My Number / 個人番号: 2000-0000-0220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CDFC06DC-E815-41DA-B806-653038C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Aoi Suzuki  |  Physical Address: 2-2-7336 Kaede-Kita-michi, Chuo-ku, Sapporo 060-0001, Japan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6F4F29BF-786F-4A8F-A712-3A1F0F9B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45030013-A4CD-4D98-9655-F0E2D9C7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E36777EB-4063-416E-A0A6-1B422446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My Number / 個人番号: 2000-0000-0239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867B95D5-AFA9-4076-B453-1A0F6909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Yuto Matsumoto  |  Physical Address: 3-2-7373 Midori-Kita-michi, Chuo-ku, Chiba 260-0001, Japan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A8322F3F-6A2B-4003-A3CB-1ACE6FC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601B4823-356A-4E1B-98F6-6E09B3C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A682A1D6-CA8D-4BA7-9C7E-44C090CB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My Number / 個人番号: 2000-0000-0247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AA91DEE6-74A1-43E9-8869-4B49D5E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Mio Watanabe  |  Physical Address: 4-2-7410 Nishi-Kita-michi, Nakagyo-ku, Kyoto 604-8001, Japan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0A981EBC-2233-4ADC-9FD8-C1A17B80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1DE7DA2F-89AF-48B6-9088-B967B0E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34756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F3E04CB-A458-430F-BCFF-F2F91F42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DD02BFB2-AB5C-454C-97E8-2F8F8275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12EF4AA1-30F7-4C06-A1A5-774738DA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1E24ED86-34A5-4817-908D-853FCDE7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My Number / 個人番号: 2000-0000-0255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8D8BD4C6-D3D3-49D7-9A39-DFD67D06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Mei Shimizu  |  Physical Address: 5-2-7447 Sakura-Kita-michi, Kita-ku, Osaka 530-0001, Japan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079521AC-2137-42A7-9FAE-2D08C175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24B34A5B-0163-44F3-85C1-E0B05876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9B0F90CF-B13C-4FD8-B9AC-2CAE7C43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My Number / 個人番号: 2000-0000-0263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D66126B2-A30D-48FC-A0BA-2034CDC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Aoi Kobayashi  |  Physical Address: 6-2-7484 Shin-Kita-michi, Chuo-ku, Kobe 650-0001, Japan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0B403315-A486-41E5-A036-3A2B6A5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BE36E36A-11FB-4D69-9887-830005A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906021DB-0EB0-4049-AC42-0E900279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My Number / 個人番号: 2000-0000-0271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13EF5CE1-857F-4D26-9128-0FC88BE4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Aya Abe  |  Physical Address: 7-2-7521 Takara-Kita-michi, Hakata-ku, Fukuoka 812-0011, Japan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D2B52A0A-6402-4246-AE9C-E18D6C36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D27BB0B6-830A-4549-93A9-D1873D3E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59E3DCE9-C7D4-44C8-BC29-2CF3712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My Number / 個人番号: 2000-0000-0280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9823E03F-A3C0-42B6-AD1B-DCD86AA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Mio Yamada  |  Physical Address: 8-2-7558 Ume-Kita-michi, Aoba-ku, Yokohama 225-0001, Japan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CB1A809A-1B41-48D5-9BC9-9D3788F1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F0A15DCF-EF0F-459B-99B9-8F5739D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2A2B498C-7ED1-4765-8705-9ACD13F4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My Number / 個人番号: 2000-0000-0298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16A04186-101B-414D-B7D3-E75B8209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Mei Suzuki  |  Physical Address: 9-2-7595 Yamato-Kita-michi, Aoba-ku, Sendai 980-0001, Japan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82EE953B-4C5D-4EA1-A163-C259D9B2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089FC967-82DC-4E3E-AB0F-B46D8AFC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67588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D92370CA-A48B-44EE-9229-56E088C2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C03DE501-4A0D-4C4E-867C-83DED578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FDEDB426-681D-420C-818C-68FEA1EB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24452FE4-23A4-40AA-BA23-5D3F0E70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My Number / 個人番号: 2000-0000-0301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82E0E7E9-7540-49ED-886E-51D26C54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Aoi Inoue  |  Physical Address: 1-3-7632 Aoba-Minami-michi, Chiyoda-ku, Tokyo 100-0001, Japan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0175A0B7-EBCC-43ED-A69D-7CB06F3E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EAD3376B-2F90-4600-A9BD-6B9471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2467D2C9-C722-4996-9BAB-AD2708D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My Number / 個人番号: 2000-0000-0310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611213B0-4E49-4CF6-B7AC-CAC30557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Aya Watanabe  |  Physical Address: 2-3-7669 Asahi-Minami-michi, Naka-ku, Nagoya 460-0001, Japan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A014F2E4-40AC-4B4E-97D0-AFBA6143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8C631ACF-8AF2-4261-A59D-6456B047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1B849C9F-A263-473B-9970-624F45F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My Number / 個人番号: 2000-0000-0328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274AC7E8-9FB0-4CE8-B24C-AD2BE9B4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Mio Shimizu  |  Physical Address: 3-3-7706 Fuji-Minami-michi, Naka-ku, Yokohama 231-0001, Japan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B9FB5CE0-6152-4977-8165-08CB2D94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79690EDF-8463-4DA4-8C33-857C9B3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E182F6C7-9BBE-46EF-995A-A63C97B1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My Number / 個人番号: 2000-0000-0336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BB889792-6D48-4D1D-9322-9AB339BF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Mei Kobayashi  |  Physical Address: 4-3-7743 Hikari-Minami-michi, Naka-ku, Hiroshima 730-0001, Japan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F8428F31-C9D9-4CEA-B837-39884AA7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6C1628BB-30A2-4EAA-9349-48575436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0104254D-3034-46B6-BC1E-E914F1AB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My Number / 個人番号: 2000-0000-0344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80D312D8-E56D-4904-95BA-91D67E7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Aoi Ikeda  |  Physical Address: 5-3-7780 Kaede-Minami-michi, Chuo-ku, Sapporo 060-0001, Japan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9AA1B471-7B3D-41A3-85F1-3DD5D628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14124F53-50D5-4678-B03E-5E29718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41013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BDF34813-9C5C-4A7E-86DD-4A1C61A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BDEECB57-9917-4E6A-AFFD-F0B7CCC9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E34B4A0F-20F3-47CD-BF45-4A22E229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24BBE309-F186-452E-A019-04EDAF7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My Number / 個人番号: 2000-0000-0352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9117C9A4-277A-4C2E-9B25-29382A4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Aya Yamada  |  Physical Address: 6-3-7817 Midori-Minami-michi, Chuo-ku, Chiba 260-0001, Japan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04B614E8-A641-40B8-8561-0E31B07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43BFF233-BDD2-4ACA-BB9D-E4C5FD24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E511DF5A-B177-42BF-BEA3-D7BD2C1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My Number / 個人番号: 2000-0000-0360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E4D0106D-CC45-43E0-8463-0F20F5D6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Mio Suzuki  |  Physical Address: 7-3-7854 Nishi-Minami-michi, Nakagyo-ku, Kyoto 604-8001, Japan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9DA83D51-2BE3-400F-A9FA-A08BCA7F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8FF83C16-171F-46FB-8FEE-0AB3E509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E22EF4E7-E3A2-4A44-B151-28D91862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My Number / 個人番号: 2000-0000-0379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715FD448-C6A4-4C66-8DC4-4148F400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Mei Inoue  |  Physical Address: 8-3-7891 Sakura-Minami-michi, Kita-ku, Osaka 530-0001, Japan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AD7C1EEF-580A-40D9-8A07-FC695D9C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708E2FF4-DC78-4338-BD68-62614F6D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02432AAF-9492-4D88-AAC0-F446684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My Number / 個人番号: 2000-0000-0387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386188E8-5144-43EB-BA5E-F15171B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Aoi Ito  |  Physical Address: 9-3-7928 Shin-Minami-michi, Chuo-ku, Kobe 650-0001, Japan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CFEB7CA7-9F95-4AD4-8F45-B6AE6935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0CCAF035-034F-48CD-8489-A69C20C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B9755814-DAC2-45A9-8659-C3B7660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My Number / 個人番号: 2000-0000-0395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4CDE6D68-79D6-46DE-9B4B-28475C7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Aya Shimizu  |  Physical Address: 1-4-7965 Takara-Minami-michi, Hakata-ku, Fukuoka 812-0011, Japan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1326F68D-013C-42DF-95C6-E9CBB72C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507CB83F-7A50-4751-B26B-5A7F626E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73869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202FD6AA-6894-49ED-81F8-B5692AF8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E0AAE631-92CF-4A4A-B8D9-D895FD9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8BEEB666-68C7-45EB-8142-E125BC6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2D6B87FE-CC9B-4076-8A2B-88C564F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My Number / 個人番号: 2000-0000-0409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02BEFC67-54F2-418F-B49E-06C2B0D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Mio Kobayashi  |  Physical Address: 2-4-8002 Ume-Minami-michi, Aoba-ku, Yokohama 225-0001, Japan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F9D32937-9820-48B3-A349-61B4193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EB01E517-3E8C-4350-943D-53E9C639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2F2E0277-9AD8-4A18-A9B6-73DED637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My Number / 個人番号: 2000-0000-0417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2DFAB545-0676-47B3-9727-721DF9B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Mei Ikeda  |  Physical Address: 3-4-8039 Yamato-Minami-michi, Aoba-ku, Sendai 980-0001, Japan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E2C8A43F-6A32-4967-BB57-1E4C0CE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B98AEA64-70A3-406A-AD4F-125FDF6A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B7E85224-4D9F-4EF3-818A-A2A260CA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My Number / 個人番号: 2000-0000-0425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ACA7A391-7D0B-41A9-999E-FA07414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Aoi Sasaki  |  Physical Address: 4-4-8076 Aoba-Mori-michi, Chiyoda-ku, Tokyo 100-0001, Japan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8BDDEFD3-A485-48B4-9B94-F175AEB7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7844AA83-A505-4EAC-A5B6-2BD3BE5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4A044BDC-84DA-4EBC-9DFE-C9E5A10D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My Number / 個人番号: 2000-0000-0433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8D788406-C49B-482E-8819-65BA896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Aya Suzuki  |  Physical Address: 5-4-8113 Asahi-Mori-michi, Naka-ku, Nagoya 460-0001, Japan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B75FE6AB-76D6-489A-BFAB-008CA99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46408E8E-AC57-4BF3-BE56-2F27F27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DBF0A879-6D0C-4FDF-8033-9C682BA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My Number / 個人番号: 2000-0000-0441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035D0123-57DB-4979-8354-E20C002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Mio Inoue  |  Physical Address: 6-4-8150 Fuji-Mori-michi, Naka-ku, Yokohama 231-0001, Japan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043B2F3F-865F-4A83-BD6F-A0CD6199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AA3489A5-BDD7-4F2A-8622-D81FE802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5726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69504FFC-39CE-4055-8513-8516C0F0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5450CC78-3965-4AFE-B194-9AB49E7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79B3FBB1-B208-4A35-B2A1-49444D99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9E168D63-D33D-482E-AB04-E4A9258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My Number / 個人番号: 2000-0000-0450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994F63D5-A791-4385-B8B7-062D370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Kaito Ito  |  Physical Address: 7-4-8187 Hikari-Mori-michi, Naka-ku, Hiroshima 730-0001, Japan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2CAE1312-A8CE-4D4C-8084-290331F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148D758E-3C71-4EF3-804C-7BA525BF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6A0BF367-896F-414F-B0BC-80E5FE9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My Number / 個人番号: 2000-0000-0468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597E8E76-8952-461A-940C-ACDB907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Ren Yamazaki  |  Physical Address: 8-4-8224 Kaede-Mori-michi, Chuo-ku, Sapporo 060-0001, Japan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2DFB4C3A-D425-41A3-BF31-2B431828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0C2455E5-E81B-4702-B120-2A7A0349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0146BE83-E59C-4A9E-AA1C-A56A4D47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My Number / 個人番号: 2000-0000-0476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DECA6C0B-EAFB-4955-AE31-9604E9B0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Naoki Kobayashi  |  Physical Address: 9-4-8261 Midori-Mori-michi, Chuo-ku, Chiba 260-0001, Japan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25E2FE4F-5AEA-4071-8DB4-79BB544B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86EB8F99-97D6-4D7E-93DE-7DEB025C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DA30B6D8-EFB2-4A1D-BD5A-D30B43E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My Number / 個人番号: 2000-0000-0484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55E47E0D-DEF4-45AA-91CB-64AF631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Takumi Ikeda  |  Physical Address: 1-5-8298 Nishi-Mori-michi, Nakagyo-ku, Kyoto 604-8001, Japan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35E55988-3AF7-4E43-8C89-23A144D2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AA0A24DF-996A-44A6-8749-17AF4033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0CB40B96-26B3-4498-9CC1-4AB58990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My Number / 個人番号: 2000-0000-0492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F499E93E-787D-4A21-850D-68828AB7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Kaito Sasaki  |  Physical Address: 2-5-8335 Sakura-Mori-michi, Kita-ku, Osaka 530-0001, Japan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D7B3DE60-603C-4C34-9F69-7700393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AFFB5F10-4320-4DFB-B34C-3AA22451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23655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9DF7FFEA-2EDE-49B7-B390-5BA0495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EF05653D-F4FC-4EDB-8D40-982A69B6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0D50ACE2-0F1C-46FF-B017-E4BD2F10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753C132C-CF47-4125-A31E-EFBEAAE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My Number / 個人番号: 2000-0000-0506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95E05BC6-D205-4A45-AF75-003C8B91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Ren Takahashi  |  Physical Address: 3-5-8372 Shin-Mori-michi, Chuo-ku, Kobe 650-0001, Japan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CCB88846-9F22-42C9-8540-72577F50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31519752-A444-4D42-A9DF-4D5E73EE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8400650D-AA7C-49D7-917D-564C3B6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My Number / 個人番号: 2000-0000-0514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A55516F5-9546-417E-9341-BCD136E5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Naoki Inoue  |  Physical Address: 4-5-8409 Takara-Mori-michi, Hakata-ku, Fukuoka 812-0011, Japan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0492302B-4FA3-466B-8242-28EA7BE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9A013D79-010C-48B9-AC91-11B75F2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A46BB146-871A-4D45-A7E3-8F434E1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My Number / 個人番号: 2000-0000-0522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1B619ABD-E887-4461-A6DA-A95EAECE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Takumi Ito  |  Physical Address: 5-5-8446 Ume-Mori-michi, Aoba-ku, Yokohama 225-0001, Japan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F0A66EEF-7BD3-4E71-B1AD-62CBD047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84F7A072-11EC-48FE-B0E8-A7966260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43DBFD85-24A8-48A0-9659-561FAC0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My Number / 個人番号: 2000-0000-0530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AE9BE437-39E7-4BEA-800B-425B67C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Kaito Yamazaki  |  Physical Address: 6-5-8483 Yamato-Mori-michi, Aoba-ku, Sendai 980-0001, Japan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3094557F-B33E-4DB1-9D1B-5C286F32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4AC399AC-E832-4488-B9EA-A4CCABEB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CCDEBF6F-0D06-466A-B80D-AD6A6371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My Number / 個人番号: 2000-0000-0549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10BCB525-561E-4F3E-A7B1-F8798B64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Ren Kato  |  Physical Address: 7-5-8520 Aoba-Sakae-michi, Chiyoda-ku, Tokyo 100-0001, Japan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F97F4E2C-B395-44D7-9355-5C6C48D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559838D0-6A59-416B-8E19-5F90DE8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40141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C12B9EBF-25D9-4370-8860-CE55378A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597E548C-CE38-4DBD-9D95-E989D25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86977CDE-F80E-4D59-8A1D-7C9B2DE2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64642752-605B-48F2-8283-FE9F6152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My Number / 個人番号: 2000-0000-0557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29420B86-390C-48E7-8CCA-CE11964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Naoki Ikeda  |  Physical Address: 8-5-8557 Asahi-Sakae-michi, Naka-ku, Nagoya 460-0001, Japan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A6684C84-2043-4F1A-87AA-1099866F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83069BB9-1581-40A4-BE95-AF114D6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E05C7342-A828-490D-B8EB-10C1EAB7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My Number / 個人番号: 2000-0000-0565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B55CDAFE-EDD1-4FFD-8120-00DE22F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Takumi Sasaki  |  Physical Address: 9-5-8594 Fuji-Sakae-michi, Naka-ku, Yokohama 231-0001, Japan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16472579-DB65-4822-870F-0AA457B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4427211C-41F9-4B9C-BC72-148B5DFC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9B230529-A496-4DC9-9B46-B2268A5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My Number / 個人番号: 2000-0000-0573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61F8F20D-47FF-48A8-92B2-17DB291B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Kaito Takahashi  |  Physical Address: 1-6-8631 Hikari-Sakae-michi, Naka-ku, Hiroshima 730-0001, Japan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EFA06E55-71F8-46EB-A295-96B23DCA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4E8FA250-B58D-4734-9AAD-0004B57E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1FA47F34-D572-4936-BBFA-DA0B17BD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My Number / 個人番号: 2000-0000-0581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B9549327-1496-4894-ACFC-6DC20FB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Ren Kimura  |  Physical Address: 2-6-8668 Kaede-Sakae-michi, Chuo-ku, Sapporo 060-0001, Japan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A4DB8D65-5B8D-48F3-B625-C5EC19BC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E363983F-E3B7-45D2-A941-58C26EE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5E224350-7447-46BD-ABE3-51D71EC3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My Number / 個人番号: 2000-0000-0590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450C7188-C30B-4120-89AF-91D89AFA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Naoki Ito  |  Physical Address: 3-6-8705 Midori-Sakae-michi, Chuo-ku, Chiba 260-0001, Japan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A8485868-1421-4855-A00A-C421D1B9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6574CDF1-B7F1-4AE2-85F4-48D16571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35593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EDAC65A3-BB5F-4199-AB27-F2497F8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ACD631C0-D4DC-465E-803F-829066E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95C1954C-0075-4406-A726-2A70A5E0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3AA07707-B9E2-4017-8B2C-79242AC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My Number / 個人番号: 2000-0000-0603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681E2E96-8766-4E8A-A5BB-F95BBA67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Takumi Yamazaki  |  Physical Address: 4-6-8742 Nishi-Sakae-michi, Nakagyo-ku, Kyoto 604-8001, Japan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6E2AB3D2-9470-4184-A8A1-A7B6D6B3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A702D37C-C40D-407B-AFFE-EE8E9CB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A6E3C88A-146A-4133-8152-6A7EC960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My Number / 個人番号: 2000-0000-0611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35DAAA63-E848-4DE1-943C-D10B642C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Kaito Kato  |  Physical Address: 5-6-8779 Sakura-Sakae-michi, Kita-ku, Osaka 530-0001, Japan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550CF627-B431-4902-BF5C-781A435E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E2415CC2-C14D-4C66-9BE0-15F5B9CD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89880908-DAD2-43E0-B167-7F77BBA8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My Number / 個人番号: 2000-0000-0620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19B43323-0371-454F-868E-064AC07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Ren Hashimoto  |  Physical Address: 6-6-8816 Shin-Sakae-michi, Chuo-ku, Kobe 650-0001, Japan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8CA98D9F-6BDF-41C2-8CC4-242C323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57418D5A-BD54-49C1-8722-1DF13E8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1E9EF1A7-4821-48BE-9B18-8E7E25C2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My Number / 個人番号: 2000-0000-0638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5EF1EE07-0BA7-4C03-8F04-30CFBA63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Naoki Sasaki  |  Physical Address: 7-6-8853 Takara-Sakae-michi, Hakata-ku, Fukuoka 812-0011, Japan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0CA11615-F8FE-490D-9481-DE0EDB86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F3A9601E-35A7-45A9-B266-0D1667DD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4D05402A-1FD3-4590-877D-C95F4B5E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My Number / 個人番号: 2000-0000-0646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C728CDB9-AB6F-4A56-BF82-4474C10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Takumi Takahashi  |  Physical Address: 8-6-8890 Ume-Sakae-michi, Aoba-ku, Yokohama 225-0001, Japan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E1F3EC3F-DA45-4A31-B988-7AF79EFF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4BBA5AE5-9DFB-4B80-B1B0-57BDC1E6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61651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4A9411F3-4B80-435F-846E-D3B2495E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803CA16B-9B84-4F2E-A22E-EDBCC29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48C89CAC-C048-4FF2-A5DB-2D8AEAD1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C4DC9523-5258-4D13-8E36-6AFB6DC3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My Number / 個人番号: 2000-0000-0654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B835B991-21DC-4E06-ACA6-3279C9B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Kaito Kimura  |  Physical Address: 9-6-8927 Yamato-Sakae-michi, Aoba-ku, Sendai 980-0001, Japan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1EABFFD4-4819-4CF9-88E9-C5F9DFDE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23D935AF-33E8-4304-B904-E1D82EF3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C2745E01-723F-4225-80E0-CC73931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My Number / 個人番号: 2000-0000-0662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4642FF70-280E-488D-9A26-511ACE6C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Mei Yamamoto  |  Physical Address: 1-7-8964 Aoba-Shiro-michi, Chiyoda-ku, Tokyo 100-0001, Japan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3FD06CB1-10D7-4E97-9A7C-DDA7E836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EB2E9A74-D975-4B2D-BED7-01A5037A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6F7F1BD6-D695-4085-B0F6-1FDE7C10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My Number / 個人番号: 2000-0000-0670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28465EE1-98A6-48B3-941C-9027694F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Naoki Yamazaki  |  Physical Address: 2-7-9001 Asahi-Shiro-michi, Naka-ku, Nagoya 460-0001, Japan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30DC9810-54D1-4F8C-BBA2-44A1596E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C79E19A4-B048-429D-81A8-1213068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082CA73A-8B76-4B6C-8ED2-2B91998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My Number / 個人番号: 2000-0000-0689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12BE679A-91F7-48B8-B4D3-3CBD3A8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Takumi Kato  |  Physical Address: 3-7-9038 Fuji-Shiro-michi, Naka-ku, Yokohama 231-0001, Japan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E54B58CA-482A-4C5E-A5D4-474BB74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4FF5250F-4D34-4A8B-A69B-3F58FFC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BD979326-DC35-459B-96A6-7E0C45DF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My Number / 個人番号: 2000-0000-0697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43DEE553-3D3E-4EE7-AD3D-BFC1110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Hina Hashimoto  |  Physical Address: 4-7-9075 Hikari-Shiro-michi, Naka-ku, Hiroshima 730-0001, Japan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1541746B-D0BF-443C-8E0B-110C04BF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25A4A261-92E1-4ED2-85F9-5620AEFE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949174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66411A92-5847-470F-8B10-3A8FF34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3EB05736-DE6A-40BC-9382-36BBCCC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4B35D286-EA7B-4466-BCC0-B6508BA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4D2164E7-B2D2-4511-92FF-E4AC066E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My Number / 個人番号: 2000-0000-0700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F910C530-BB89-494B-A604-2777CA1E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Yui Yamaguchi  |  Physical Address: 5-7-9112 Kaede-Shiro-michi, Chuo-ku, Sapporo 060-0001, Japan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EE7830CC-3E34-43F1-AAD0-80574FE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58EAA6FA-DFEC-4E61-9454-FF29BBFE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16ECBE08-9633-4316-BDAD-52C5101C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My Number / 個人番号: 2000-0000-0719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CC5F842F-0A8F-473C-840B-FCBDEF19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Emi Takahashi  |  Physical Address: 6-7-9149 Midori-Shiro-michi, Chuo-ku, Chiba 260-0001, Japan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47295065-8818-4CAC-B462-980E34F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8D500ABE-1A9D-4783-BB62-C19732DC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6EE0B44C-4AF4-4EE1-AC5F-7017899B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My Number / 個人番号: 2000-0000-0727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2F6F02B9-06CE-4B37-8C02-83035AC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Rin Kimura  |  Physical Address: 7-7-9186 Nishi-Shiro-michi, Nakagyo-ku, Kyoto 604-8001, Japan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0A45091A-0C21-499A-A9B3-E6ABCAF8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A25D1849-8499-4A27-9B34-5B965AD8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85EB4AAA-C9D6-4457-A1A4-A4B5B986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My Number / 個人番号: 2000-0000-0735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24C85319-D314-46B2-A999-22E35A7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Hina Yamamoto  |  Physical Address: 8-7-9223 Sakura-Shiro-michi, Kita-ku, Osaka 530-0001, Japan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E222FEF5-6552-47D8-8907-B195FBA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1884B7BB-191E-4D96-BA3A-7B44240D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BFD25D98-BD1E-4740-ADC9-F8297099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My Number / 個人番号: 2000-0000-0743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5F57D7C3-644A-4E03-AEA1-CD1B9E1F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Yui Mori  |  Physical Address: 9-7-9260 Shin-Shiro-michi, Chuo-ku, Kobe 650-0001, Japan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765927D5-3AED-4754-9B3A-E3B1466B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18DEFC91-6624-4B80-AB6A-389F5810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367446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E9F65D8D-3828-449A-BA08-AB6B729C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71E5D330-B30E-4413-B73C-2937A75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03908071-BE88-4C7C-A38B-F3C9C8B1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8CC3C3FB-B4F4-4CD6-AD4A-97C2EF24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My Number / 個人番号: 2000-0000-0751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8CD0EF80-3DBF-4BAB-AFCF-CF572EC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Emi Kato  |  Physical Address: 1-8-9297 Takara-Shiro-michi, Hakata-ku, Fukuoka 812-0011, Japan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307A8C7F-E405-4055-BA58-A5E98CD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B09A48D1-84D6-446E-A406-E32EBC7B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06B3AF9E-8112-4C69-A123-4A82ED13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My Number / 個人番号: 2000-0000-0760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1EA44005-2CE7-4172-8C24-D3E3DB4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Rin Hashimoto  |  Physical Address: 2-8-9334 Ume-Shiro-michi, Aoba-ku, Yokohama 225-0001, Japan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97B7488F-ED14-4606-B761-E00BFB5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A88D135E-FDFA-4485-A802-7EA0CE1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F634ED40-CAF4-48CB-BB45-3738FDB3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My Number / 個人番号: 2000-0000-0778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1FEE702D-7ADC-4640-A476-45AC7886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Hina Yamaguchi  |  Physical Address: 3-8-9371 Yamato-Shiro-michi, Aoba-ku, Sendai 980-0001, Japan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9CC04D66-7E95-4A6D-A6BD-5710B5CD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13D783D1-4F75-418B-AFBE-1428E5C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5E017A36-6C7A-4F4B-97FB-15A59BC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My Number / 個人番号: 2000-0000-0786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843EE793-3853-4E83-9AC1-407E305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Yui Tanaka  |  Physical Address: 4-8-9408 Aoba-Tani-michi, Chiyoda-ku, Tokyo 100-0001, Japan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2831C457-85DB-4DC1-8707-1E5BA6DE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0154A94D-3380-4825-945A-BFEE8826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C1F94D24-0BDE-4602-9B10-794855A8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My Number / 個人番号: 2000-0000-0794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A8089F59-CA9B-4386-A53A-2A27ADE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Emi Kimura  |  Physical Address: 5-8-9445 Asahi-Tani-michi, Naka-ku, Nagoya 460-0001, Japan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90BE788A-5720-4094-BE08-0EA35556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18538304-30A2-40B5-8E3D-E31045B0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3910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2F2E9DF3-EE23-429B-92E2-9A41B29F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459A962C-32D2-495A-BF16-214F054D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1BB75F8B-8547-4C67-B8EC-C8DF3CA0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C9E3E509-EFCA-4712-B3FA-1FC997D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My Number / 個人番号: 2000-0000-0808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B4735A34-3D64-4F17-8D7E-D8D9356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Rin Yamamoto  |  Physical Address: 6-8-9482 Fuji-Tani-michi, Naka-ku, Yokohama 231-0001, Japan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3CFDEA65-01DD-491D-A45B-8C17C5FA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7BB438BE-FFA9-4F42-8E9B-251BCEA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B36A8AC4-446E-4AFC-BA56-A8A03881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My Number / 個人番号: 2000-0000-0816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0069C10C-99AE-4D6C-8208-7532080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Hina Mori  |  Physical Address: 7-8-9519 Hikari-Tani-michi, Naka-ku, Hiroshima 730-0001, Japan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8066BE4B-B193-4BBB-A580-01EB784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CECAB52C-7F55-4155-BCB7-D79B880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B6A3199E-B8E9-4D0B-B4C1-8A64BC83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My Number / 個人番号: 2000-0000-0824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BF44F955-251C-4E2D-8207-B99D97A3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Yui Yoshida  |  Physical Address: 8-8-9556 Kaede-Tani-michi, Chuo-ku, Sapporo 060-0001, Japan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B39E9A3A-C987-4C97-8A7F-AECBCDF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5D147A77-5F5A-4A57-B5D4-DE231B20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BD39B039-9DF2-4F77-B174-5CED8722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My Number / 個人番号: 2000-0000-0832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252494C0-7E60-45D6-B80A-6BE13CC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Emi Hashimoto  |  Physical Address: 9-8-9593 Midori-Tani-michi, Chuo-ku, Chiba 260-0001, Japan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77C92E14-6AEC-4C31-8EDB-A1B3C101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142E086F-9685-4E94-9B63-7238DCF1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2987E926-4992-4979-9FBC-2AA3DDE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My Number / 個人番号: 2000-0000-0840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5C227684-644B-4B61-AB9B-F4B3F80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Rin Yamaguchi  |  Physical Address: 1-9-9630 Nishi-Tani-michi, Nakagyo-ku, Kyoto 604-8001, Japan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72C005C5-EB00-4BEA-8366-DD32736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D0F4BFA5-0305-4943-B0BD-C81C409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604716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0460659E-30F7-4783-82A6-0F4CC63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6FC93776-FBD0-417C-87C8-A6A498B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BDF16D42-60C7-4025-A168-C12783BD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5A4D2E09-49BC-460C-8AFE-DAB83420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My Number / 個人番号: 2000-0000-0859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37F2A42F-55A6-4E48-AC6A-4C5FBAD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Takumi Tanaka  |  Physical Address: 2-9-9667 Sakura-Tani-michi, Kita-ku, Osaka 530-0001, Japan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676ACE12-16C3-42CE-9F6E-F12E8DD4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7F146AF0-25A8-40F2-9220-14F3CAED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4673622A-DC7E-4704-BBDF-30736F8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My Number / 個人番号: 2000-0000-0867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58E7D135-CB89-440D-B545-37AF945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Yui Hayashi  |  Physical Address: 3-9-9704 Shin-Tani-michi, Chuo-ku, Kobe 650-0001, Japan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04BF1473-9844-4E44-A9F1-43157B31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E71B71EA-220D-407C-870C-250DABF3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24B73083-9D8F-4E8F-BFA4-816AADDD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My Number / 個人番号: 2000-0000-0875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561B71B8-1C6E-489D-A91E-2B3CF008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Emi Yamamoto  |  Physical Address: 4-9-9741 Takara-Tani-michi, Hakata-ku, Fukuoka 812-0011, Japan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11E0B215-93A4-4AC2-9EA7-AB18994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5EC50455-F638-40C0-85DC-C8F53DF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F06BD1C1-FCD4-4695-8230-E5C92DC0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My Number / 個人番号: 2000-0000-0883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8A5DF753-1352-4402-8DAC-5A742DE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Rin Mori  |  Physical Address: 5-9-9778 Ume-Tani-michi, Aoba-ku, Yokohama 225-0001, Japan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7B0521F6-5151-475A-8A0E-C1849514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F87B860F-1583-4EA9-A032-976A03D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47A82887-14A6-44EF-A169-03B80422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My Number / 個人番号: 2000-0000-0891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3FB5CED5-C902-47CA-A7B1-5D710C4B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Hina Yoshida  |  Physical Address: 6-9-9815 Yamato-Tani-michi, Aoba-ku, Sendai 980-0001, Japan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AB5A14F3-9DAA-43F6-8F0A-F651388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64E92708-6B2F-4173-8740-E0B5296B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495770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707FDAF5-C217-465D-A239-8BE1C14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476953B1-DCE6-4C11-8812-B96A0717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8BE55B48-AF3D-42C9-A777-7E53C9D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A9B91757-2B30-40F7-A2F9-FB522DEE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My Number / 個人番号: 2000-0000-0905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AE6D37D3-D588-40B2-BED0-0628A967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Yui Sato  |  Physical Address: 7-9-9852 Aoba-Yama-michi, Chiyoda-ku, Tokyo 100-0001, Japan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8C4BA129-24DB-42E8-8A87-CFD4F93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8DDD898F-88CE-4B91-8B52-254D7C63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CFA584E6-D282-4724-9767-BB38075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My Number / 個人番号: 2000-0000-0913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ABB1197C-85FD-4C9F-9C01-D245018F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Emi Yamaguchi  |  Physical Address: 8-9-9889 Asahi-Yama-michi, Naka-ku, Nagoya 460-0001, Japan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B593D377-EEAC-43F7-B617-454C45D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71CA495B-1B1F-4AB9-B181-7D71C2D7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D569DBF4-7AD1-4323-90ED-13C2B46F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My Number / 個人番号: 2000-0000-0921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6B0B062D-3756-4EB5-8712-9422CC99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Rin Tanaka  |  Physical Address: 9-9-46 Fuji-Yama-michi, Naka-ku, Yokohama 231-0001, Japan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064F73D6-8327-44B7-80BC-77453FF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17F0A42B-DB66-4AAD-BA84-60617CB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4B57BCB7-6420-4404-BAAC-A9ED84EA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My Number / 個人番号: 2000-0000-0930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1862BD9D-1D58-4035-BB7C-D2799CCA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Sota Hayashi  |  Physical Address: 1-1-83 Hikari-Yama-michi, Naka-ku, Hiroshima 730-0001, Japan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9D80A252-9283-459B-BA97-FAB5507A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951DAC30-8A11-4662-AB42-042C0CD2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278E52E6-251C-4B86-9F1A-FC3F71A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My Number / 個人番号: 2000-0000-0948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807B9285-0079-472C-8FE4-DFC2780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Haruto Nakamura  |  Physical Address: 2-1-120 Kaede-Yama-michi, Chuo-ku, Sapporo 060-0001, Japan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3A6F94F4-2957-4C42-B1C3-A7A389D3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4225FE5-0B76-49B7-88B9-6F5215E2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79387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1D42761C-05EB-4866-BDBC-7AC5F0D1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02FD614B-A48D-4268-A299-B70AD040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397BE89C-68FC-4FBB-848A-8C64ACE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DF5EC9FB-5C15-4C31-A9E5-C41A12B5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My Number / 個人番号: 2000-0000-0956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C2E51DA9-A4BF-4792-B6C9-6AA907A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Kenji Mori  |  Physical Address: 3-1-157 Midori-Yama-michi, Chuo-ku, Chiba 260-0001, Japan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CECD6472-58F6-45FA-AF88-7AA04418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F0E42436-B0B0-4E8C-A864-3AE7913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770E0A1A-D016-4E13-83F3-8938B31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My Number / 個人番号: 2000-0000-0964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E33A2978-E479-4CF0-B3D7-62660FE7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Daiki Yoshida  |  Physical Address: 4-1-194 Nishi-Yama-michi, Nakagyo-ku, Kyoto 604-8001, Japan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52EC5E92-F018-433B-A70F-A895E60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174B133A-7162-4B0E-97F6-C7204E0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74EDB117-7220-47CE-BA4A-2C1C4DA4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My Number / 個人番号: 2000-0000-0972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7BCA92F9-02DB-4B3F-A6FF-A231A2FA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Sota Sato  |  Physical Address: 5-1-231 Sakura-Yama-michi, Kita-ku, Osaka 530-0001, Japan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394566A2-764F-43E6-8C93-BEDCFC6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C1DA4468-AD9F-4C54-B285-F502E975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B69F81F9-7E02-4227-BC08-0876B3D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My Number / 個人番号: 2000-0000-0980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32461F7D-13A3-489D-BEF2-DA4EA54D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Haruto Matsumoto  |  Physical Address: 6-1-268 Shin-Yama-michi, Chuo-ku, Kobe 650-0001, Japan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36B3F63B-CF7E-4C5A-A2AC-ABDEAFD3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86214967-AE36-4097-8C21-56CB426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79847F55-F557-4127-BA40-645E39ED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My Number / 個人番号: 2000-0000-0999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E37FD28A-946F-40F1-9C2A-48D267DD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Kenji Tanaka  |  Physical Address: 7-1-305 Takara-Yama-michi, Hakata-ku, Fukuoka 812-0011, Japan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90437192-C7BB-44FF-8D3F-42214F6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377F175F-239E-4D47-AA4B-601B3544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264907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D8A41F97-D853-45A5-B36B-56761437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DE6D6908-D67D-4B5D-A2CE-106F114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60F17035-0653-45F9-BB81-37FDEC6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16077DBE-66D7-4EC7-8878-5CA8307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My Number / 個人番号: 2000-0000-1006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7E4D2720-05AE-45CB-B754-11835F2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Daiki Hayashi  |  Physical Address: 8-1-342 Ume-Yama-michi, Aoba-ku, Yokohama 225-0001, Japan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9B696999-F088-4073-B1BD-FE4DB29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831CEB10-C775-4F99-9393-DF720A73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F5D3DD81-2DB1-4330-AA38-55293E1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My Number / 個人番号: 2000-0000-1014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6465FD22-34A0-49D8-87D8-935EDB1F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Sota Nakamura  |  Physical Address: 9-1-379 Yamato-Yama-michi, Aoba-ku, Sendai 980-0001, Japan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51F273ED-4ED1-443A-B2A5-1A3E8F47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724BB0F0-A54F-44B4-8CC9-8C9AE9D8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E653D890-E761-4933-AAA4-6CB6AB66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My Number / 個人番号: 2000-0000-1022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3FD781D4-7A42-417D-B685-058F6264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Haruto Abe  |  Physical Address: 1-2-416 Aoba-Hana-michi, Chiyoda-ku, Tokyo 100-0001, Japan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D9AAF315-AA1C-4007-9EC3-AF6909B9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26AEDA0F-5DA5-48FA-831E-199921ED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8FEE07B7-0D31-4147-B616-B7B1BA18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My Number / 個人番号: 2000-0000-1030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54E2C7B4-3D63-44D5-A5A9-32ECA39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Kenji Yoshida  |  Physical Address: 2-2-453 Asahi-Hana-michi, Naka-ku, Nagoya 460-0001, Japan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1BCA941C-4AB8-47AD-B592-9C879C5E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E658EB1C-C0AB-4DB7-9CBE-F3B347C4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21CB3AC0-6D1E-47FA-AE16-7169D7BF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My Number / 個人番号: 2000-0000-1049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8EC37132-6613-471D-9113-70CA230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Emi Sato  |  Physical Address: 3-2-490 Fuji-Hana-michi, Naka-ku, Yokohama 231-0001, Japan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A2821B66-23DF-43CF-91FC-61E6E5F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2963828B-DB05-4F13-A8F4-84DEA89F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280626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0FF520F3-03E5-4012-B400-998532B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3AFEEDEC-3205-4449-8DB1-3D02EFA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815F34ED-B9DE-4D9A-88AC-2004BD63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9CBDF0F8-335F-4413-9033-35D7542A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My Number / 個人番号: 2000-0000-1057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CC92A25A-8D51-4B4B-8C6E-E8C95B2C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Sota Matsumoto  |  Physical Address: 4-2-527 Hikari-Hana-michi, Naka-ku, Hiroshima 730-0001, Japan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FA9A0202-C72D-457D-A330-CDAC711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2FD6C0BE-022C-4E29-9863-9D3568A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7F791CC1-B91D-4931-AA11-79BF4D3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My Number / 個人番号: 2000-0000-1065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49528F64-1E68-4C8B-9F60-EB2A776B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Haruto Watanabe  |  Physical Address: 5-2-564 Kaede-Hana-michi, Chuo-ku, Sapporo 060-0001, Japan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0D57E8A6-F439-4046-A191-1069513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9B3C4CEA-4439-4AC4-9459-26005220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5B91635B-4314-4783-AD99-08A665D4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My Number / 個人番号: 2000-0000-1073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A5199FA2-23E4-4AA1-8475-AD7E6682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Kenji Hayashi  |  Physical Address: 6-2-601 Midori-Hana-michi, Chuo-ku, Chiba 260-0001, Japan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0634F4B6-E319-4326-8C96-0BD1DEE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1BB44E90-2842-4E89-81BC-D2E04678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2E7A2083-094F-4A1B-9DFA-74034F91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My Number / 個人番号: 2000-0000-1081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D1795898-FD26-4DA5-9D5D-B2A9381D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Daiki Nakamura  |  Physical Address: 7-2-638 Nishi-Hana-michi, Nakagyo-ku, Kyoto 604-8001, Japan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B93AFE25-3DE0-47DF-9CA0-02C64EE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AAEFA9E8-DF9B-4722-B7F9-3AD531F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74E155FC-9B53-484F-B82C-8E9533F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My Number / 個人番号: 2000-0000-1090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0106B837-90BB-4C73-9F6A-B00AD96B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Sota Abe  |  Physical Address: 8-2-675 Sakura-Hana-michi, Kita-ku, Osaka 530-0001, Japan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2BBB4C7B-CDB6-44A3-975A-BC6D9706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EC2B109B-F26D-4BEE-BF06-37D4BD7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740166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426600E2-9919-4E79-B070-6269A305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D6248C81-255E-4C99-9F6F-F2E68A5E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2EC542D0-EC60-4AFB-A11C-50817799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A32E52C9-1BF8-43EA-88ED-3EA83EFB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My Number / 個人番号: 2000-0000-1103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E07AF237-6E75-4187-AE7E-7F889FA2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Haruto Yamada  |  Physical Address: 9-2-712 Shin-Hana-michi, Chuo-ku, Kobe 650-0001, Japan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E2AAB200-CDE4-4DAA-9CA5-C2754A1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90231991-CF4F-4C44-83F7-571E503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72E1D4BC-8B5F-422C-9613-0DF7A917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My Number / 個人番号: 2000-0000-1111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63391258-2C08-4907-9477-F314F000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Kenji Sato  |  Physical Address: 1-3-749 Takara-Hana-michi, Hakata-ku, Fukuoka 812-0011, Japan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633F10C5-28C2-448E-8894-F7B1BF1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4687BBAB-9393-4D76-A0E0-2A25287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1F1DB6C1-242E-4E70-8EBB-D78D787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My Number / 個人番号: 2000-0000-1120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675825F9-5ABC-4304-81FC-1ED404E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Daiki Matsumoto  |  Physical Address: 2-3-786 Ume-Hana-michi, Aoba-ku, Yokohama 225-0001, Japan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69598989-8139-4257-BAE8-18DD60E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3DD34075-7939-4F9A-BB09-0666E1EF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D256686E-F39B-48D8-BEFC-0D9BFF9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My Number / 個人番号: 2000-0000-1138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DA5CB8AB-AB86-4E51-A2A9-513C4886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Sota Watanabe  |  Physical Address: 3-3-823 Yamato-Hana-michi, Aoba-ku, Sendai 980-0001, Japan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84534944-C854-4080-AEBE-7F299114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E1C62906-B8D6-47FD-95BE-63119F6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1D5EBAA9-6752-4BBF-8707-5456137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My Number / 個人番号: 2000-0000-1146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A373907C-742C-40EE-81CE-47A35308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Haruto Shimizu  |  Physical Address: 4-3-860 Aoba-Kawa-michi, Chiyoda-ku, Tokyo 100-0001, Japan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DFE60E78-86E7-4652-B7AA-839465D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2151AE75-6DC4-4EC9-9DD4-46A78C7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12458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10E84DD5-4501-4E72-82A0-EBDFCB12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1FF5034A-E3C7-4BC6-B46B-D390E15B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51E996D6-64DE-4774-92C2-509AE97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0A5B2D56-422D-4B82-9FAB-2B65D4A0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My Number / 個人番号: 2000-0000-1154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82B99E29-6BD5-4C03-B958-2635759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Kenji Nakamura  |  Physical Address: 5-3-897 Asahi-Kawa-michi, Naka-ku, Nagoya 460-0001, Japan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A136CDB1-D07E-47E3-B469-586FCD11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5BD3779F-7C1E-409D-8710-B6CC1D4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B7B18562-87D4-4CD8-8208-EDF7BAD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My Number / 個人番号: 2000-0000-1162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FFF1089A-B896-4657-836E-18C2568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Daiki Abe  |  Physical Address: 6-3-934 Fuji-Kawa-michi, Naka-ku, Yokohama 231-0001, Japan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63C88D3E-F696-4FD7-9A6B-26EEB3BA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ABCA3100-A8BF-46A1-8A04-E218DFC7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1E44DCF5-7670-4203-AD01-A80A9FAA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My Number / 個人番号: 2000-0000-1170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742ABD07-C17E-4801-B3EE-B893667C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Sakura Yamada  |  Physical Address: 7-3-971 Hikari-Kawa-michi, Naka-ku, Hiroshima 730-0001, Japan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6997D7CC-9B80-4B18-9BBA-A8083F5B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C1040C4C-F265-4E34-A1C2-118CDC9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80773561-0BAA-404A-8335-747DB929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My Number / 個人番号: 2000-0000-1189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7E0714EA-F335-42C9-AE87-1DCE73A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Kaori Sato  |  Physical Address: 8-3-1008 Kaede-Kawa-michi, Chuo-ku, Sapporo 060-0001, Japan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B8C73D4C-B092-49B8-A3DE-47744E82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539F9CBB-0F89-41D2-9D8C-8C241AD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06908AD3-FE36-4670-A64B-3065BD40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My Number / 個人番号: 2000-0000-1197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D6ABEFDB-3628-4E1D-A803-A5AFE362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Yuna Matsumoto  |  Physical Address: 9-3-1045 Midori-Kawa-michi, Chuo-ku, Chiba 260-0001, Japan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2A04CE88-A53F-4843-946E-6795BD31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D7B72B8C-5F85-40F3-B431-81C7790C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36095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8838BDEE-8E3E-4795-83BA-BF8B2A1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8A59FCB0-33BF-4D99-A8CD-2B618C82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483151D8-4CDD-4A69-91AD-DEE9A40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074F6DD7-115F-449C-B08F-DC520A5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My Number / 個人番号: 2000-0000-1200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CADB5C89-FEFB-43F6-9188-C9721477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Akari Watanabe  |  Physical Address: 1-4-1082 Nishi-Kawa-michi, Nakagyo-ku, Kyoto 604-8001, Japan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278ACEDA-A5A0-494C-B49D-56D8644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7F2AF911-3246-47D5-AC9D-FF334D5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510EE236-B057-4207-A400-BA5F7C58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My Number / 個人番号: 2000-0000-1219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3C596BA6-F56B-418F-8377-81169A3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Sakura Shimizu  |  Physical Address: 2-4-1119 Sakura-Kawa-michi, Kita-ku, Osaka 530-0001, Japan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DD509B2F-39D4-4CDB-B4CE-8001CA06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7CC47EA6-4C27-4995-93D9-3E86D840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18E1769B-8829-4A60-9740-23E5A71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My Number / 個人番号: 2000-0000-1227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4701C098-900E-46E1-BF1F-650A0DD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Kaori Nakamura  |  Physical Address: 3-4-1156 Shin-Kawa-michi, Chuo-ku, Kobe 650-0001, Japan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6B651A48-DAD2-46B0-8260-5C68486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604D4C09-3E9D-48F0-85F5-35F1F13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89E9DA2C-7874-4EC3-A46E-4372CD3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My Number / 個人番号: 2000-0000-1235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24CCAB5B-547F-4331-A784-806BEC2C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Haruto Abe  |  Physical Address: 4-4-1193 Takara-Kawa-michi, Hakata-ku, Fukuoka 812-0011, Japan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00FF3556-3382-477C-AE14-01B0A18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0E3D64D6-796C-487D-BFAA-9380AF1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9EEC9DE2-9E63-4A4F-9F0F-E0E0967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My Number / 個人番号: 2000-0000-1243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1621CEE0-B420-4737-AD8D-6C213A10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Akari Yamada  |  Physical Address: 5-4-1230 Ume-Kawa-michi, Aoba-ku, Yokohama 225-0001, Japan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8D836004-7FAA-44D9-825F-3C03E42F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95FD7CD0-1D4F-436C-B0C2-B4DFD1C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125915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F4483646-96DF-49ED-9FA1-2C2547D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8C312B43-8CA0-4A1F-9E30-F5446A12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DB394387-3844-48AF-8B30-AE703856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2E28FDBE-CBCD-4FC3-8AC9-D9A59A1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My Number / 個人番号: 2000-0000-1251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24CD869E-57A2-4DD7-A659-5633A6F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Sakura Suzuki  |  Physical Address: 6-4-1267 Yamato-Kawa-michi, Aoba-ku, Sendai 980-0001, Japan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FD878E77-1300-4E70-A8AD-79F1581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E5D5DB96-16A6-4906-9A7A-6E6AC2EE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8126F967-9732-42D1-8A4E-164EA14D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My Number / 個人番号: 2000-0000-1260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F3658649-E48F-4168-B295-9BDA7037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Kaori Matsumoto  |  Physical Address: 7-4-1304 Aoba-Machi-michi, Chiyoda-ku, Tokyo 100-0001, Japan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412B9292-751C-48F2-8EA8-907AF4D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C1E094C1-2E2A-41E9-B127-360A7737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15420565-8C20-4ADC-97C4-144CBF84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My Number / 個人番号: 2000-0000-1278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26D1738A-7B01-4BA4-96CE-C6AC3D57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Yuna Watanabe  |  Physical Address: 8-4-1341 Asahi-Machi-michi, Naka-ku, Nagoya 460-0001, Japan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315F3B04-4E4B-4B0D-A22C-9D4E7F8E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1C9BB38A-B63C-44E4-AAA4-5E28D2E9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8DA01209-BCCF-4D0A-82E9-EDD5C5ED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My Number / 個人番号: 2000-0000-1286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63AAAAF6-95CC-4F2E-9BA3-807CDE50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Akari Shimizu  |  Physical Address: 9-4-1378 Fuji-Machi-michi, Naka-ku, Yokohama 231-0001, Japan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A5213A52-36BE-4818-A339-6A62C3C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B853B7F2-5A50-4E67-9295-D44F3098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61A0561-C41B-4B8D-80E0-2958BB2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My Number / 個人番号: 2000-0000-1294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C0F20F4A-2EEF-40D4-8BA9-95F124D5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Sakura Kobayashi  |  Physical Address: 1-5-1415 Hikari-Machi-michi, Naka-ku, Hiroshima 730-0001, Japan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0CFA4254-97AE-4B5A-985F-C7E0EB83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D69A05CE-6B89-4BAC-AA7F-FD22FB62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499246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F02E9BF1-8AA5-488E-A01F-96967777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C88ADFE8-E83A-4F1C-A4EC-83CEB67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D9C514AE-9C0B-40B6-AC80-63A8DDB0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B5A50503-B097-4D91-BA6E-A62F9A3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My Number / 個人番号: 2000-0000-1308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49D527A5-8044-4FAC-B10C-F55334C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Kaori Abe  |  Physical Address: 2-5-1452 Kaede-Machi-michi, Chuo-ku, Sapporo 060-0001, Japan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8CBE2CA9-C2C8-46AF-AAFA-90E6C384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3747A1B6-1835-460E-8380-1A96531E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17F93E4B-4E91-4026-B562-73B2F04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My Number / 個人番号: 2000-0000-1316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09B72C81-C106-4754-A822-F981D15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Yuna Yamada  |  Physical Address: 3-5-1489 Midori-Machi-michi, Chuo-ku, Chiba 260-0001, Japan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7A399FA4-C9FA-42AC-9678-3EDBAABD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CE298E94-B52F-4CE0-8FE8-881994E1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BEBAF823-9D6D-4DC6-AB58-6E6EFBD5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My Number / 個人番号: 2000-0000-1324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85BC2E64-B5F9-46EF-9056-4E855B6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Akari Suzuki  |  Physical Address: 4-5-1526 Nishi-Machi-michi, Nakagyo-ku, Kyoto 604-8001, Japan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3CD6B187-7C53-491A-98A9-9363BBC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AC2321CE-7C92-4A39-9C49-1764DE1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B49FB49A-B477-45B1-A49C-FEB202FE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My Number / 個人番号: 2000-0000-1332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B0BD246B-5782-4A1E-B50A-635389C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Sakura Inoue  |  Physical Address: 5-5-1563 Sakura-Machi-michi, Kita-ku, Osaka 530-0001, Japan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40B5B174-469C-4564-AB46-5C2E8CB2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0637966F-8986-4640-BBCD-E8432D9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53A7A481-2602-4970-8867-B4945C04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My Number / 個人番号: 2000-0000-1340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9C42E0D3-5017-4D04-A85D-147B1585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Kaori Watanabe  |  Physical Address: 6-5-1600 Shin-Machi-michi, Chuo-ku, Kobe 650-0001, Japan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95085CC8-BF06-4D28-95DD-28A53CE1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222F0E21-135A-4EA9-84C7-3E2EC5C3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945025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0B8D537E-2BFE-4555-83B4-0C4ABE95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12BA5718-E795-4A49-A720-63DE994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D3E1B682-0D95-426F-A238-26248A0B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9A73B025-DD1B-439F-908B-4BD5671E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My Number / 個人番号: 2000-0000-1359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42F03047-1394-488C-91DE-41EA0DA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Yuna Shimizu  |  Physical Address: 7-5-1637 Takara-Machi-michi, Hakata-ku, Fukuoka 812-0011, Japan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5F636513-FB3A-4E0F-90EC-580BB2FE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3B14A60B-BE5C-47AE-AEBD-251315D3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39D47458-F32E-4FF4-9479-E91FD9EA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My Number / 個人番号: 2000-0000-1367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70E5E23E-C678-4622-9D2A-A4EF4E0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Akari Kobayashi  |  Physical Address: 8-5-1674 Ume-Machi-michi, Aoba-ku, Yokohama 225-0001, Japan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EED4C2B7-5692-46CA-91F5-0ECA8E34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9E8170B1-1931-4825-9B29-AEB28DC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C4334DC4-3EB8-4D5A-B60E-65A2C123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My Number / 個人番号: 2000-0000-1375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4CC700CB-D8BC-43CA-801C-A706FFD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Sakura Ikeda  |  Physical Address: 9-5-1711 Yamato-Machi-michi, Aoba-ku, Sendai 980-0001, Japan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9FCD598E-C49B-4AEA-9ED7-CFEC592C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201DCB2B-68BC-4E37-AA7E-AF2CDD07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B1221ECB-292C-402B-A9A3-3BF190CA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My Number / 個人番号: 2000-0000-1383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A2546CA8-BD53-4291-A04A-0F01733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Kaori Yamada  |  Physical Address: 1-6-1748 Aoba-Chuo-koji, Chiyoda-ku, Tokyo 100-0001, Japan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46442B1C-578D-4273-B2F0-7919253B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C120A0DF-DDDA-437A-8031-61F41C80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47FDB0D8-1866-4B4F-813D-458380BB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My Number / 個人番号: 2000-0000-1391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FF76F614-69BE-4836-86AE-FFF1913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Yuna Suzuki  |  Physical Address: 2-6-1785 Asahi-Chuo-koji, Naka-ku, Nagoya 460-0001, Japan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C9660424-C361-420F-AD41-6FA7246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DCC532D9-749F-4D22-BCF7-C4B5C0E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582864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52D7EAB8-A990-40CF-AE49-0FB8D945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77B70E24-3D6C-43CC-9AA0-5E74E2E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F80C9FBC-E80A-4E43-BFBE-98AC3373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9BDA9FBE-E7C0-4A6C-8480-8F1C984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My Number / 個人番号: 2000-0000-1405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D522AC53-FCEC-48B6-8301-0719D3D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Akari Inoue  |  Physical Address: 3-6-1822 Fuji-Chuo-koji, Naka-ku, Yokohama 231-0001, Japan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86EB4352-22CA-4DC0-8B73-7C269DB5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4B03FABB-1148-4A5D-8C2D-BD84F6A7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991F4D00-617E-43AA-95D5-EDD5B355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My Number / 個人番号: 2000-0000-1413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8ADD2D43-BC90-47EF-891F-B410F617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Yuto Ito  |  Physical Address: 4-6-1859 Hikari-Chuo-koji, Naka-ku, Hiroshima 730-0001, Japan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259005D0-4160-4D26-8A39-9005618B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7D5B3B97-C759-437B-81E2-51E467FF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97CB503A-0CDA-4440-A660-BB72E322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My Number / 個人番号: 2000-0000-1421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E368CE78-46F4-4E99-BFD6-DCD51DC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Sakura Shimizu  |  Physical Address: 5-6-1896 Kaede-Chuo-koji, Chuo-ku, Sapporo 060-0001, Japan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FBE4B013-5FC3-4B85-A00F-6416C24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051581A2-54E9-4D89-97D3-A059094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C7A70560-46FC-4D17-B7F4-19B9862D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My Number / 個人番号: 2000-0000-1430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695ED944-E2E7-473A-B54B-8D3DA025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Shota Kobayashi  |  Physical Address: 6-6-1933 Midori-Chuo-koji, Chuo-ku, Chiba 260-0001, Japan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AD9AF581-4B84-4741-9AC3-6C68B648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58C8BF3A-0C35-4EA2-8BC2-E50C5BF9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C157E282-7D63-4D24-99FE-82458F54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My Number / 個人番号: 2000-0000-1448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51E84D46-71EB-4748-BF20-AA31E4B1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Riku Ikeda  |  Physical Address: 7-6-1970 Nishi-Chuo-koji, Nakagyo-ku, Kyoto 604-8001, Japan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BB922440-4DF3-45BD-910B-CCB1010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BC4EA353-2409-4D01-8147-6763EBC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676816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461103E2-8455-413C-B325-CA2B0966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Personal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EEA325FC-E928-45B6-8CDB-E12C7377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71F644B9-B086-4F06-B75C-4EEAED75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E4B5859D-48F9-4E04-97EE-4CD3EA4E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My Number / 個人番号: 2000-0000-1456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A6A593DE-38BC-47C3-9038-A296A4E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Yuto Sasaki  |  Physical Address: 8-6-2007 Sakura-Chuo-koji, Kita-ku, Osaka 530-0001, Japan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08B001E9-AADA-4DB5-ABB1-0BE61CC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66826EEE-F73B-48FB-8182-064DCDFD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E2828600-F4EC-4DBA-AAD3-A8AD8D38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My Number / 個人番号: 2000-0000-1464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EB2E064F-CD49-447C-9BCA-E42A7EDA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Hiroshi Suzuki  |  Physical Address: 9-6-2044 Shin-Chuo-koji, Chuo-ku, Kobe 650-0001, Japan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BAED765F-7846-4E7A-BC51-8FFD659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98A78831-45FE-4673-BD27-F91A927D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6A4C745C-9129-4E1A-A3F0-4E123FB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My Number / 個人番号: 2000-0000-1472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492A172A-F962-4A01-B12B-2180116E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Shota Inoue  |  Physical Address: 1-7-2081 Takara-Chuo-koji, Hakata-ku, Fukuoka 812-0011, Japan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C2053517-AFEB-41C9-B795-A443E81C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789972DE-A528-4801-92C7-4F276A34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6F961095-B496-4065-A17E-BDBFB5B7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My Number / 個人番号: 2000-0000-1480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BA43C73E-02C8-42D6-9951-B03CD027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Riku Ito  |  Physical Address: 2-7-2118 Ume-Chuo-koji, Aoba-ku, Yokohama 225-0001, Japan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5EDF31CD-FA9F-4711-9A52-D9F44D0E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61429E13-9CAA-4C73-90F5-5AD41B4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33F6D6C6-80B8-4482-B5D2-BF44759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My Number / 個人番号: 2000-0000-1499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412E93B6-D2CB-43B8-8562-5A710BC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Yuto Yamazaki  |  Physical Address: 3-7-2155 Yamato-Chuo-koji, Aoba-ku, Sendai 980-0001, Japan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FE4498C2-F2F3-4867-946D-42C7817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personal My Number; 個人番号; social security and tax number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B4CF42E9-D770-48D2-A04C-14444721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Personal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61525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2026-07-31T09:00:21.7970000Z</dcterms:created>
  <dcterms:modified xsi:type="dcterms:W3CDTF">2026-07-31T09:00:21.7970000Z</dcterms:modified>
</coreProperties>
</file>
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e8894426b84074" /><Relationship Type="http://schemas.openxmlformats.org/officeDocument/2006/relationships/extended-properties" Target="/docProps/app.xml" Id="R6e337b8663164cbd" /><Relationship Type="http://schemas.openxmlformats.org/officeDocument/2006/relationships/officeDocument" Target="/ppt/presentation.xml" Id="Rf73b6f4ee0c7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3a6d34392468a"/>
  </p:sldMasterIdLst>
  <p:notesMasterIdLst>
    <p:notesMasterId xmlns:r="http://schemas.openxmlformats.org/officeDocument/2006/relationships" r:id="R7071fd998a104682"/>
  </p:notesMasterIdLst>
  <p:sldIdLst>
    <p:sldId xmlns:r="http://schemas.openxmlformats.org/officeDocument/2006/relationships" id="256" r:id="R8c24916e8aa946ac"/>
    <p:sldId xmlns:r="http://schemas.openxmlformats.org/officeDocument/2006/relationships" id="257" r:id="R10d82928ff194485"/>
    <p:sldId xmlns:r="http://schemas.openxmlformats.org/officeDocument/2006/relationships" id="258" r:id="R8c31f002aff34485"/>
    <p:sldId xmlns:r="http://schemas.openxmlformats.org/officeDocument/2006/relationships" id="259" r:id="Rf2566013cb7146ec"/>
    <p:sldId xmlns:r="http://schemas.openxmlformats.org/officeDocument/2006/relationships" id="260" r:id="R54b8d8ac44664db3"/>
    <p:sldId xmlns:r="http://schemas.openxmlformats.org/officeDocument/2006/relationships" id="261" r:id="Rad0d2224efac4c50"/>
    <p:sldId xmlns:r="http://schemas.openxmlformats.org/officeDocument/2006/relationships" id="262" r:id="R40bc94e5ceea4113"/>
    <p:sldId xmlns:r="http://schemas.openxmlformats.org/officeDocument/2006/relationships" id="263" r:id="R598198b0e051430a"/>
    <p:sldId xmlns:r="http://schemas.openxmlformats.org/officeDocument/2006/relationships" id="264" r:id="Rbf3ec606d9474127"/>
    <p:sldId xmlns:r="http://schemas.openxmlformats.org/officeDocument/2006/relationships" id="265" r:id="R812527567e794f30"/>
    <p:sldId xmlns:r="http://schemas.openxmlformats.org/officeDocument/2006/relationships" id="266" r:id="R6711118c84224e52"/>
    <p:sldId xmlns:r="http://schemas.openxmlformats.org/officeDocument/2006/relationships" id="267" r:id="Rfadb324ea3014db5"/>
    <p:sldId xmlns:r="http://schemas.openxmlformats.org/officeDocument/2006/relationships" id="268" r:id="R9b15906d3aad4702"/>
    <p:sldId xmlns:r="http://schemas.openxmlformats.org/officeDocument/2006/relationships" id="269" r:id="Rb539a6c1dadc40a3"/>
    <p:sldId xmlns:r="http://schemas.openxmlformats.org/officeDocument/2006/relationships" id="270" r:id="Rc092dbc41f924b52"/>
    <p:sldId xmlns:r="http://schemas.openxmlformats.org/officeDocument/2006/relationships" id="271" r:id="Ra50a7e30b2f04f3d"/>
    <p:sldId xmlns:r="http://schemas.openxmlformats.org/officeDocument/2006/relationships" id="272" r:id="Rcedd8b3f05a64985"/>
    <p:sldId xmlns:r="http://schemas.openxmlformats.org/officeDocument/2006/relationships" id="273" r:id="R8ef3c882400d4ecb"/>
    <p:sldId xmlns:r="http://schemas.openxmlformats.org/officeDocument/2006/relationships" id="274" r:id="Rc0ebd39efbae4f61"/>
    <p:sldId xmlns:r="http://schemas.openxmlformats.org/officeDocument/2006/relationships" id="275" r:id="R8fffce9d1e944cd9"/>
    <p:sldId xmlns:r="http://schemas.openxmlformats.org/officeDocument/2006/relationships" id="276" r:id="Rbc3d65b17d3d42c3"/>
    <p:sldId xmlns:r="http://schemas.openxmlformats.org/officeDocument/2006/relationships" id="277" r:id="R2d844187c9534e61"/>
    <p:sldId xmlns:r="http://schemas.openxmlformats.org/officeDocument/2006/relationships" id="278" r:id="R113bde6dd0924167"/>
    <p:sldId xmlns:r="http://schemas.openxmlformats.org/officeDocument/2006/relationships" id="279" r:id="R4bf357582df64b25"/>
    <p:sldId xmlns:r="http://schemas.openxmlformats.org/officeDocument/2006/relationships" id="280" r:id="R7ad1680c4a9d4e6f"/>
    <p:sldId xmlns:r="http://schemas.openxmlformats.org/officeDocument/2006/relationships" id="281" r:id="R7ab0449757f047ff"/>
    <p:sldId xmlns:r="http://schemas.openxmlformats.org/officeDocument/2006/relationships" id="282" r:id="Rf1a2f4511f0a4434"/>
    <p:sldId xmlns:r="http://schemas.openxmlformats.org/officeDocument/2006/relationships" id="283" r:id="Rcbcbbd6193c3439b"/>
    <p:sldId xmlns:r="http://schemas.openxmlformats.org/officeDocument/2006/relationships" id="284" r:id="R5dfe8be8d3f247aa"/>
    <p:sldId xmlns:r="http://schemas.openxmlformats.org/officeDocument/2006/relationships" id="285" r:id="R2b25f9a103904b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af4c617734b28" /><Relationship Type="http://schemas.openxmlformats.org/officeDocument/2006/relationships/slideMaster" Target="/ppt/slideMasters/slideMaster1.xml" Id="Rdb63a6d34392468a" /><Relationship Type="http://schemas.openxmlformats.org/officeDocument/2006/relationships/notesMaster" Target="/ppt/notesMasters/notesMaster1.xml" Id="R7071fd998a104682" /><Relationship Type="http://schemas.openxmlformats.org/officeDocument/2006/relationships/presProps" Target="/ppt/presProps.xml" Id="R7dac2d07dfcb4983" /><Relationship Type="http://schemas.openxmlformats.org/officeDocument/2006/relationships/tableStyles" Target="/ppt/tableStyles.xml" Id="Redbf10edf63c4147" /><Relationship Type="http://schemas.openxmlformats.org/officeDocument/2006/relationships/slide" Target="/ppt/slides/slide1.xml" Id="R8c24916e8aa946ac" /><Relationship Type="http://schemas.openxmlformats.org/officeDocument/2006/relationships/slide" Target="/ppt/slides/slide2.xml" Id="R10d82928ff194485" /><Relationship Type="http://schemas.openxmlformats.org/officeDocument/2006/relationships/slide" Target="/ppt/slides/slide3.xml" Id="R8c31f002aff34485" /><Relationship Type="http://schemas.openxmlformats.org/officeDocument/2006/relationships/slide" Target="/ppt/slides/slide4.xml" Id="Rf2566013cb7146ec" /><Relationship Type="http://schemas.openxmlformats.org/officeDocument/2006/relationships/slide" Target="/ppt/slides/slide5.xml" Id="R54b8d8ac44664db3" /><Relationship Type="http://schemas.openxmlformats.org/officeDocument/2006/relationships/slide" Target="/ppt/slides/slide6.xml" Id="Rad0d2224efac4c50" /><Relationship Type="http://schemas.openxmlformats.org/officeDocument/2006/relationships/slide" Target="/ppt/slides/slide7.xml" Id="R40bc94e5ceea4113" /><Relationship Type="http://schemas.openxmlformats.org/officeDocument/2006/relationships/slide" Target="/ppt/slides/slide8.xml" Id="R598198b0e051430a" /><Relationship Type="http://schemas.openxmlformats.org/officeDocument/2006/relationships/slide" Target="/ppt/slides/slide9.xml" Id="Rbf3ec606d9474127" /><Relationship Type="http://schemas.openxmlformats.org/officeDocument/2006/relationships/slide" Target="/ppt/slides/slide10.xml" Id="R812527567e794f30" /><Relationship Type="http://schemas.openxmlformats.org/officeDocument/2006/relationships/slide" Target="/ppt/slides/slide11.xml" Id="R6711118c84224e52" /><Relationship Type="http://schemas.openxmlformats.org/officeDocument/2006/relationships/slide" Target="/ppt/slides/slide12.xml" Id="Rfadb324ea3014db5" /><Relationship Type="http://schemas.openxmlformats.org/officeDocument/2006/relationships/slide" Target="/ppt/slides/slide13.xml" Id="R9b15906d3aad4702" /><Relationship Type="http://schemas.openxmlformats.org/officeDocument/2006/relationships/slide" Target="/ppt/slides/slide14.xml" Id="Rb539a6c1dadc40a3" /><Relationship Type="http://schemas.openxmlformats.org/officeDocument/2006/relationships/slide" Target="/ppt/slides/slide15.xml" Id="Rc092dbc41f924b52" /><Relationship Type="http://schemas.openxmlformats.org/officeDocument/2006/relationships/slide" Target="/ppt/slides/slide16.xml" Id="Ra50a7e30b2f04f3d" /><Relationship Type="http://schemas.openxmlformats.org/officeDocument/2006/relationships/slide" Target="/ppt/slides/slide17.xml" Id="Rcedd8b3f05a64985" /><Relationship Type="http://schemas.openxmlformats.org/officeDocument/2006/relationships/slide" Target="/ppt/slides/slide18.xml" Id="R8ef3c882400d4ecb" /><Relationship Type="http://schemas.openxmlformats.org/officeDocument/2006/relationships/slide" Target="/ppt/slides/slide19.xml" Id="Rc0ebd39efbae4f61" /><Relationship Type="http://schemas.openxmlformats.org/officeDocument/2006/relationships/slide" Target="/ppt/slides/slide20.xml" Id="R8fffce9d1e944cd9" /><Relationship Type="http://schemas.openxmlformats.org/officeDocument/2006/relationships/slide" Target="/ppt/slides/slide21.xml" Id="Rbc3d65b17d3d42c3" /><Relationship Type="http://schemas.openxmlformats.org/officeDocument/2006/relationships/slide" Target="/ppt/slides/slide22.xml" Id="R2d844187c9534e61" /><Relationship Type="http://schemas.openxmlformats.org/officeDocument/2006/relationships/slide" Target="/ppt/slides/slide23.xml" Id="R113bde6dd0924167" /><Relationship Type="http://schemas.openxmlformats.org/officeDocument/2006/relationships/slide" Target="/ppt/slides/slide24.xml" Id="R4bf357582df64b25" /><Relationship Type="http://schemas.openxmlformats.org/officeDocument/2006/relationships/slide" Target="/ppt/slides/slide25.xml" Id="R7ad1680c4a9d4e6f" /><Relationship Type="http://schemas.openxmlformats.org/officeDocument/2006/relationships/slide" Target="/ppt/slides/slide26.xml" Id="R7ab0449757f047ff" /><Relationship Type="http://schemas.openxmlformats.org/officeDocument/2006/relationships/slide" Target="/ppt/slides/slide27.xml" Id="Rf1a2f4511f0a4434" /><Relationship Type="http://schemas.openxmlformats.org/officeDocument/2006/relationships/slide" Target="/ppt/slides/slide28.xml" Id="Rcbcbbd6193c3439b" /><Relationship Type="http://schemas.openxmlformats.org/officeDocument/2006/relationships/slide" Target="/ppt/slides/slide29.xml" Id="R5dfe8be8d3f247aa" /><Relationship Type="http://schemas.openxmlformats.org/officeDocument/2006/relationships/slide" Target="/ppt/slides/slide30.xml" Id="R2b25f9a103904b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a984ebfab14b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5dafe90e24703" /><Relationship Type="http://schemas.openxmlformats.org/officeDocument/2006/relationships/notesMaster" Target="/ppt/notesMasters/notesMaster1.xml" Id="R0b0ea6deddae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29d9650be43c9" /><Relationship Type="http://schemas.openxmlformats.org/officeDocument/2006/relationships/notesMaster" Target="/ppt/notesMasters/notesMaster1.xml" Id="R9a6737e0b4224f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21bbdcf024cb1" /><Relationship Type="http://schemas.openxmlformats.org/officeDocument/2006/relationships/notesMaster" Target="/ppt/notesMasters/notesMaster1.xml" Id="R348181b14f8d48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560682de14b47" /><Relationship Type="http://schemas.openxmlformats.org/officeDocument/2006/relationships/notesMaster" Target="/ppt/notesMasters/notesMaster1.xml" Id="R23aac9c636704f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4125f304894137" /><Relationship Type="http://schemas.openxmlformats.org/officeDocument/2006/relationships/notesMaster" Target="/ppt/notesMasters/notesMaster1.xml" Id="Rcdfd7a1def174c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a70139cd624058" /><Relationship Type="http://schemas.openxmlformats.org/officeDocument/2006/relationships/notesMaster" Target="/ppt/notesMasters/notesMaster1.xml" Id="Rcb75c862d5f647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c709c6ec964a29" /><Relationship Type="http://schemas.openxmlformats.org/officeDocument/2006/relationships/notesMaster" Target="/ppt/notesMasters/notesMaster1.xml" Id="R6562202e63fb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9c838091f4caf" /><Relationship Type="http://schemas.openxmlformats.org/officeDocument/2006/relationships/notesMaster" Target="/ppt/notesMasters/notesMaster1.xml" Id="R51a0d69eb91449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bfa7fcd5445cd" /><Relationship Type="http://schemas.openxmlformats.org/officeDocument/2006/relationships/notesMaster" Target="/ppt/notesMasters/notesMaster1.xml" Id="Re09ae6d2f12443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8d166139e4535" /><Relationship Type="http://schemas.openxmlformats.org/officeDocument/2006/relationships/notesMaster" Target="/ppt/notesMasters/notesMaster1.xml" Id="R1e1c5c6301eb45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bd3b204c9e4726" /><Relationship Type="http://schemas.openxmlformats.org/officeDocument/2006/relationships/notesMaster" Target="/ppt/notesMasters/notesMaster1.xml" Id="Re8b6f6e1f27f43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092543af644002" /><Relationship Type="http://schemas.openxmlformats.org/officeDocument/2006/relationships/notesMaster" Target="/ppt/notesMasters/notesMaster1.xml" Id="Rc7a288a5a82d4a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f6808dc1c64a1a" /><Relationship Type="http://schemas.openxmlformats.org/officeDocument/2006/relationships/notesMaster" Target="/ppt/notesMasters/notesMaster1.xml" Id="R8d6f43facd444d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3673e20cff4575" /><Relationship Type="http://schemas.openxmlformats.org/officeDocument/2006/relationships/notesMaster" Target="/ppt/notesMasters/notesMaster1.xml" Id="R848f588ed4b442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51d1fd23dc4e07" /><Relationship Type="http://schemas.openxmlformats.org/officeDocument/2006/relationships/notesMaster" Target="/ppt/notesMasters/notesMaster1.xml" Id="Ra032647857c44d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ca1000dce744e7" /><Relationship Type="http://schemas.openxmlformats.org/officeDocument/2006/relationships/notesMaster" Target="/ppt/notesMasters/notesMaster1.xml" Id="R62bc6ffaea4b4a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2d09ddf7ca408f" /><Relationship Type="http://schemas.openxmlformats.org/officeDocument/2006/relationships/notesMaster" Target="/ppt/notesMasters/notesMaster1.xml" Id="Rbc8afa6749eb4b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79e9c3890e4560" /><Relationship Type="http://schemas.openxmlformats.org/officeDocument/2006/relationships/notesMaster" Target="/ppt/notesMasters/notesMaster1.xml" Id="Re7dacb2e17d84a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4f9945db48496d" /><Relationship Type="http://schemas.openxmlformats.org/officeDocument/2006/relationships/notesMaster" Target="/ppt/notesMasters/notesMaster1.xml" Id="R6b4df2c4bc754b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1a33d3a8844439" /><Relationship Type="http://schemas.openxmlformats.org/officeDocument/2006/relationships/notesMaster" Target="/ppt/notesMasters/notesMaster1.xml" Id="Ree06c9287e7d4c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404c040c184fef" /><Relationship Type="http://schemas.openxmlformats.org/officeDocument/2006/relationships/notesMaster" Target="/ppt/notesMasters/notesMaster1.xml" Id="R7504c603287e41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345a5b790f4aeb" /><Relationship Type="http://schemas.openxmlformats.org/officeDocument/2006/relationships/notesMaster" Target="/ppt/notesMasters/notesMaster1.xml" Id="R315a0bb1c3f24a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ac02c979ac4b12" /><Relationship Type="http://schemas.openxmlformats.org/officeDocument/2006/relationships/notesMaster" Target="/ppt/notesMasters/notesMaster1.xml" Id="R0822679eb14a47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580e26857d4f48" /><Relationship Type="http://schemas.openxmlformats.org/officeDocument/2006/relationships/notesMaster" Target="/ppt/notesMasters/notesMaster1.xml" Id="R18e25334311f41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f68facfe504ef5" /><Relationship Type="http://schemas.openxmlformats.org/officeDocument/2006/relationships/notesMaster" Target="/ppt/notesMasters/notesMaster1.xml" Id="R8ae85af778dd4d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f6a67ff5cb4baf" /><Relationship Type="http://schemas.openxmlformats.org/officeDocument/2006/relationships/notesMaster" Target="/ppt/notesMasters/notesMaster1.xml" Id="Re5f5829bebd842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8356aecd9934165" /><Relationship Type="http://schemas.openxmlformats.org/officeDocument/2006/relationships/notesMaster" Target="/ppt/notesMasters/notesMaster1.xml" Id="R47fed212a4b74f2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c92b37baef4223" /><Relationship Type="http://schemas.openxmlformats.org/officeDocument/2006/relationships/notesMaster" Target="/ppt/notesMasters/notesMaster1.xml" Id="R569f69e7b46a42a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9c31677284439c" /><Relationship Type="http://schemas.openxmlformats.org/officeDocument/2006/relationships/notesMaster" Target="/ppt/notesMasters/notesMaster1.xml" Id="R27f971d6b12245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716f89f06d462a" /><Relationship Type="http://schemas.openxmlformats.org/officeDocument/2006/relationships/notesMaster" Target="/ppt/notesMasters/notesMaster1.xml" Id="R63e83bada0e3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20cc2aea5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ad7ada5b9f4e77" /><Relationship Type="http://schemas.openxmlformats.org/officeDocument/2006/relationships/slideLayout" Target="/ppt/slideLayouts/slideLayout1.xml" Id="Rf73691d94da2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691d94da2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359a2fd944a5" /><Relationship Type="http://schemas.openxmlformats.org/officeDocument/2006/relationships/notesSlide" Target="/ppt/notesSlides/notesSlide1.xml" Id="Rd772aacfb2814c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9dd2f06ea4f8a" /><Relationship Type="http://schemas.openxmlformats.org/officeDocument/2006/relationships/notesSlide" Target="/ppt/notesSlides/notesSlide2.xml" Id="R930d68fa614848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0cb9b91dd4f17" /><Relationship Type="http://schemas.openxmlformats.org/officeDocument/2006/relationships/notesSlide" Target="/ppt/notesSlides/notesSlide3.xml" Id="R39675a076752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cfcae88e3497d" /><Relationship Type="http://schemas.openxmlformats.org/officeDocument/2006/relationships/notesSlide" Target="/ppt/notesSlides/notesSlide4.xml" Id="R0e0d27c89693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fb1d1a4c84da4" /><Relationship Type="http://schemas.openxmlformats.org/officeDocument/2006/relationships/notesSlide" Target="/ppt/notesSlides/notesSlide5.xml" Id="Re2b84767b7544b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17edf4a94767" /><Relationship Type="http://schemas.openxmlformats.org/officeDocument/2006/relationships/notesSlide" Target="/ppt/notesSlides/notesSlide6.xml" Id="R72fba81629f346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f2cd363a94d29" /><Relationship Type="http://schemas.openxmlformats.org/officeDocument/2006/relationships/notesSlide" Target="/ppt/notesSlides/notesSlide7.xml" Id="R916cea6ef1a240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e5ecb49854340" /><Relationship Type="http://schemas.openxmlformats.org/officeDocument/2006/relationships/notesSlide" Target="/ppt/notesSlides/notesSlide8.xml" Id="Rc1a2c4b981a3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b26cf59b744d6" /><Relationship Type="http://schemas.openxmlformats.org/officeDocument/2006/relationships/notesSlide" Target="/ppt/notesSlides/notesSlide9.xml" Id="Rafebcd7e42234a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91f677ba646fe" /><Relationship Type="http://schemas.openxmlformats.org/officeDocument/2006/relationships/notesSlide" Target="/ppt/notesSlides/notesSlide10.xml" Id="Rc90711f5649d48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ef568b75946ab" /><Relationship Type="http://schemas.openxmlformats.org/officeDocument/2006/relationships/notesSlide" Target="/ppt/notesSlides/notesSlide11.xml" Id="R3b20c2fc4d2949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dccdc8194f63" /><Relationship Type="http://schemas.openxmlformats.org/officeDocument/2006/relationships/notesSlide" Target="/ppt/notesSlides/notesSlide12.xml" Id="R708542243d244d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9c0b0a69e4bf3" /><Relationship Type="http://schemas.openxmlformats.org/officeDocument/2006/relationships/notesSlide" Target="/ppt/notesSlides/notesSlide13.xml" Id="Rb303a12679f14d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cf443139e4f6f" /><Relationship Type="http://schemas.openxmlformats.org/officeDocument/2006/relationships/notesSlide" Target="/ppt/notesSlides/notesSlide14.xml" Id="R10ef197503fa45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19e65b5e54e0d" /><Relationship Type="http://schemas.openxmlformats.org/officeDocument/2006/relationships/notesSlide" Target="/ppt/notesSlides/notesSlide15.xml" Id="R5def7e31049241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f11fc4068442d" /><Relationship Type="http://schemas.openxmlformats.org/officeDocument/2006/relationships/notesSlide" Target="/ppt/notesSlides/notesSlide16.xml" Id="R310571b5b6cc4a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acf8fc0a4ffa" /><Relationship Type="http://schemas.openxmlformats.org/officeDocument/2006/relationships/notesSlide" Target="/ppt/notesSlides/notesSlide17.xml" Id="Rd4f4f15ef71c4d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9b87447694017" /><Relationship Type="http://schemas.openxmlformats.org/officeDocument/2006/relationships/notesSlide" Target="/ppt/notesSlides/notesSlide18.xml" Id="Ra79228fd487c45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019973480403b" /><Relationship Type="http://schemas.openxmlformats.org/officeDocument/2006/relationships/notesSlide" Target="/ppt/notesSlides/notesSlide19.xml" Id="Rb55fb1b2cc8044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0391c6ab2435d" /><Relationship Type="http://schemas.openxmlformats.org/officeDocument/2006/relationships/notesSlide" Target="/ppt/notesSlides/notesSlide20.xml" Id="R059fc12fd26b4e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4e3330b1948e7" /><Relationship Type="http://schemas.openxmlformats.org/officeDocument/2006/relationships/notesSlide" Target="/ppt/notesSlides/notesSlide21.xml" Id="R5af16bb6b91f44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e3759696441a0" /><Relationship Type="http://schemas.openxmlformats.org/officeDocument/2006/relationships/notesSlide" Target="/ppt/notesSlides/notesSlide22.xml" Id="R583aa94864cf42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454fc808247f6" /><Relationship Type="http://schemas.openxmlformats.org/officeDocument/2006/relationships/notesSlide" Target="/ppt/notesSlides/notesSlide23.xml" Id="R88ccd0517b9f4c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ab5c02f846b6" /><Relationship Type="http://schemas.openxmlformats.org/officeDocument/2006/relationships/notesSlide" Target="/ppt/notesSlides/notesSlide24.xml" Id="Ra1b0d25f7aeb48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138c498dd4e22" /><Relationship Type="http://schemas.openxmlformats.org/officeDocument/2006/relationships/notesSlide" Target="/ppt/notesSlides/notesSlide25.xml" Id="R673930f6584749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554419174b24" /><Relationship Type="http://schemas.openxmlformats.org/officeDocument/2006/relationships/notesSlide" Target="/ppt/notesSlides/notesSlide26.xml" Id="R4c00678d2ed447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96955f5514206" /><Relationship Type="http://schemas.openxmlformats.org/officeDocument/2006/relationships/notesSlide" Target="/ppt/notesSlides/notesSlide27.xml" Id="Rf4fb1b19750340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8b184d8ce4b8e" /><Relationship Type="http://schemas.openxmlformats.org/officeDocument/2006/relationships/notesSlide" Target="/ppt/notesSlides/notesSlide28.xml" Id="Rab1d2d3128434a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cc43cbae464a" /><Relationship Type="http://schemas.openxmlformats.org/officeDocument/2006/relationships/notesSlide" Target="/ppt/notesSlides/notesSlide29.xml" Id="R2ffc801f4a3546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8d9f025e141cc" /><Relationship Type="http://schemas.openxmlformats.org/officeDocument/2006/relationships/notesSlide" Target="/ppt/notesSlides/notesSlide30.xml" Id="Rbdb1f8ceb23846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B7845C3A-F51C-4611-9C01-A50F13E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452A4E4-2682-491E-818B-8C4CD047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B31DA824-132D-4407-9E8D-E43007BE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C43A68A2-56DC-45AC-891E-4797D06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Adoption Taxpayer Identification Number (ATIN): 900-93-1000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3452EAA2-537A-4C2E-B0E2-F11EAD6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Henry Garcia  |  Physical Address: 7885 Meadow Ridge Boulevard, Richmond, VA 23219,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CEEB5AD4-E8F7-45B6-8F02-833845E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444045E3-D8FA-4F5D-A53E-FAA464B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5F20EF7E-826E-4D05-9AEE-860D4C7B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Adoption Taxpayer Identification Number (ATIN): 901-93-1001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FC43E48D-2440-4EE8-A6C1-6626689B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Mason Wilson  |  Physical Address: 7922 Highland Ridge Boulevard, Portland, OR 97205,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433812B7-DEDC-4899-9BA9-9DBBDD0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3F849D70-A17C-4F93-BC2C-A09818D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30EA8D25-5D12-462D-A68B-C3AF722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Adoption Taxpayer Identification Number (ATIN): 902-93-1002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2E1BD204-5527-4355-93FB-DDE383B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Liam Lewis  |  Physical Address: 7959 Sunset Ridge Boulevard, San Diego, CA 92101,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9B605690-969A-4025-99CC-35BDB1B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99847002-0BD3-4358-8C0C-99AC087D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6DE1D889-109E-45CA-A011-D45CA6A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Adoption Taxpayer Identification Number (ATIN): 903-93-1003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EF23EC37-3F04-4599-998A-96D9528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Samuel Anderson  |  Physical Address: 7996 Pine Ridge Boulevard, Boston, MA 02108,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56C0BC10-63EF-4F8B-9FC9-3BE2B0C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45060FF9-C3B8-4F80-A9D4-B89FF57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170AA279-1FB6-4B93-9C43-3FA1F7A7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Adoption Taxpayer Identification Number (ATIN): 904-93-1004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F63D31B6-168D-41D9-9E45-935E571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Henry Hall  |  Physical Address: 8033 Lake Ridge Boulevard, Minneapolis, MN 55401,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85929925-7DD5-4A90-9BBB-2D961A8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8BC49D54-DDD9-4CF4-B013-1322E2B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14436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72A611D4-39D4-4B50-970B-D7EBEBED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7C4AE1BF-6CD2-46FC-B5AE-D11BAB9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791937DC-7736-4360-9966-0582361E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9E414E44-5FF1-4687-A1F1-39D47A99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Adoption Taxpayer Identification Number (ATIN): 905-93-1005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091FD431-B15B-4C4B-8379-96F344D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Mason Harris  |  Physical Address: 8070 Forest Ridge Boulevard, Seattle, WA 98101,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14441F51-2DC1-41DD-8B61-AE91C51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50FF555C-98E1-4233-ACFE-9A79DFF1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3034F236-6EF4-46F3-936A-EB7771A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Adoption Taxpayer Identification Number (ATIN): 906-93-1006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DDF154B1-D894-4122-98E2-03EA741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Olivia Brown  |  Physical Address: 8107 Silver Glen Boulevard, Charlotte, NC 28202,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B1FB1952-70AA-4ADC-AFD6-4AB918E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C65A643D-84F5-4DF5-A2D9-956EF8F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50DC477F-1B61-4EE4-8994-BF7AF56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Adoption Taxpayer Identification Number (ATIN): 907-93-1007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3F0F2823-5487-418B-9AFA-EED3049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Evelyn Garcia  |  Physical Address: 8144 Golden Glen Boulevard, Salt Lake City, UT 84101,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0DE9938B-A545-49E4-B3F6-117A315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E34E0E8A-DFB6-4BDD-ADB7-E871D67D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21313852-B2CA-4A15-A64F-DCBFC38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Adoption Taxpayer Identification Number (ATIN): 908-93-1008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35533A9B-4A48-4DEA-9999-BBE75700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Amelia Wilson  |  Physical Address: 8181 Cedar Glen Boulevard, Atlanta, GA 30303,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325EEBDB-1B45-47BA-892A-BEE128CA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5B147423-338F-4466-BBC9-0A614C6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F9264FAF-8095-42AE-ACA5-E551AF2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Adoption Taxpayer Identification Number (ATIN): 909-93-1009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9AC89146-509F-422F-8D90-4D8FB85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Sophia Lewis  |  Physical Address: 8218 Willow Glen Boulevard, Columbus, OH 43215,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CEB71386-A90C-4FAD-88A8-702555A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A7C9A5A2-4BAA-4720-ACBD-C1F5862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00723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F81E55FD-1CC1-4EC7-B1A9-8A49D371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AE7E967C-CE0D-4A43-B7DC-26A3868D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E57F1A18-08F7-4C31-9740-A46DD7DB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8F623EDE-477E-4FB2-AD94-DBAC6EF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Adoption Taxpayer Identification Number (ATIN): 910-93-1010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A76F7699-3E5A-4936-91F3-F096015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Olivia Thomas  |  Physical Address: 8255 Maple Glen Boulevard, Phoenix, AZ 85004,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2854688D-BFE5-4EF1-AADE-B0787C04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EFC504EA-6FF3-4A43-9B1F-AFE4811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CCF44F9D-9EC0-457A-A128-17A74336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Adoption Taxpayer Identification Number (ATIN): 911-93-1011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EE2B986B-08DE-4D4B-A6B0-E27E4DC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Liam Hall  |  Physical Address: 8292 River Glen Boulevard, Philadelphia, PA 19103,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1FEB515B-EE8D-406B-8270-CC9BB75D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AF30BD3E-E777-4585-91B3-E35EECC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9C5E473E-039D-4D0F-8FB5-09EDE92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Adoption Taxpayer Identification Number (ATIN): 912-93-1012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462C9974-2B7D-4EAF-B4B0-29769715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Amelia Harris  |  Physical Address: 8329 Meadow Glen Boulevard, Denver, CO 80202,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319E56CE-AAD6-4814-BF2F-D7478B8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30023900-089D-40B0-92B6-3110ADA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CD6B8216-EFDC-4920-B74D-5E3E2D71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Adoption Taxpayer Identification Number (ATIN): 913-93-1013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98EACBB2-7884-4035-A456-DC686F9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Sophia Brown  |  Physical Address: 8366 Highland Glen Boulevard, Nashville, TN 37219,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50F4DA08-F175-404D-83CC-EECEFAC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CE46DC9A-98FA-434F-9208-F45CC6B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8D8842C3-E160-457F-ACCA-1CB39E98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Adoption Taxpayer Identification Number (ATIN): 914-93-1014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A296D828-283B-4952-A001-77398AEC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Olivia Martinez  |  Physical Address: 8403 Sunset Glen Boulevard, Austin, TX 78701,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C1E45FA5-B428-4170-A06F-C12F1F35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A9CE7BF2-CE25-442E-BA38-A5ADFA6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92841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1A0261E7-4F92-4F6E-BAC0-3E9F971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D670AF4B-5902-4257-A645-85338E2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CF20C81A-5144-4909-A1DF-07EDA44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85CC266E-B712-4ABB-9939-DDD17047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Adoption Taxpayer Identification Number (ATIN): 915-93-1015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96A2A63-CA47-4242-9B80-C93EF88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Evelyn Wilson  |  Physical Address: 8440 Pine Glen Boulevard, Chicago, IL 60601,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D7E7CA39-23EF-4E12-BDFB-C43C54A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2A3EF4B0-3190-487E-BD98-99CF72BD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2764F0D6-64E3-4B3E-8C6F-9BE77182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Adoption Taxpayer Identification Number (ATIN): 916-93-1016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CE6D0629-A74A-4673-960E-BF3B26E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Amelia Lewis  |  Physical Address: 8477 Lake Glen Boulevard, Richmond, VA 23219,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1E8581FC-503C-44EB-8ABC-D6D5B33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93FA64A4-2AF7-49BB-BA22-53D8C68D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C5D4AD84-2513-4389-9FD2-E0ACA2E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Adoption Taxpayer Identification Number (ATIN): 917-93-1017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98D2ACEB-8A47-468F-854F-0D3603A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Sophia Thomas  |  Physical Address: 8514 Forest Glen Boulevard, Portland, OR 97205,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7BCE82E4-7055-42B5-AF82-E7817537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D3B0CC43-D774-47A9-95AE-476F1BAC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2D0744B4-D431-427B-B365-A80374A6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Adoption Taxpayer Identification Number (ATIN): 918-93-1018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1C30EB64-7628-448D-B93E-C5BC542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Olivia Allen  |  Physical Address: 8551 Silver Brook Boulevard, San Diego, CA 92101,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2B826EF6-6065-4888-9844-EF59C2A6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37845AB0-6DFF-4CD1-9F16-92F77964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C529B354-0CA9-4165-9718-81FE4CE5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Adoption Taxpayer Identification Number (ATIN): 919-93-1019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65C8E160-4EB6-4582-91EC-7845264B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Evelyn Harris  |  Physical Address: 8588 Golden Brook Boulevard, Boston, MA 02108,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AC74AA1C-7E75-4BD7-8272-958F825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86727DC9-5CEE-4610-BEDA-0BA8C8D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8079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8913C131-513B-4BAC-B054-19F48E49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F8721313-B248-45E9-9F08-249B9F4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91007151-A564-4F94-A6E7-A1ABD33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0FF8DA24-08AA-4CE3-8026-5E6032FC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Adoption Taxpayer Identification Number (ATIN): 920-93-1020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07AFB3C5-C8BB-42E1-BB5A-0720A1D0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Amelia Brown  |  Physical Address: 8625 Cedar Brook Boulevard, Minneapolis, MN 55401,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BD2DDB32-1A28-4A2B-A240-35C2F41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FBCB91B9-3A9E-4FFA-9046-108FC0E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F7B912A5-C823-4DA0-9D83-A4714BF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Adoption Taxpayer Identification Number (ATIN): 921-93-1021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B9093913-7B58-461B-BC0F-42AEA743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Sophia Martinez  |  Physical Address: 8662 Willow Brook Boulevard, Seattle, WA 98101,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C43C35AF-F97E-4A53-B363-8AF72063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B549EFDA-BC4D-40C4-A5D8-57AE0E3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809BBE0C-20DC-4B7B-9193-3E0E046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Adoption Taxpayer Identification Number (ATIN): 922-93-1022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1E21866D-0CB3-4BC4-80AE-5E7ABA7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Olivia Moore  |  Physical Address: 8699 Maple Brook Boulevard, Charlotte, NC 28202,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9947F2D4-C67C-495E-AADA-47214E68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40800DB2-C56A-41ED-B3FC-FDDA104B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A1156DA9-7493-485F-9806-C51B6809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Adoption Taxpayer Identification Number (ATIN): 923-93-1023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DCCAABFD-4A1E-4EF0-91A9-E3F3F7E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Evelyn Lewis  |  Physical Address: 8736 River Brook Boulevard, Salt Lake City, UT 84101,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4760E39B-DE4B-46BD-A750-FF6ABD97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85105597-FB5C-4B0B-999D-5E63C7E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28EB418D-72D5-4BE7-9E71-324FB19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Adoption Taxpayer Identification Number (ATIN): 924-93-1024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531FFA10-D27E-4C09-9051-99E54AE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Amelia Thomas  |  Physical Address: 8773 Meadow Brook Boulevard, Atlanta, GA 30303,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84BAFB21-03CE-444A-98D0-53AB42F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A29CB386-C58B-4582-9925-4F7E9395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62510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777E765E-F07A-4084-849D-B0AE58D9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2B8C83EE-4AFC-4EB8-883A-BA690272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49CCDC66-9A1E-4B67-8BB6-0CC4F47E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254C6A06-76BB-4A94-AE25-89D5EA98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Adoption Taxpayer Identification Number (ATIN): 925-93-1025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7E0CA551-4E38-4437-95B4-F334AED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Sophia Allen  |  Physical Address: 8810 Highland Brook Boulevard, Columbus, OH 43215,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A57481D8-4D32-486F-8B59-E6DB9929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FC0380C8-8E6D-4673-BED3-59F85257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A3B83965-3ABE-4C79-885A-D41ACC2B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Adoption Taxpayer Identification Number (ATIN): 926-93-1026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7083F8BE-ABC0-49CC-AC3F-012FA825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Olivia Martin  |  Physical Address: 8847 Sunset Brook Boulevard, Phoenix, AZ 85004,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2A83A66C-B283-4BBB-84B9-DCBF992B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07CC15CB-8E2D-4071-933D-A67F9F4F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76FB560D-A743-477A-9F40-C40F469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Adoption Taxpayer Identification Number (ATIN): 927-93-1027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A970D038-5560-44AA-9451-153A4DB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Evelyn Brown  |  Physical Address: 8884 Pine Brook Boulevard, Philadelphia, PA 19103,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25CF320D-6D26-4997-874E-CD1DBB2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A9C0281D-55FE-48BA-A6B5-4E880866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58DA1128-4457-4F98-987A-D0F63537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Adoption Taxpayer Identification Number (ATIN): 928-93-1028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FFEC1EDF-6A1F-425A-8A2E-6E1CA98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Amelia Martinez  |  Physical Address: 8921 Lake Brook Boulevard, Denver, CO 80202,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5843F0AB-267D-42B0-8923-29B5D3C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52C47DF2-46E4-42CB-8495-C1FDEE4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C3773EB9-8144-4925-B375-3EEEAC8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Adoption Taxpayer Identification Number (ATIN): 929-93-1029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B83ACE15-78A2-4C7C-8537-D3737782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Sophia Moore  |  Physical Address: 8958 Forest Brook Boulevard, Nashville, TN 37219,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7D2FA114-4CE3-4563-91CD-BB156E9F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A4DD5AAD-CFEA-41D9-80D2-BD0AD2A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91862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F7C4EDE-26CA-4298-A375-CA4C9028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FD61F6FE-8C28-483C-A0D8-7A08EA89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8A295791-140C-46CC-B726-70C78477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18BDCD4C-0A99-44A2-A13D-D3ACDAB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Adoption Taxpayer Identification Number (ATIN): 930-93-1030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5C585641-EDFC-4BED-B8AD-B6DB92B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Sophia Lewis  |  Physical Address: 8995 Silver Field Boulevard, Austin, TX 78701,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8CF68D26-16B9-4620-AF97-6293D80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13C0D017-2DCD-42E2-9378-9E9DEA7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FF864557-81EE-472B-ABA2-335B565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Adoption Taxpayer Identification Number (ATIN): 931-93-1031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7A719163-4BB9-4E58-A05F-ABE28BE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Daniel Thomas  |  Physical Address: 9032 Golden Field Boulevard, Chicago, IL 60601,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3EFAE491-7B46-4B0E-BA9D-406EE723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4FBD8589-F9DB-493F-9E64-5B81241D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71E2CB98-24DD-4238-80C0-1BEC3C9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Adoption Taxpayer Identification Number (ATIN): 932-93-1032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0749812B-5C59-4004-91BD-386F61E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James Allen  |  Physical Address: 9069 Cedar Field Boulevard, Richmond, VA 23219,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38748CDC-0FB9-4B2A-988B-0439640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BECFCC81-48B2-4D5D-A8C7-FA8496EA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5BA2B6FA-A16B-4ACA-A4E0-82B10398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Adoption Taxpayer Identification Number (ATIN): 933-93-1033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F24F1538-EE1A-42DB-9B09-C52D64A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Ethan Martin  |  Physical Address: 9106 Willow Field Boulevard, Portland, OR 97205,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C27C4964-0449-43D8-A4B6-025A35C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BC90E1E8-2938-4472-87F6-D7F0B66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B5C00FFF-EEB7-4B66-94D1-F35B846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Adoption Taxpayer Identification Number (ATIN): 934-93-1034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F6717317-F01F-4B40-927A-E87B98A2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Caleb Brown  |  Physical Address: 9143 Maple Field Boulevard, San Diego, CA 92101,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58E7183F-528A-4E63-9CFF-CE8C6DE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1C2AD960-855E-4AAA-A838-66A6E56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844245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336BAEDD-2832-4AE9-A9D8-DEFCC1AC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D252C3B4-8AB6-4CAD-8A38-E5C285B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3C4E9D66-94F9-4C01-807C-B1335E79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C2590A15-C5D2-4FCE-BA94-0E752EBE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Adoption Taxpayer Identification Number (ATIN): 935-93-1035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216E13B2-D9C4-4680-AB6E-5E24475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Daniel Martinez  |  Physical Address: 9180 River Field Boulevard, Boston, MA 02108,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B9EC317B-1A3B-41FE-9E39-D4A0699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4050F30A-6634-4844-9E7A-30CE3AC3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DB41184F-E317-4EBF-B0C0-8BC3C25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Adoption Taxpayer Identification Number (ATIN): 936-93-1036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86D94843-8DBB-41BF-B529-0C927D1D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James Moore  |  Physical Address: 9217 Meadow Field Boulevard, Minneapolis, MN 55401,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006A5592-DB47-4B40-B4D1-75C9947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20078FC9-7F09-4B2B-8329-C305E50D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0FDBEBC7-7B60-4CF5-9B01-A5742C22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Adoption Taxpayer Identification Number (ATIN): 937-93-1037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8A65A0E6-DED2-4347-9540-6DDF4BBA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Ethan Lee  |  Physical Address: 9254 Highland Field Boulevard, Seattle, WA 98101,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04E3C3C7-1BBB-4E13-AA32-F013D30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FFAEC468-72EF-4201-A7FD-FEBE62F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B9936F08-39A0-4395-9D6E-28CC0167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Adoption Taxpayer Identification Number (ATIN): 938-93-1038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DA4C2FC5-BC9D-4F1B-AE06-32A23657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Caleb Thomas  |  Physical Address: 9291 Sunset Field Boulevard, Charlotte, NC 28202,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9F79D57F-A0CA-46C2-B1D6-B7E04B5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19745349-1C2A-46A4-8D23-D3BDC5B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7A9312A2-F410-4D23-A8A3-C4F31D8A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Adoption Taxpayer Identification Number (ATIN): 939-93-1039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99005FCA-BE9A-47CB-AA32-FFE0263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Daniel Allen  |  Physical Address: 9328 Pine Field Boulevard, Salt Lake City, UT 84101,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DA43D237-DE06-4E82-917E-3A2F11BD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ABF59D2A-B4EC-4E80-8877-88CF090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1480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C0E205B2-B59A-4788-BE1B-38835375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EA8549E2-3EE0-48E7-9E78-4C19677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EE3F711E-5C13-42B9-A9A2-D68ACB1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DF2358E5-86BE-4E12-9AD9-A34D7836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Adoption Taxpayer Identification Number (ATIN): 940-93-1040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B74CD1FF-C10F-474A-BF99-E776A67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James Martin  |  Physical Address: 9365 Lake Field Boulevard, Atlanta, GA 30303,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75CB4A57-8434-4F9C-8BE6-D4B8DED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7E146124-C85B-47B1-B047-B90692FF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EC755DA5-F569-4B91-B9C0-94DA122E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Adoption Taxpayer Identification Number (ATIN): 941-93-1041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D0BF7092-B334-4EEB-8F76-FD1175D8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Ethan Davis  |  Physical Address: 9402 Forest Field Boulevard, Columbus, OH 43215,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66B3B117-90D3-44D1-A82A-A33E6A6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8E2E9B1E-A613-4271-B1B3-F167EA44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CFCD56A2-03D0-437C-9B67-96C6DA2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Adoption Taxpayer Identification Number (ATIN): 942-93-1042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716DC704-4B6E-47B9-8173-0E8E84B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Caleb Martinez  |  Physical Address: 9439 Silver View Boulevard, Phoenix, AZ 85004,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C5220A31-A097-4AB4-AEA4-798A589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53EC6C78-5381-45D6-A052-AE9A4C57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B823DE64-A81A-4E33-A67C-CC816FE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Adoption Taxpayer Identification Number (ATIN): 943-93-1043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9A28F475-28CC-4CCF-BBD3-4CF46305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Daniel Moore  |  Physical Address: 9476 Golden View Boulevard, Philadelphia, PA 19103,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69B1B011-72F3-4E5B-B918-09AF582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AF20CF60-0A75-46CE-950A-A56553F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D7B584AB-9B03-4E5B-82A5-694D687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Adoption Taxpayer Identification Number (ATIN): 944-93-1044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C1E0F942-B547-4F7D-8096-A12B5270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James Lee  |  Physical Address: 9513 Cedar View Boulevard, Denver, CO 80202,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0A67D606-9EC2-4798-942C-AAC0D143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2436E415-B039-4D25-AFE0-317744A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1290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FFCB385-D76D-4AE5-B818-B95A487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093C8A4F-1C8E-4980-BDF7-6B957FC3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1105FA78-B7ED-41A1-A814-6E232C0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597BD248-6166-410A-8122-837DB31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Adoption Taxpayer Identification Number (ATIN): 945-93-1045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C2171D0F-DEB0-4622-A461-3A52D6E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Ethan Jackson  |  Physical Address: 9550 Willow View Boulevard, Nashville, TN 37219,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CE26CE6D-5B0C-4130-A0DB-1699035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39CEFCC2-2E5E-4C46-84DD-126FC67A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917147DF-A9DD-4F09-B677-9861C014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Adoption Taxpayer Identification Number (ATIN): 946-93-1046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D221F82A-3FA4-450B-A088-FCF6F77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Caleb Allen  |  Physical Address: 9587 Maple View Boulevard, Austin, TX 78701,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BB16AD72-B4DF-465B-B4A5-9C4A70A8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63882537-BE1E-481F-997C-421A65E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BAE1A228-EFCC-4D36-B55C-36A3CB8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Adoption Taxpayer Identification Number (ATIN): 947-93-1047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03E93391-F1EA-45F5-AC04-E63E815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Daniel Martin  |  Physical Address: 9624 River View Boulevard, Chicago, IL 60601,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7CD36014-E993-4DE7-BA11-F44C6A27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AFF4E50E-23E8-4758-999F-00E982D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B600DE7B-2BF2-48AB-A181-2624C32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Adoption Taxpayer Identification Number (ATIN): 948-93-1048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57D814B2-EFCC-42DA-AA13-09B8E064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James Davis  |  Physical Address: 9661 Meadow View Boulevard, Richmond, VA 23219,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E5BDD4AD-C52E-4C87-8B21-F18E26E5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64A31300-79C9-4EDF-98DB-C0C738A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47413F64-C8DB-4466-9344-84D7722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Adoption Taxpayer Identification Number (ATIN): 949-93-1049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C9812BE5-7FB3-4DD5-A432-F57DF55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Ethan Robinson  |  Physical Address: 9698 Highland View Boulevard, Portland, OR 97205,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2EB7C961-BB47-4D71-9D2C-CC48A5B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7506842A-F9FE-48D0-8202-D03FC2A4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4946771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C6B78004-C701-4A90-B23A-9ABE742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8C28F659-A6F5-49CA-A136-FB5249C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82638537-383C-4585-9C24-F6E972C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876F18CC-3BC5-488B-8DE1-5DD70C0C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Adoption Taxpayer Identification Number (ATIN): 950-93-1050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BE96ADC9-B7A4-46C3-B70E-8EA7651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Caleb Moore  |  Physical Address: 9735 Sunset View Boulevard, San Diego, CA 92101,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25FFFE75-81FD-41FD-9004-EA0DED4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6E503468-33B2-41D8-AF87-F676588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93B774F-E582-4026-8392-0CCD9322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Adoption Taxpayer Identification Number (ATIN): 951-93-1051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61B107BE-24ED-4C4D-B366-DEA18EF3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Daniel Lee  |  Physical Address: 9772 Pine View Boulevard, Boston, MA 02108,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A41447C2-E69B-4BFD-93BD-C4F6EAA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598B6E09-2E23-4447-BAE4-B279D47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5D1C514F-FCCA-4144-9049-FD187DD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Adoption Taxpayer Identification Number (ATIN): 952-93-1052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A244B631-5FBE-47CB-BDFB-D05834E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James Jackson  |  Physical Address: 9809 Lake View Boulevard, Minneapolis, MN 55401,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90DD8F36-6CE1-4681-AF90-26F654C6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E31859C1-3354-4A66-BE77-8FB54AFF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FB815311-F5DF-4D96-A43A-9F49699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Adoption Taxpayer Identification Number (ATIN): 953-93-1053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84822392-A3DB-4F89-B336-ED64C4F2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Ethan Johnson  |  Physical Address: 9846 Forest View Boulevard, Seattle, WA 98101,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0C84EB51-4FFE-4F34-BA1D-9F244AAC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422EE880-D1CF-44B7-A682-AA46B47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C5834EC9-CDB7-4C2C-862B-1199F62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Adoption Taxpayer Identification Number (ATIN): 954-93-1054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15B6489B-3977-4FB9-85FD-1A2F2056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Chloe Martin  |  Physical Address: 9883 Silver Park Boulevard, Charlotte, NC 28202,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5323C8AB-B04C-40C6-9B59-3060748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8FE573D9-A725-4443-96F8-7CA887BA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1072140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4631744B-0D64-41D3-AF82-BDBC7BC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0367763A-3DA6-4942-82F3-3E8092B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E6E5B8EE-DD54-4466-B840-90A7E969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5B32FFFE-FFDD-466D-ACF3-91C9FBA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Adoption Taxpayer Identification Number (ATIN): 955-93-1055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60AD2E87-476F-406D-B0E4-EC2C2D3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Harper Davis  |  Physical Address: 40 Golden Park Boulevard, Salt Lake City, UT 84101,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1B5E7AFA-B1F6-4D06-A57C-85704D5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046450BF-0F3B-4C4F-8AAD-C9985D55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1DA7444E-BE63-49F2-A10F-3E9848B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Adoption Taxpayer Identification Number (ATIN): 956-93-1056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F7398C28-B65A-42CD-B77D-EB694A36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Mia Robinson  |  Physical Address: 77 Cedar Park Boulevard, Atlanta, GA 30303,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491DDD72-CC0E-4377-A385-875F5F16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FDA225C9-A94C-49E8-B461-1644E02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6319FB8A-B9DD-42C8-B879-0E62D8E8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Adoption Taxpayer Identification Number (ATIN): 957-93-1057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647F008F-6417-43EF-BC55-D114CA0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Ava Taylor  |  Physical Address: 114 Willow Park Boulevard, Columbus, OH 43215,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7AC0BD84-9555-48B3-8D29-6F89DBB9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9A08D2E0-9E70-40D3-84E9-CA56E70A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B1DA11D5-E580-4E64-990D-D45B2B71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Adoption Taxpayer Identification Number (ATIN): 958-93-1058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4DDFA9FF-62E3-4E32-A1BD-4840D4A8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Chloe Lee  |  Physical Address: 151 Maple Park Boulevard, Phoenix, AZ 85004,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85B264E9-73D6-4DF7-8938-295D0C6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50C6F20E-C228-4913-9708-DA015A7B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809A7B31-2978-4CA1-B7F7-ABFB98D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Adoption Taxpayer Identification Number (ATIN): 959-93-1059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87207B71-956A-42ED-B96E-C00C7790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Harper Jackson  |  Physical Address: 188 River Park Boulevard, Philadelphia, PA 19103,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E81610D7-0C8A-4132-A0AB-FA5B7DE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CEB9AE79-58C2-4542-BC97-2AC7D6E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34272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2CE615AC-7124-43B1-847E-1668928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F8B2F7A8-79C9-43A4-90B6-3C6060C9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A1D99D8D-DF38-4927-BDDB-399F069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77BC1BD3-040D-42CA-B4C0-1D088B2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Adoption Taxpayer Identification Number (ATIN): 960-93-1060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6321E33F-037D-4269-A67E-746EAFE1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Mia Johnson  |  Physical Address: 225 Meadow Park Boulevard, Denver, CO 80202,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5C6A36D8-734D-496C-9CEF-31965546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9BE35A76-14E0-42C8-8743-CB21617B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C3B6BC63-658D-416F-8106-4A1B3EA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Adoption Taxpayer Identification Number (ATIN): 961-93-1061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9EF0745D-A986-4210-A82C-C3A6928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Ava Thompson  |  Physical Address: 262 Highland Park Boulevard, Nashville, TN 37219,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5BDD96D5-A256-4123-BDCB-9CC2FAE3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02A41C5E-FC6A-4A84-8D7B-2AF61740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21E938EA-0B3F-4564-8EEA-932E65E2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Adoption Taxpayer Identification Number (ATIN): 962-93-1062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48311457-72E7-479A-9BD4-C7A71D8A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Chloe Davis  |  Physical Address: 299 Sunset Park Boulevard, Austin, TX 78701,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DAB3ECF4-9090-472E-9E0A-A0069EC7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8FD63A84-35C4-451E-A10A-A3870276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884A4791-12C1-4C4C-BB55-10C09068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Adoption Taxpayer Identification Number (ATIN): 963-93-1063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3A0F41D1-BBCD-4102-BEFC-2FCF9FFD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Harper Robinson  |  Physical Address: 336 Pine Park Boulevard, Chicago, IL 60601,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BD0C51C0-9CB6-458C-A5DB-BC8C0EB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32778532-1807-488F-B65C-9B73044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9AFC27A2-38AC-40B2-BED3-1A4A83F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Adoption Taxpayer Identification Number (ATIN): 964-93-1064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B85A2413-ED64-4AF4-AB0C-9B3863D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Mia Taylor  |  Physical Address: 373 Lake Park Boulevard, Richmond, VA 23219,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1DCB3FF3-C97B-483B-AEC0-16E0C847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E9AB75EE-EBCE-4A2C-B732-BC7B2AA7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3347599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08178A57-FBF7-454E-8AF1-3FABA79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C9478C54-665F-4DC4-AD9C-D4C52695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9585576A-7E9F-4E07-8158-7669087D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A6083DBB-202F-4416-9352-2101682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Adoption Taxpayer Identification Number (ATIN): 965-93-1065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BB0183FE-0E60-4001-9E47-81EB00E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Ava Walker  |  Physical Address: 410 Forest Park Boulevard, Portland, OR 97205,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1D521F7C-994A-4B6E-A51F-9F58274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D5DEF90C-E1B6-470D-8168-DFA0EF35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1BE0B8EC-4F41-4485-9CFA-F84B39E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Adoption Taxpayer Identification Number (ATIN): 966-93-1066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C88EFFD5-1009-4775-B7AB-A0421E3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Chloe Jackson  |  Physical Address: 447 Silver Hill Boulevard, San Diego, CA 92101,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376640CA-09CC-4CF4-8C01-96C3076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ED9782DE-9741-4871-88CF-5C47A009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92FC6B6E-B9C7-48A1-80FB-80267FB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Adoption Taxpayer Identification Number (ATIN): 967-93-1067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BB494A0E-83BE-4AD2-A759-D4521AC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Harper Johnson  |  Physical Address: 484 Golden Hill Boulevard, Boston, MA 02108,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8F77530D-FB72-4367-9F81-B755E015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2345B586-41A5-4D7A-9200-4147797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1C7B24CE-63A4-4893-B26E-E3A931B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Adoption Taxpayer Identification Number (ATIN): 968-93-1068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7D061372-93F2-4978-8B0E-01E50EF1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Mia Thompson  |  Physical Address: 521 Cedar Hill Boulevard, Minneapolis, MN 55401,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B45FF014-3FDF-404E-B145-9CF2716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6FD8EDF4-D5A3-4635-B635-572F482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E0C199E2-2ECF-4CCA-9AC5-40502CF2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Adoption Taxpayer Identification Number (ATIN): 969-93-1069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6053E200-DAEB-4A95-939F-ACE2F7B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Ava Miller  |  Physical Address: 558 Willow Hill Boulevard, Seattle, WA 98101,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1953E1C2-7EC0-46F2-903F-406FA71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E6CAD280-2922-4C0E-9761-AA44AF59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9204007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D9D9D83-2EB2-4B91-8580-B9E0F90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CAB24A9D-EA76-477E-B6DA-7F64102C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6B9A983D-5559-4156-B0D8-7DC486D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795F5076-E4BE-4610-A773-1E0E726C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Adoption Taxpayer Identification Number (ATIN): 970-93-1070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CE5F8877-0723-4723-A9A1-50C0261F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Chloe Robinson  |  Physical Address: 595 Maple Hill Boulevard, Charlotte, NC 28202,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F0984F3E-0C07-4DCE-A973-8917BE92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B681C8F7-7408-46E5-AFCA-EE499D4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A9006E26-3044-4085-8433-528D1BF6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Adoption Taxpayer Identification Number (ATIN): 971-93-1071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FC4D1125-4088-4A49-8F2B-E6A70BF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Harper Taylor  |  Physical Address: 632 River Hill Boulevard, Salt Lake City, UT 84101,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2A195BEA-810A-4E9E-9DFF-159C4B0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57BDD11B-8696-4FED-B85A-7F37FD35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1A9557E6-BE5F-4378-A230-55BA64EB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Adoption Taxpayer Identification Number (ATIN): 972-93-1072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82AFED9C-D995-4833-9695-87000D39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Mia Walker  |  Physical Address: 669 Meadow Hill Boulevard, Atlanta, GA 30303,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699CBDE5-9463-450A-8733-327384A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2F8D9358-8700-480B-8A5E-FD5137C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A83AC808-627D-4169-ACC5-60DCF37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Adoption Taxpayer Identification Number (ATIN): 973-93-1073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24B8A9FA-6A82-4F27-8DDD-FA3B6D23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James White  |  Physical Address: 706 Highland Hill Boulevard, Columbus, OH 43215,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D0F05DDA-7F68-46F6-BACA-069296CF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EBFF383E-3A19-4F3F-96B8-D4B3C6F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A2C1F6A8-34D5-400B-BF28-0486C67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Adoption Taxpayer Identification Number (ATIN): 974-93-1074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8AB1D50C-623D-4D49-9D33-D8A69B6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Chloe Johnson  |  Physical Address: 743 Sunset Hill Boulevard, Phoenix, AZ 85004,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D6209362-C30C-461A-8D18-3A469B05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EA7689E5-EC69-4156-8EF1-263E92A7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723239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40984355-7693-46B8-B227-5DB9FEB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462400BD-C96D-463B-B6A4-68D3C903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0C96F84A-5409-46A2-B900-1F82B5D2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5EBEEE16-5288-47F2-9B01-C939FAE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Adoption Taxpayer Identification Number (ATIN): 975-93-1075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272235D8-6E0E-40BD-8B45-FBD794EF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Harper Thompson  |  Physical Address: 780 Pine Hill Boulevard, Philadelphia, PA 19103,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E364B04C-795B-457F-A491-687F166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8FF80DFC-6EE0-460D-8F55-314DB610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63D65EF9-7189-4969-88D0-3FED0A2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Adoption Taxpayer Identification Number (ATIN): 976-93-1076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392B89D8-099F-4141-A73A-FFAB4AC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Mia Miller  |  Physical Address: 817 Lake Hill Boulevard, Denver, CO 80202,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CAA6F622-7595-4985-B50C-64C1C4F8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8249BC9D-4B5D-4F1D-AD63-E7D5212D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A8592617-8BFC-47BD-B1B5-0DA9C58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Adoption Taxpayer Identification Number (ATIN): 977-93-1077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656C7901-57BE-4670-BA84-2B0C8EB0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Ava Clark  |  Physical Address: 854 Forest Hill Boulevard, Nashville, TN 37219,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79D55D28-B9CC-48F3-8BFB-A9924BD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9F8952BC-CDE5-436B-AEF3-46C2712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20BE8555-A1DC-4BEF-A72E-C2D9902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Adoption Taxpayer Identification Number (ATIN): 978-93-1078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09CB8113-4755-429E-8336-112818C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Nathan Taylor  |  Physical Address: 891 Silver Creek Boulevard, Austin, TX 78701,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C6944AC6-1136-4513-9BC6-4BFCF97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7C0F3D73-52EE-466F-8C79-B8523A3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9134B682-254A-40B1-84B7-F83ECFC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Adoption Taxpayer Identification Number (ATIN): 979-93-1079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FB4D4F3E-9702-4AE8-A628-836204E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Benjamin Walker  |  Physical Address: 928 Golden Creek Boulevard, Chicago, IL 60601,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173B0F46-93A3-4664-9BCD-019C67A9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D228D28B-2328-40A6-BA42-BE826E9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997720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627848F9-B490-4AD1-BCA4-F6DE063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1DDD770F-E53A-4534-B578-5CB9AA98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90B125F0-5281-4AC5-8BEF-8D40B39F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F69BAD6C-56A6-4E0C-8522-F7B75EC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Adoption Taxpayer Identification Number (ATIN): 980-93-1080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04A58124-24D9-4651-A781-68F33AB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Lucas White  |  Physical Address: 965 Cedar Creek Boulevard, Richmond, VA 23219,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3B89B445-77E6-43C4-9782-DF26131E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595C57CF-9E4D-4D3B-8D0F-13EA9FB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1E3BF01F-0020-4DA0-8DD0-AB99062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Adoption Taxpayer Identification Number (ATIN): 981-93-1081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6C50F5B0-8FEC-4D62-9F0A-BC8EFF6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Noah Williams  |  Physical Address: 1002 Willow Creek Boulevard, Portland, OR 97205,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9ACAD7CD-8D1E-4235-8A26-EBADD6A1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44012724-27E1-466D-8F4B-17185D9F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14D0DE94-B2E1-485A-B73B-4A45C2A2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Adoption Taxpayer Identification Number (ATIN): 982-93-1082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F1E39B17-04C6-404C-B736-C3B3449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Nathan Thompson  |  Physical Address: 1039 Maple Creek Boulevard, San Diego, CA 92101,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17EBC3AA-4E75-45DC-A850-2E4341F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456B09F6-DCE1-4210-8A68-A833F1A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DD0FD0F4-60C8-4BE5-857D-9EA298D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Adoption Taxpayer Identification Number (ATIN): 983-93-1083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D7FE0095-7ACB-4B71-94AD-E911D19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Benjamin Miller  |  Physical Address: 1076 River Creek Boulevard, Boston, MA 02108,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964C2476-0E79-4D49-A7E7-D36AD77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FF1A6366-05D9-444D-A581-1677258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4D424846-387B-4F48-B225-ED41AB4F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Adoption Taxpayer Identification Number (ATIN): 984-93-1084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F4AF1BA6-BE66-418F-8868-BB43A97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Lucas Clark  |  Physical Address: 1113 Meadow Creek Boulevard, Minneapolis, MN 55401,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AD3D5FD7-1AE5-48E8-B58D-96E4354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3F5CF62A-996B-4795-8FC2-D1A276A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9411386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CF0C5879-73D0-494A-AD67-EF4B9C2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8BCAC8F9-0C53-46E8-AE93-BDFF5D01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5702363B-3F91-4AEE-9194-9FCBF1B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8F77B8D3-E313-4EDB-9927-FACA5134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Adoption Taxpayer Identification Number (ATIN): 985-93-1085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CC269745-BD21-4420-B936-97E1A58D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Noah Anderson  |  Physical Address: 1150 Highland Creek Boulevard, Seattle, WA 98101,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B13AA374-46C1-49A0-BF49-E50A18D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091E8A92-2BB9-4BB6-806E-39FFCFA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9B49899B-47EB-4C40-8C42-0A53DCD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Adoption Taxpayer Identification Number (ATIN): 986-93-1086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7F62D20C-AF3A-4A59-B645-3077D28C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Nathan Walker  |  Physical Address: 1187 Sunset Creek Boulevard, Charlotte, NC 28202,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E25FAE9D-FA20-4896-81F6-1DE055B2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205088BB-ECFB-400A-A898-66113F5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EC4E1A29-F37A-4C1A-BF06-259CCC5A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Adoption Taxpayer Identification Number (ATIN): 987-93-1087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4E535C74-8FA0-46F7-9B12-F5CC03C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Benjamin White  |  Physical Address: 1224 Pine Creek Boulevard, Salt Lake City, UT 84101,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1AE6A0C2-9B80-4658-A714-DD7D3EA3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E76153E7-4265-484D-8A6C-9EC0ED4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45C938CB-80A9-4DA1-A672-524A729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Adoption Taxpayer Identification Number (ATIN): 988-93-1088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4032430E-0672-4409-A51C-0DA677C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Lucas Williams  |  Physical Address: 1261 Lake Creek Boulevard, Atlanta, GA 30303,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D3E45881-F808-4F65-8E7A-C6BB7C3F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B9EFA283-F073-4294-A4EB-78817A6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D4BB1EB3-FC81-4247-A232-7E9A7C07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Adoption Taxpayer Identification Number (ATIN): 989-93-1089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F2FF5D10-3113-476B-8C48-74ADBF83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Noah Garcia  |  Physical Address: 1298 Forest Creek Boulevard, Columbus, OH 43215,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DED9C420-C841-4698-A224-AF4600F4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B5F79843-AB2C-42D6-9258-DC0022B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407024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C2FBE39-7C29-4F47-8314-FC1780C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A79C29BA-9C00-4FA9-9DFA-31E6D6C4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C3FAAEF9-C875-4BE3-B58F-DC5DAF3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2E128BF8-4FF5-4B2A-BCAC-68813C7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Adoption Taxpayer Identification Number (ATIN): 990-93-1090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BFD81D50-3D9C-4A08-865E-85CFCBAF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Nathan Miller  |  Physical Address: 1335 Silver Garden Boulevard, Phoenix, AZ 85004,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F6736AEA-06E4-4F20-B4E3-DA31F31C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3C4F0746-7A84-462D-89ED-65E4DE9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98DD3D98-4957-4A05-8B8A-D10945C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Adoption Taxpayer Identification Number (ATIN): 991-93-1091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D17D54B4-13CE-4CEC-A346-3C48CCB6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Benjamin Clark  |  Physical Address: 1372 Golden Garden Boulevard, Philadelphia, PA 19103,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88A88779-DD16-4DA9-B0B9-0BBD911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5D65EBB3-C8D0-4C50-A009-F3AF86B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9C381C2F-274C-4F9C-9187-5A740E4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Adoption Taxpayer Identification Number (ATIN): 992-93-1092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6B21F117-27C4-4912-A328-857A7300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Harper Anderson  |  Physical Address: 1409 Cedar Garden Boulevard, Denver, CO 80202,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85E9753-D76D-4972-83D6-240EF56E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EDEB6F57-DDCD-4984-AC33-5754380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B715AE47-55A8-4985-907D-9D2E5F4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Adoption Taxpayer Identification Number (ATIN): 993-93-1093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344D20E2-CCAF-458B-A0E5-A5129A5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Noah Hall  |  Physical Address: 1446 Willow Garden Boulevard, Nashville, TN 37219,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7AB2CF4D-5473-4271-972A-8703D2D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DE965C51-D48F-4DD0-AE84-B811920F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98DD9181-4DB6-4E11-8185-20B0970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Adoption Taxpayer Identification Number (ATIN): 994-93-1094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32888084-BC42-48F8-B32C-543BDB50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Nathan White  |  Physical Address: 1483 Maple Garden Boulevard, Austin, TX 78701,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84098CEA-62E0-4928-9A5A-28990C05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A637BB7-B09C-4145-BC03-B7A4C3A7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093351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6C67544B-7D3D-428A-83C5-D85A3F8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F32EFAD6-B4A4-492F-94E6-4F08741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E5F8CF24-5E26-44AF-885B-1AFD9558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843DEB70-D749-41D1-A7F7-BFCB79C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Adoption Taxpayer Identification Number (ATIN): 995-93-1095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42D3B4FF-EFA1-46EA-9D07-356BF731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Benjamin Williams  |  Physical Address: 1520 River Garden Boulevard, Chicago, IL 60601,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55823932-D0EA-42A4-B1F1-802657E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047DCABD-1747-424F-B57F-4F033102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3FC1FA1C-D401-4566-BE01-04B09EF0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Adoption Taxpayer Identification Number (ATIN): 996-93-1096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071DC2BE-7976-4267-92FF-1D8193E0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Lucas Garcia  |  Physical Address: 1557 Meadow Garden Boulevard, Richmond, VA 23219,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A871484B-DEEF-4049-8793-FE6212D6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841A5F2C-23D1-423D-B78B-518690B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0BC50995-345B-40CD-B29E-F069D573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Adoption Taxpayer Identification Number (ATIN): 997-93-1097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BCACA883-F5D0-445E-BFF0-2F5DED9C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Noah Wilson  |  Physical Address: 1594 Highland Garden Boulevard, Portland, OR 97205,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72391D41-B124-486A-ACDD-EBAC482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90A2A1ED-2210-4C2D-997E-9DBB41E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7A7E694E-DE60-4C35-9CBA-5F746F9F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Adoption Taxpayer Identification Number (ATIN): 998-93-1098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BC3B3B37-EF84-4D65-8B5A-1643B14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Nathan Clark  |  Physical Address: 1631 Sunset Garden Boulevard, San Diego, CA 92101,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57EE6179-10DA-4F16-A96D-964E895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8D491563-54EE-4231-936B-11CA22B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E1C960D6-BE62-4B2D-A7C8-7C7AC55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Adoption Taxpayer Identification Number (ATIN): 999-93-1099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BD842DA-E9C7-463E-88F1-8433139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Benjamin Anderson  |  Physical Address: 1668 Pine Garden Boulevard, Boston, MA 02108,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0FC647D1-807A-4165-877C-D2BD9AE5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CCE5BA20-4CB3-446A-939F-E8C66C17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348408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54581B25-B5D0-4C50-814A-70192CD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49549F76-7A04-4697-9B97-EA26A14D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D35C6670-DEB3-4F5C-A6CE-152BDA9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D04716C2-A406-49C4-AC24-7316C804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Adoption Taxpayer Identification Number (ATIN): 900-93-1100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0125A895-9928-4BB3-817B-42DA9690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Lucas Hall  |  Physical Address: 1705 Lake Garden Boulevard, Minneapolis, MN 55401,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76E014C-80AC-48DC-94F1-306FAD1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5A5C1F33-C164-4BC3-AA3A-CE00E28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8DFDDD2F-F383-4E63-B74F-842C3F0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Adoption Taxpayer Identification Number (ATIN): 901-93-1101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6C260DEF-98FF-4159-BB09-3876257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Noah Harris  |  Physical Address: 1742 Forest Garden Boulevard, Seattle, WA 98101,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F3D7AD89-448D-4B0E-A74A-4759480F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62B2E39D-109B-4DB1-9746-043B5C37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50F24969-13D5-4102-BBF9-F06CE6D5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Adoption Taxpayer Identification Number (ATIN): 902-93-1102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9D1C939F-92C7-4ED1-864C-825BD35D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Grace Williams  |  Physical Address: 1779 Silver Valley Boulevard, Charlotte, NC 28202,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1FAF7183-5BAC-4CF3-AEAF-D4594B0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5287F9C3-5ECA-4436-BC02-69D8ACE2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FE0818BE-AF9A-4A3E-BB03-10AA2790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Adoption Taxpayer Identification Number (ATIN): 903-93-1103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961A077D-CA6A-4945-8683-A73B562B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Charlotte Garcia  |  Physical Address: 1816 Golden Valley Boulevard, Salt Lake City, UT 84101,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E786FA69-3A6C-4962-8E7D-3862E3A1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AB1D1BEC-47B6-41EE-AACE-30326E5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0B3CE7EC-476D-4F72-99E0-2CF6833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Adoption Taxpayer Identification Number (ATIN): 904-93-1104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9BE4B05D-305E-458A-914D-1613173C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Isabella Wilson  |  Physical Address: 1853 Cedar Valley Boulevard, Atlanta, GA 30303,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A0BBFC0F-F630-4E7C-9445-71D7999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7527105C-4EE3-4A98-8969-1887CB31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743693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58DA7A9F-BBFE-4F90-84BA-BB89510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6DD21C2A-416C-4556-A1EB-0497602B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41F1EA7C-C1FA-4FD6-9EFC-1A777CED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7ED0493-836D-4E62-B2D5-90EFE5BD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Adoption Taxpayer Identification Number (ATIN): 905-93-1105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F60A2AA1-903D-4CDE-9F09-8B9BC7B0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Emma Lewis  |  Physical Address: 1890 Willow Valley Boulevard, Columbus, OH 43215,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A30815AD-4C18-4097-A6EF-0FD1162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4A8E73E6-F1BB-48FD-83C9-4D4BA366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248132E9-C4DB-41D8-82C2-FB254233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Adoption Taxpayer Identification Number (ATIN): 906-93-1106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808842F9-65E0-4F59-861D-01F8624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Grace Anderson  |  Physical Address: 1927 Maple Valley Boulevard, Phoenix, AZ 85004,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5A61E514-3829-43EF-A6B6-C1E7BBA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6FB25CD0-DF9C-4F76-B93A-DE1F3100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E71F3B9F-2244-416B-BCE9-3AFB127A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Adoption Taxpayer Identification Number (ATIN): 907-93-1107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5938629C-2FD1-4978-8C9E-94CD51F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Charlotte Hall  |  Physical Address: 1964 River Valley Boulevard, Philadelphia, PA 19103,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949D2186-66D3-43B4-94F6-B2779CF1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4492311D-0A53-41DF-9B55-E82AE6B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E8F8AB09-115C-466B-9C43-10A4195F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Adoption Taxpayer Identification Number (ATIN): 908-93-1108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7B8A5805-3066-431A-8C16-E4CC3ED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Isabella Harris  |  Physical Address: 2001 Meadow Valley Boulevard, Denver, CO 80202,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B2C59A1B-9709-4B5B-8DAE-D5751CF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25ABBA69-7F41-4F15-B65B-80BC3EA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C22FC8AA-C59B-4807-8405-FC301B5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Adoption Taxpayer Identification Number (ATIN): 909-93-1109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09A2DDB5-19CC-4EB3-9FC6-27BE6834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Emma Brown  |  Physical Address: 2038 Highland Valley Boulevard, Nashville, TN 37219,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3DD1D471-4B7E-40C6-8FA7-3C7D801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E6FD9EC5-ACC1-4FDC-93D6-08A832F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9015156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577683CA-5FA6-4EF8-A35C-41D85D1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E45F004C-9621-4FAA-9247-8F1A57CD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37E0C808-C7D2-4023-A87E-682ED4BB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DEDA38ED-920A-469C-9E69-6E0950A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Adoption Taxpayer Identification Number (ATIN): 910-93-1110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3C071EE4-8A71-4DB7-88BE-F158A2F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Grace Garcia  |  Physical Address: 2075 Sunset Valley Boulevard, Austin, TX 78701,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EA6FE639-F714-4CD3-9375-805E8D3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D3B9A25F-36D3-4BAE-9BE8-20D9015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32BC7143-0DBE-4E76-8CE4-F37569D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Adoption Taxpayer Identification Number (ATIN): 911-93-1111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1D6E794B-F424-4550-AA0A-03404D64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Nathan Wilson  |  Physical Address: 2112 Pine Valley Boulevard, Chicago, IL 60601,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EAB20C36-D301-4170-9094-3D1B0C4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3698181B-F800-4677-BD23-C9105B87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6C1A306C-395F-46C1-A685-CC834C10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Adoption Taxpayer Identification Number (ATIN): 912-93-1112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4A264CFE-7BFB-4959-928B-4C36B9C4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Isabella Lewis  |  Physical Address: 2149 Lake Valley Boulevard, Richmond, VA 23219,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1F74DFDE-9A12-46A3-9AC0-FD7D197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705E2CBB-CB9D-49D0-94D0-1C5A455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08C1AAF6-CDCE-447A-A982-5742BA8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Adoption Taxpayer Identification Number (ATIN): 913-93-1113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EA46097D-5565-400D-9C85-32F7186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Emma Thomas  |  Physical Address: 2186 Forest Valley Boulevard, Portland, OR 97205,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462CEE85-5CA6-4395-B0A6-AAE85014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46A90BD9-2408-4D4F-9422-A1430CC5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C44DEDA8-7F3C-4BCA-93DF-208E05F9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Adoption Taxpayer Identification Number (ATIN): 914-93-1114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D9692191-E304-401C-B995-9B99081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Grace Hall  |  Physical Address: 2223 Silver Spring Boulevard, San Diego, CA 92101,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D0D7C94D-9322-43F2-91F6-4DF03301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E49DA3EA-D164-427E-A54B-431F196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8906743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869C9EA5-611B-4554-801A-A8DC48B6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CA4015DE-5FF1-4193-BCD2-1B1C211A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3CA718B5-1435-4B62-8C72-35DC29C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C4032F63-4507-460D-A3A6-B0F4DFC7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Adoption Taxpayer Identification Number (ATIN): 915-93-1115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7E0A471D-8B24-41F5-ACF1-77D3415E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Charlotte Harris  |  Physical Address: 2260 Golden Spring Boulevard, Boston, MA 02108,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FB7A131A-376D-4150-8944-F898990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A6D02748-6561-4759-95E7-0C1AB65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12714754-DE3E-4A12-A65D-A6AD916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Adoption Taxpayer Identification Number (ATIN): 916-93-1116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7344C616-CE59-4848-8FEB-8A36655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Isabella Brown  |  Physical Address: 2297 Cedar Spring Boulevard, Minneapolis, MN 55401,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CA406DD7-64CA-4526-870F-022F0DA3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71511F8D-84F7-491C-AAD4-466A357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3D2C5EE8-5A24-4E35-AD80-7C182BAD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Adoption Taxpayer Identification Number (ATIN): 917-93-1117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B5BA1782-BFE6-415A-92CE-145739F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Emma Martinez  |  Physical Address: 2334 Willow Spring Boulevard, Seattle, WA 98101,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363253C7-3BAA-4512-8020-96863DB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D08CEAEF-F97D-46F9-A762-DB5C6A5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3610A3A8-F8A5-49BD-9F9F-B589F45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Adoption Taxpayer Identification Number (ATIN): 918-93-1118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C8EA3E97-358E-4662-A97E-0EBFE4BC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Grace Wilson  |  Physical Address: 2371 Maple Spring Boulevard, Charlotte, NC 28202,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4A040179-ACB9-41F1-8335-6EFA9985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8E3BAA8D-4988-41E4-9BEA-66786B8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9E621D85-7BB5-4C23-B6CA-F101C1BD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Adoption Taxpayer Identification Number (ATIN): 919-93-1119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CFE9771D-6204-48A8-BEF2-6DE1602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Charlotte Lewis  |  Physical Address: 2408 River Spring Boulevard, Salt Lake City, UT 84101,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D2EE8A2A-4E45-4BCD-9C1E-8892991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818D2F16-4ACF-4BD2-9CA2-100534FA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5369603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2FEC8E72-BE24-4EC3-A697-5814D524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4E96D425-4844-4362-887D-4B36025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6B61D389-F13D-4924-BEF5-022931E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A7F28F4B-8573-4842-9B8B-0C65BBE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Adoption Taxpayer Identification Number (ATIN): 920-93-1120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F75A536C-0B56-4076-9F78-EC43B0F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Isabella Thomas  |  Physical Address: 2445 Meadow Spring Boulevard, Atlanta, GA 30303,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83513131-3F80-4D48-87D4-B82D684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03EAD506-7958-463B-8957-6443FFEC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8F456486-B1A2-4EB3-9F9A-1187978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Adoption Taxpayer Identification Number (ATIN): 921-93-1121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B1160924-878A-4B18-8A17-F678509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Emma Allen  |  Physical Address: 2482 Highland Spring Boulevard, Columbus, OH 43215,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79E6BD20-6FB2-4F4C-903E-178F494E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56804FAC-4CB5-41E0-8F72-D818794B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B42B5055-A853-4548-8735-DB51430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Adoption Taxpayer Identification Number (ATIN): 922-93-1122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7282D8A9-9A7A-4007-A156-6E489AA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Grace Harris  |  Physical Address: 2519 Sunset Spring Boulevard, Phoenix, AZ 85004,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29CE69F8-7631-45D1-ADA4-6C24AEEA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1D70FC57-67A5-4326-8447-8AC2A3A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2629F301-F5D5-41DD-BA5B-B60AFE0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Adoption Taxpayer Identification Number (ATIN): 923-93-1123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0523BFFC-5C80-4366-88F3-C5F611D4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Charlotte Brown  |  Physical Address: 2556 Pine Spring Boulevard, Philadelphia, PA 19103,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BF7EC916-3D79-43C8-9AE2-B0FD6F6B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612EA2CF-F6CE-49F6-8929-4C13EE3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52AA75EF-BABE-4AE0-B6B3-407E12A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Adoption Taxpayer Identification Number (ATIN): 924-93-1124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8F58932D-2912-4AE2-B4D9-5A22705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Isabella Martinez  |  Physical Address: 2593 Lake Spring Boulevard, Denver, CO 80202,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130277A6-121B-4068-AF25-0580E18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A2C4AB1D-A8DF-47CC-8638-981AFA73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711665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8B608303-B2D8-437C-80F8-1B0F7AA7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56DC8C7F-F7AB-44E6-8859-6E4DBDC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86257CF1-029E-48AB-9B69-7D82EFF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9A8255F4-3FCD-4C41-BAD5-F18AD9C4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Adoption Taxpayer Identification Number (ATIN): 925-93-1125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94828D86-7412-43D1-BF0E-6BBA403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Emma Moore  |  Physical Address: 2630 Forest Spring Boulevard, Nashville, TN 37219,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CAB9BCA0-388A-4E68-928B-1AB270E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B013DFC2-FC04-42A8-B5B2-FBEF25EE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2082CAD2-F38A-416C-BE17-589A5D01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Adoption Taxpayer Identification Number (ATIN): 926-93-1126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DDD339AF-807B-4DAA-B3DC-5269FB3D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Samuel Lewis  |  Physical Address: 2667 Silver Oak Lane, Austin, TX 78701,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E7A8117F-8402-4CBD-8491-24D07E5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C2A597A2-D6F5-44D9-822E-4C033D5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91B3CBEE-E6A5-4C3E-A47E-40419C53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Adoption Taxpayer Identification Number (ATIN): 927-93-1127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A2942DB5-C15A-4E8F-B0BF-D4E344F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Henry Thomas  |  Physical Address: 2704 Golden Oak Lane, Chicago, IL 60601,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5E4AD5EA-AE0E-40C3-A435-D4E83FA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4301AB67-CA46-40D7-A7C4-9690E422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739F858E-1317-4CC8-99E0-19C12CFC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Adoption Taxpayer Identification Number (ATIN): 928-93-1128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7BA0118B-04FD-4A87-822D-B6E4216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Mason Allen  |  Physical Address: 2741 Cedar Oak Lane, Richmond, VA 23219,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C767C52F-A5F2-475A-B808-CF0C95C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B33B0DCD-2803-4A71-860F-66B401F3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72E087D-8BBD-4276-AD1D-41316207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Adoption Taxpayer Identification Number (ATIN): 929-93-1129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2BA30482-985E-4884-A9AE-F121014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Liam Martin  |  Physical Address: 2778 Willow Oak Lane, Portland, OR 97205,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A4EC550C-5254-44F3-B440-F0138486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4F4022BF-F9E6-4009-8067-3EDB9743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21314732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732FC6DB-35C2-4A0E-9DF1-C54F6687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C6EA9D1E-99BD-4764-BC9A-03C777C6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48E647CF-ECB2-42EA-AF96-4CDEE369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C60DAB54-F565-4748-8F76-EB79672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Adoption Taxpayer Identification Number (ATIN): 930-93-1130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3ED06912-FD63-4005-BF63-D2DE578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Emma Brown  |  Physical Address: 2815 Maple Oak Lane, San Diego, CA 92101,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33EAC2A4-61C2-4EA6-8388-CDDD9CB9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1A0F6BFA-B938-424F-8148-76B714A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BEEAD742-6E44-49AB-BE23-499E4A2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Adoption Taxpayer Identification Number (ATIN): 931-93-1131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9DE2ED0C-961A-498E-B033-EFA8422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Henry Martinez  |  Physical Address: 2852 River Oak Lane, Boston, MA 02108,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43D27BDC-B83D-409D-9612-F2EA66A1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1C9939CC-A198-4374-8CBA-5781C00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8AB6301E-C027-4D7F-B3A9-FE7A6A4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Adoption Taxpayer Identification Number (ATIN): 932-93-1132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46B14AC2-5A59-44D8-8A14-E3FBE406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Mason Moore  |  Physical Address: 2889 Meadow Oak Lane, Minneapolis, MN 55401,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72B6A2B4-8E85-446B-BAB8-331A4AA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7452525F-533B-4FE9-91E8-1CC89F7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8874228B-7E73-43CC-936D-7C9CBD88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Adoption Taxpayer Identification Number (ATIN): 933-93-1133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5011821E-D2F6-44D2-834C-934A505C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Liam Lee  |  Physical Address: 2926 Highland Oak Lane, Seattle, WA 98101,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3CF5B680-DC61-4781-8BFA-A0E09AE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C8329B85-E870-4965-B4EA-9AD12326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91FD3806-1CCF-452F-96A6-D95529D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Adoption Taxpayer Identification Number (ATIN): 934-93-1134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AC57DA95-66D8-4C39-B6E4-40FE9198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Samuel Thomas  |  Physical Address: 2963 Sunset Oak Lane, Charlotte, NC 28202,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9717536E-A777-4236-8879-33E6260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23D8E2F5-8225-4C91-8F78-084AFE5C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685152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2D4AAF98-4928-42A1-8426-BD05D88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E6FE1C0C-E667-4E66-8F28-515BE12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047BB46B-61E0-4650-9125-42E285E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2CBD25FC-BD78-45CD-AA85-8F2B9FA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Adoption Taxpayer Identification Number (ATIN): 935-93-1135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AF9A2AFC-6E8C-4E96-9E3E-1269C98D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Henry Allen  |  Physical Address: 3000 Pine Oak Lane, Salt Lake City, UT 84101,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EC26DDF8-B77E-41E1-836C-A443791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AF29224A-BAF4-4B19-9B12-1337818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603244E7-5F4C-4403-8B57-B3AA04C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Adoption Taxpayer Identification Number (ATIN): 936-93-1136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7025546E-A2CA-4C0B-9AFB-4D45F20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Mason Martin  |  Physical Address: 3037 Lake Oak Lane, Atlanta, GA 30303,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EF9EDAC8-402A-41DC-9F3C-A8A9EFB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75178629-6205-49FC-874E-6A025A2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D305F642-B256-4A34-A556-36D41FE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Adoption Taxpayer Identification Number (ATIN): 937-93-1137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C5AB594F-3CA9-49B3-86B4-9FB0240D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Liam Davis  |  Physical Address: 3074 Forest Oak Lane, Columbus, OH 43215,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8F749385-F23F-4C5D-86B0-E88505F8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249E055E-7B94-4C56-B9C6-0D6E06BF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262AB36D-277B-4E81-B768-2B24B853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Adoption Taxpayer Identification Number (ATIN): 938-93-1138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CB67BCA6-BA7D-41F9-B33A-4438BCD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Samuel Martinez  |  Physical Address: 3111 Silver Ridge Lane, Phoenix, AZ 85004,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573C1FC7-7F43-46B3-BF48-867730B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716AFEB9-C31C-4FF6-9BFC-A6AB9EC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D4275DC8-4120-4B13-B478-AAFEDCB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Adoption Taxpayer Identification Number (ATIN): 939-93-1139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A933FE03-BC9F-4CD1-9FBE-717BF24A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Henry Moore  |  Physical Address: 3148 Golden Ridge Lane, Philadelphia, PA 19103,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77CC245-B013-4E77-B706-D92ACE8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C12FCF09-113A-49B5-84C3-53813F2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1334738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200D20EA-442B-4F0F-9075-C5D4A27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6E073A23-DAE2-4A4D-B717-DBFF485C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73A8843-03B3-4289-91B6-E711ED64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8E2D1D23-CAB1-491F-8078-6CC1EF42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Adoption Taxpayer Identification Number (ATIN): 940-93-1140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C187F52A-5BBF-45C6-A496-07DF09F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Mason Lee  |  Physical Address: 3185 Cedar Ridge Lane, Denver, CO 80202,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B0D31AA0-4FC2-4C1B-B455-C2BD0AF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21D16FBF-C7DF-4229-B2D5-0D71E0F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E9A474BB-95EC-469C-8E18-79B9C9F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Adoption Taxpayer Identification Number (ATIN): 941-93-1141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5E9A58E0-F43D-4A0B-9604-BC853B9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Liam Jackson  |  Physical Address: 3222 Willow Ridge Lane, Nashville, TN 37219,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569E72A1-B31C-4C80-86AE-D3AF74D2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4CF71958-246C-4910-B6A0-C21F2D3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0618794A-380F-40A9-B0CB-117A06A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Adoption Taxpayer Identification Number (ATIN): 942-93-1142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493F5B66-7431-44B6-9AED-AFCF529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Samuel Allen  |  Physical Address: 3259 Maple Ridge Lane, Austin, TX 78701,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A3A54E85-B686-4CD1-A4DB-D5F5740A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0688596D-33D7-4436-9F44-0C7B786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E06E4121-117B-4294-9412-2E58F6EF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Adoption Taxpayer Identification Number (ATIN): 943-93-1143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E05218C9-348D-4F19-90B4-DD7EF852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Martin  |  Physical Address: 3296 River Ridge Lane, Chicago, IL 60601,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290F5B07-58FC-471E-A030-3668203F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0FCB9EFE-D884-4FB5-BCA8-37213B3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BE67DE5C-FBFA-4210-BA6A-A413E2B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Adoption Taxpayer Identification Number (ATIN): 944-93-1144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90791A0C-5DC0-47C1-B2DC-755364A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Mason Davis  |  Physical Address: 3333 Meadow Ridge Lane, Richmond, VA 23219,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C2137160-6FF0-42C2-9A01-AF74EDD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76E4A535-2C9D-4A3C-893F-45386155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3825360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F4094FED-80D0-471F-836A-85C1EDB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Adoption Taxpayer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C5CD1589-7AB6-462D-8B5D-F093491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28A4756E-A0F8-4B9B-ACDF-76D378C8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6C99005C-1624-4906-9804-9996D453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Adoption Taxpayer Identification Number (ATIN): 945-93-1145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671D9D01-1661-4143-84D0-DED2A13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Liam Robinson  |  Physical Address: 3370 Highland Ridge Lane, Portland, OR 97205,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7340A0F1-2625-4DB0-9E7B-29006BA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59AD60E8-1739-4DA9-ABE1-EB80432A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C62BB047-660A-43B8-B318-AE8A5419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Adoption Taxpayer Identification Number (ATIN): 946-93-1146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5C07CDC1-4ACE-46DC-8192-8E31814B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Samuel Moore  |  Physical Address: 3407 Sunset Ridge Lane, San Diego, CA 92101,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278538FD-270E-41E7-BBD2-3FED185F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B4A065CD-D8C3-45EA-BF3D-F44E666B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9C377889-4033-4ABD-90F8-E8F1B3C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Adoption Taxpayer Identification Number (ATIN): 947-93-1147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D1A43FB5-92DB-41BC-B3A8-D5B306A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Henry Lee  |  Physical Address: 3444 Pine Ridge Lane, Boston, MA 02108,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EE445CFD-A375-4D7A-8E28-0FDF2088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8E6F1576-FA8E-4024-8665-A0C712C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EC937F5B-01E1-470B-A009-2000466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Adoption Taxpayer Identification Number (ATIN): 948-93-1148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3E846BE8-4CAF-4822-B773-63C9955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Mason Jackson  |  Physical Address: 3481 Lake Ridge Lane, Minneapolis, MN 55401,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AA209102-3C4E-4B7E-A2DF-DE926E6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C83E34BD-2505-49C9-A4FC-DB550B7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6D4D0832-09D4-46C6-94D4-EE79D9F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Adoption Taxpayer Identification Number (ATIN): 949-93-1149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7DDCFC3A-8AA5-45BA-AD5B-59B9B66D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Liam Johnson  |  Physical Address: 3518 Forest Ridge Lane, Seattle, WA 98101,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C392936C-D423-478E-B0FA-9AA9E3B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adoption taxpayer identification number ATIN; custom SIT test value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D323E129-5AAC-42E9-AEAD-BE702CE3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95665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2026-07-31T08:56:18.7860000Z</dcterms:created>
  <dcterms:modified xsi:type="dcterms:W3CDTF">2026-07-31T08:56:18.7860000Z</dcterms:modified>
</coreProperties>
</file>
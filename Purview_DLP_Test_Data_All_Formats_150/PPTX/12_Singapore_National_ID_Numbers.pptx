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cc9fcae8044a2" /><Relationship Type="http://schemas.openxmlformats.org/officeDocument/2006/relationships/extended-properties" Target="/docProps/app.xml" Id="R8d682e073d184fe6" /><Relationship Type="http://schemas.openxmlformats.org/officeDocument/2006/relationships/officeDocument" Target="/ppt/presentation.xml" Id="R80f7dba0fe1940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98a6feeb54e59"/>
  </p:sldMasterIdLst>
  <p:notesMasterIdLst>
    <p:notesMasterId xmlns:r="http://schemas.openxmlformats.org/officeDocument/2006/relationships" r:id="R54187cfc255a4cef"/>
  </p:notesMasterIdLst>
  <p:sldIdLst>
    <p:sldId xmlns:r="http://schemas.openxmlformats.org/officeDocument/2006/relationships" id="256" r:id="R82fe8395bb1f42e8"/>
    <p:sldId xmlns:r="http://schemas.openxmlformats.org/officeDocument/2006/relationships" id="257" r:id="R0abf12bf60854256"/>
    <p:sldId xmlns:r="http://schemas.openxmlformats.org/officeDocument/2006/relationships" id="258" r:id="R869936278cd14b5b"/>
    <p:sldId xmlns:r="http://schemas.openxmlformats.org/officeDocument/2006/relationships" id="259" r:id="Rae254912709740c8"/>
    <p:sldId xmlns:r="http://schemas.openxmlformats.org/officeDocument/2006/relationships" id="260" r:id="Rcadda171fb7e43af"/>
    <p:sldId xmlns:r="http://schemas.openxmlformats.org/officeDocument/2006/relationships" id="261" r:id="Rc01b5de6955142c8"/>
    <p:sldId xmlns:r="http://schemas.openxmlformats.org/officeDocument/2006/relationships" id="262" r:id="R2a00b0741b374b5f"/>
    <p:sldId xmlns:r="http://schemas.openxmlformats.org/officeDocument/2006/relationships" id="263" r:id="Ree46d5841a6f4cf6"/>
    <p:sldId xmlns:r="http://schemas.openxmlformats.org/officeDocument/2006/relationships" id="264" r:id="R75fdb6bd91064f6e"/>
    <p:sldId xmlns:r="http://schemas.openxmlformats.org/officeDocument/2006/relationships" id="265" r:id="Rcd63e8633dda4c38"/>
    <p:sldId xmlns:r="http://schemas.openxmlformats.org/officeDocument/2006/relationships" id="266" r:id="Rb720021e887549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da2cf498d84e95" /><Relationship Type="http://schemas.openxmlformats.org/officeDocument/2006/relationships/slideMaster" Target="/ppt/slideMasters/slideMaster1.xml" Id="R58798a6feeb54e59" /><Relationship Type="http://schemas.openxmlformats.org/officeDocument/2006/relationships/notesMaster" Target="/ppt/notesMasters/notesMaster1.xml" Id="R54187cfc255a4cef" /><Relationship Type="http://schemas.openxmlformats.org/officeDocument/2006/relationships/presProps" Target="/ppt/presProps.xml" Id="Rdec060fdc0b34982" /><Relationship Type="http://schemas.openxmlformats.org/officeDocument/2006/relationships/tableStyles" Target="/ppt/tableStyles.xml" Id="R5dcc091aeb2d4134" /><Relationship Type="http://schemas.openxmlformats.org/officeDocument/2006/relationships/slide" Target="/ppt/slides/slide1.xml" Id="R82fe8395bb1f42e8" /><Relationship Type="http://schemas.openxmlformats.org/officeDocument/2006/relationships/slide" Target="/ppt/slides/slide2.xml" Id="R0abf12bf60854256" /><Relationship Type="http://schemas.openxmlformats.org/officeDocument/2006/relationships/slide" Target="/ppt/slides/slide3.xml" Id="R869936278cd14b5b" /><Relationship Type="http://schemas.openxmlformats.org/officeDocument/2006/relationships/slide" Target="/ppt/slides/slide4.xml" Id="Rae254912709740c8" /><Relationship Type="http://schemas.openxmlformats.org/officeDocument/2006/relationships/slide" Target="/ppt/slides/slide5.xml" Id="Rcadda171fb7e43af" /><Relationship Type="http://schemas.openxmlformats.org/officeDocument/2006/relationships/slide" Target="/ppt/slides/slide6.xml" Id="Rc01b5de6955142c8" /><Relationship Type="http://schemas.openxmlformats.org/officeDocument/2006/relationships/slide" Target="/ppt/slides/slide7.xml" Id="R2a00b0741b374b5f" /><Relationship Type="http://schemas.openxmlformats.org/officeDocument/2006/relationships/slide" Target="/ppt/slides/slide8.xml" Id="Ree46d5841a6f4cf6" /><Relationship Type="http://schemas.openxmlformats.org/officeDocument/2006/relationships/slide" Target="/ppt/slides/slide9.xml" Id="R75fdb6bd91064f6e" /><Relationship Type="http://schemas.openxmlformats.org/officeDocument/2006/relationships/slide" Target="/ppt/slides/slide10.xml" Id="Rcd63e8633dda4c38" /><Relationship Type="http://schemas.openxmlformats.org/officeDocument/2006/relationships/slide" Target="/ppt/slides/slide11.xml" Id="Rb720021e8875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613796849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08613776647af" /><Relationship Type="http://schemas.openxmlformats.org/officeDocument/2006/relationships/notesMaster" Target="/ppt/notesMasters/notesMaster1.xml" Id="Rd6f28ce8806f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5bfe1b11e4c83" /><Relationship Type="http://schemas.openxmlformats.org/officeDocument/2006/relationships/notesMaster" Target="/ppt/notesMasters/notesMaster1.xml" Id="Rc763270a0121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ef60d0dfb410b" /><Relationship Type="http://schemas.openxmlformats.org/officeDocument/2006/relationships/notesMaster" Target="/ppt/notesMasters/notesMaster1.xml" Id="Rfb8cea4e01c141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6fd7199864f03" /><Relationship Type="http://schemas.openxmlformats.org/officeDocument/2006/relationships/notesMaster" Target="/ppt/notesMasters/notesMaster1.xml" Id="R39272957b29142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e817d1104748ad" /><Relationship Type="http://schemas.openxmlformats.org/officeDocument/2006/relationships/notesMaster" Target="/ppt/notesMasters/notesMaster1.xml" Id="Rb3f22f1a01e348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4e9b7c5f94e77" /><Relationship Type="http://schemas.openxmlformats.org/officeDocument/2006/relationships/notesMaster" Target="/ppt/notesMasters/notesMaster1.xml" Id="R58484959ff1c45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f4b1963dc4dd3" /><Relationship Type="http://schemas.openxmlformats.org/officeDocument/2006/relationships/notesMaster" Target="/ppt/notesMasters/notesMaster1.xml" Id="R0c787ae4686241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6c1e808d244c35" /><Relationship Type="http://schemas.openxmlformats.org/officeDocument/2006/relationships/notesMaster" Target="/ppt/notesMasters/notesMaster1.xml" Id="R5601403f830e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ef6ee18cd44ae9" /><Relationship Type="http://schemas.openxmlformats.org/officeDocument/2006/relationships/notesMaster" Target="/ppt/notesMasters/notesMaster1.xml" Id="R0a26c60e0c26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54a947d6ff4c52" /><Relationship Type="http://schemas.openxmlformats.org/officeDocument/2006/relationships/notesMaster" Target="/ppt/notesMasters/notesMaster1.xml" Id="R9427062c6a7c41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5a8fed3a3746cd" /><Relationship Type="http://schemas.openxmlformats.org/officeDocument/2006/relationships/notesMaster" Target="/ppt/notesMasters/notesMaster1.xml" Id="R2c8480b54efc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8cca860de43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8f7c793bda43bc" /><Relationship Type="http://schemas.openxmlformats.org/officeDocument/2006/relationships/slideLayout" Target="/ppt/slideLayouts/slideLayout1.xml" Id="R1aac5c0de4c5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ac5c0de4c5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b7ca77de431f" /><Relationship Type="http://schemas.openxmlformats.org/officeDocument/2006/relationships/notesSlide" Target="/ppt/notesSlides/notesSlide1.xml" Id="R77f4f657447940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abb2847984653" /><Relationship Type="http://schemas.openxmlformats.org/officeDocument/2006/relationships/notesSlide" Target="/ppt/notesSlides/notesSlide2.xml" Id="Rd046368f3929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a32db196e42bb" /><Relationship Type="http://schemas.openxmlformats.org/officeDocument/2006/relationships/notesSlide" Target="/ppt/notesSlides/notesSlide3.xml" Id="Ree7e2dcaf99a4c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19938624438d" /><Relationship Type="http://schemas.openxmlformats.org/officeDocument/2006/relationships/notesSlide" Target="/ppt/notesSlides/notesSlide4.xml" Id="R9ca9240d7aff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085d352314b16" /><Relationship Type="http://schemas.openxmlformats.org/officeDocument/2006/relationships/notesSlide" Target="/ppt/notesSlides/notesSlide5.xml" Id="Ra963d8b7afb1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559d46ab8491e" /><Relationship Type="http://schemas.openxmlformats.org/officeDocument/2006/relationships/notesSlide" Target="/ppt/notesSlides/notesSlide6.xml" Id="R078f3c7ef34c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8ae808b4c4acd" /><Relationship Type="http://schemas.openxmlformats.org/officeDocument/2006/relationships/notesSlide" Target="/ppt/notesSlides/notesSlide7.xml" Id="R368afe033f1a45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f027808b14153" /><Relationship Type="http://schemas.openxmlformats.org/officeDocument/2006/relationships/notesSlide" Target="/ppt/notesSlides/notesSlide8.xml" Id="R3b0a6cbde33746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7fa1e86f246df" /><Relationship Type="http://schemas.openxmlformats.org/officeDocument/2006/relationships/notesSlide" Target="/ppt/notesSlides/notesSlide9.xml" Id="R5384f2ca4d84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87c25890643b8" /><Relationship Type="http://schemas.openxmlformats.org/officeDocument/2006/relationships/notesSlide" Target="/ppt/notesSlides/notesSlide10.xml" Id="Ref2637f66f4c46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3cd10f2314c31" /><Relationship Type="http://schemas.openxmlformats.org/officeDocument/2006/relationships/notesSlide" Target="/ppt/notesSlides/notesSlide11.xml" Id="R23f294265802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0572F0E-CC8D-4CE2-9687-A1BAE909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9700C8-1937-4F95-817E-A63DC24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National Registration Identity Card (NRIC)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B96AF4-2506-4FD7-9463-F6AAF10C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A989607A-AB1E-462C-B748-12570DA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571254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416E71B4-DED7-4539-B1BD-62DA1065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Joanne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1089, Unit #01-100, Angsana Heights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S1000000I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Rachel 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1126, Unit #02-101, Bedok Heights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S1000001G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Cheryl Chong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1163, Unit #03-102, Clementi Heights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S1000002E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Mei Lin Chua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1200, Unit #04-103, Dover Heights Road, Singapore 730101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S1000003C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Joanne Seah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1237, Unit #05-104, Fernvale Heights Road, Singapore 768019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S1000004A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Rachel Teo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1274, Unit #06-105, Harbour Heights Road, Singapore 460209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S1000005Z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Cheryl 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1311, Unit #07-106, Jellicoe Heights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S1000006H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Mei Lin Low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1348, Unit #08-107, Kallang Heights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S1000007F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Joanne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1385, Unit #09-108, Marina Heights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S1000008D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Rachel Chong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1422, Unit #10-109, Orchard Heights Road, Singapore 408600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S1000009B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Cheryl Chua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1459, Unit #11-110, Pandan Heights Road, Singapore 150083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S1000010F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Mei Lin Chew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1496, Unit #12-111, Tampines Heights Road, Singapore 119077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Bryan Teo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1533, Unit #13-112, Angsana Rise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S1000012B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Ethan 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1570, Unit #14-113, Bedok Rise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S1000013J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Ryan Low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1607, Unit #15-114, Clementi Rise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S1000014I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C156228A-06F7-43CD-AC77-11D7B8B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AE00BBAD-8C2B-4BF8-8BB7-E5138199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6725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FF20FC6B-6A08-4C68-84E7-BB18E39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Kai Wen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1644, Unit #16-115, Dover Rise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S1000015G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Bryan Chong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1681, Unit #17-116, Fernvale Rise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S1000016E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Ethan Chua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1718, Unit #18-117, Harbour Rise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S1000017C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Ryan Chew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1755, Unit #19-118, Jellicoe Rise Road, Singapore 529510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S1000018A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Kai Wen 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1792, Unit #20-119, Kallang Rise Road, Singapore 238801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S1000019Z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Bryan 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1829, Unit #21-120, Marina Rise Road, Singapore 640201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S1000020C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Ethan Low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1866, Unit #22-121, Orchard Rise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S1000021A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Ryan 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1903, Unit #23-122, Pandan Rise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S1000022Z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Kai Wen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1940, Unit #24-123, Tampines Rise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S1000023H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Bryan Chua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1977, Unit #25-124, Angsana View Road, Singapore 018956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S1000024F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Ethan Chew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2014, Unit #26-125, Bedok View Road, Singapore 560123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S1000025D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Ryan 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2051, Unit #27-126, Clementi View Road, Singapore 569933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S1000026B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Kai Wen Lim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2088, Unit #28-127, Dover View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S1000027J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Bryan Low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2125, Unit #29-128, Fernvale View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S1000028I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Ethan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2162, Unit #30-129, Harbour View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S1000029G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30E0543D-D021-42B3-B031-FC5BE85D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F2336C01-051B-4141-A89F-D510260A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3683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C9CBC7D0-B399-449E-AFA9-821FE14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Ryan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2199, Unit #31-130, Jellicoe View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S1000030J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Cheryl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2236, Unit #32-131, Kallang View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S1000031I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Bryan Chew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2273, Unit #33-132, Marina View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S1000032G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Ethan 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2310, Unit #34-133, Orchard View Road, Singapore 408600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S1000033E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Ryan Lim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2347, Unit #35-134, Pandan View Road, Singapore 150083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S1000034C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Kai Wen Toh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2384, Unit #36-135, Tampines View Road, Singapore 119077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S1000035A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Nicole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2421, Unit #37-136, Angsana Green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S1000036Z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Felicia Yap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2458, Unit #38-137, Bedok Green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S1000037H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Li Xuan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2495, Unit #39-138, Clementi Green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S1000038F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Xin Yi Foo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2532, Unit #40-139, Dover Green Road, Singapore 730101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S1000039D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Nicole 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2569, Unit #41-140, Fernvale Green Road, Singapore 768019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S1000040H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Felicia Lim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2606, Unit #42-141, Harbour Green Road, Singapore 460209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S1000041F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Li Xuan Toh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2643, Unit #43-142, Jellicoe Green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S1000042D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Xin Yi Wong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2680, Unit #44-143, Kallang Green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S1000043B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Nicole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2717, Unit #45-144, Marina Green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S1000044J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30C5526D-93C4-461C-A8F4-D1FF49E5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1397539-5340-4F79-A87D-5FE26A1E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8083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8974C3AF-956F-4DB5-B185-A899CE3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Felicia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2754, Unit #46-145, Orchard Green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S1000045I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Li Xuan Foo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2791, Unit #47-146, Pandan Green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S1000046G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Xin Yi Yeo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2828, Unit #48-147, Tampines Green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S1000047E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Nicole Lim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2865, Unit #49-148, Angsana Park Road, Singapore 018956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S1000048C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Felicia Toh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2902, Unit #50-149, Bedok Park Road, Singapore 560123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S1000049A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Ethan Wong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2939, Unit #51-150, Clementi Park Road, Singapore 569933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S1000050E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Xin Yi Loh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2976, Unit #52-151, Dover Park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S1000051C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Nicole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3013, Unit #53-152, Fernvale Park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S1000052A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Felicia Foo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3050, Unit #54-153, Harbour Park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S1000053Z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Li Xuan Yeo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3087, Unit #55-154, Jellicoe Park Road, Singapore 529510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S1000054H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Xin Yi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3124, Unit #56-155, Kallang Park Road, Singapore 238801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S1000055F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Nicole Toh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3161, Unit #57-156, Marina Park Road, Singapore 640201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S1000056D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Felicia Wong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3198, Unit #58-157, Orchard Park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S1000057B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Li Xuan Loh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3235, Unit #59-158, Pandan Park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S1000058J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Xin Yi Koh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3272, Unit #60-159, Tampines Park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S1000059I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C4A8AF45-3978-48A8-AB3E-E88C3A56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184E8AB4-A4F6-41E8-8E22-60EC7D2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43079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B00861BA-6200-4984-9FAD-F90F9AD4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Adrian Foo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3309, Unit #61-160, Angsana Central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S1000060B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Darren Yeo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3346, Unit #62-161, Bedok Central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S1000061J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Jian Wei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3383, Unit #63-162, Clementi Central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S1000062I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Jun Jie Sim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3420, Unit #64-163, Dover Central Road, Singapore 730101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S1000063G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Adrian Wong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3457, Unit #65-164, Fernvale Central Road, Singapore 768019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S1000064E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Darren Loh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3494, Unit #66-165, Harbour Central Road, Singapore 460209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S1000065C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Jian Wei Koh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3531, Unit #67-166, Jellicoe Central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S1000066A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Jun Jie Quek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3568, Unit #68-167, Kallang Central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S1000067Z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Adrian Yeo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3605, Unit #69-168, Marina Central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S1000068H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Nicole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3642, Unit #70-169, Orchard Central Road, Singapore 408600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S1000069F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Jian Wei Sim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3679, Unit #71-170, Pandan Central Road, Singapore 150083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S1000070Z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Jun Jie Goh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3716, Unit #72-171, Tampines Central Road, Singapore 119077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Adrian Loh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3753, Unit #01-172, Angsana Grove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S1000072F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Darren Koh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3790, Unit #02-173, Bedok Grove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S1000073D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Jian Wei Quek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3827, Unit #03-174, Clementi Grove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S1000074B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C3B7B2DC-AEC7-494D-8EAA-249329D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2369C3A2-D3D1-480C-A447-DD9C7A7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3855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3FF83B93-E378-4894-8257-A2F855B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Jun Jie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3864, Unit #04-175, Dover Grove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S1000075J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Adrian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3901, Unit #05-176, Fernvale Grove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S1000076I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Darren Sim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3938, Unit #06-177, Harbour Grove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S1000077G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Jian Wei Goh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3975, Unit #07-178, Jellicoe Grove Road, Singapore 529510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S1000078E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Jun Jie Seah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4012, Unit #08-179, Kallang Grove Road, Singapore 238801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S1000079C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Adrian Koh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4049, Unit #09-180, Marina Grove Road, Singapore 640201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S1000080G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Darren Quek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4086, Unit #10-181, Orchard Grove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S1000081E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Jian Wei Ho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4123, Unit #11-182, Pandan Grove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S1000082C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Jun Jie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4160, Unit #12-183, Tampines Grove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S1000083A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Vanessa Sim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4197, Unit #13-184, Angsana Terrace Road, Singapore 018956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S1000084Z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Alicia Goh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4234, Unit #14-185, Bedok Terrace Road, Singapore 560123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S1000085H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Hui Min Seah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4271, Unit #15-186, Clementi Terrace Road, Singapore 569933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S1000086F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Jia Hui Teo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4308, Unit #16-187, Dover Terrace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S1000087D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Jun Jie Quek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4345, Unit #17-188, Fernvale Terrace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S1000088B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Alicia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4382, Unit #18-189, Harbour Terrace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S1000089J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85602292-2E17-4469-8CB8-51349A8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8DA1F189-A1CF-43F8-A3B5-788D131D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8578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A4A902B1-F936-4D63-BC1C-D2022D5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Hui Min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4419, Unit #19-190, Jellicoe Terrace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S1000090D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Jia Hui Chong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4456, Unit #20-191, Kallang Terrace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S1000091B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Vanessa Goh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4493, Unit #21-192, Marina Terrace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S1000092J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Alicia Seah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4530, Unit #22-193, Orchard Terrace Road, Singapore 408600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S1000093I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Hui Min Teo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4567, Unit #23-194, Pandan Terrace Road, Singapore 150083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S1000094G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Jia Hui 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4604, Unit #24-195, Tampines Terrace Road, Singapore 119077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S1000095E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Vanessa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4641, Unit #25-196, Angsana Crescent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S1000096C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Alicia 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4678, Unit #26-197, Bedok Crescent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S1000097A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Hui Min Chong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4715, Unit #27-198, Clementi Crescent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S1000098Z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Jia Hui Chua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4752, Unit #28-199, Dover Crescent Road, Singapore 730101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S1000099H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Vanessa Seah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4789, Unit #29-200, Fernvale Crescent Road, Singapore 768019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S1000100E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Alicia Teo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4826, Unit #30-201, Harbour Crescent Road, Singapore 460209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S1000101C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Hui Min 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4863, Unit #31-202, Jellicoe Crescent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S1000102A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Jia Hui Low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4900, Unit #32-203, Kallang Crescent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S1000103Z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Vanessa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4937, Unit #33-204, Marina Crescent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S1000104H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A235BD6C-5003-4E51-8C17-485F6FC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06BFF8EB-8B8C-4317-B0BF-B8D98F1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5121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06796F4E-532C-4F93-811C-5039230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Alicia Chong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4974, Unit #34-205, Orchard Crescent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S1000105F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Hui Min Chua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5011, Unit #35-206, Pandan Crescent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S1000106D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Jia Hui Chew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5048, Unit #36-207, Tampines Crescent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S1000107B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Isaac Teo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5085, Unit #37-208, Angsana Point Road, Singapore 018956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S1000108J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Marcus 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5122, Unit #38-209, Bedok Point Road, Singapore 560123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S1000109I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Zhi Hao Low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5159, Unit #39-210, Clementi Point Road, Singapore 569933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S1000110B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Wei Ming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5196, Unit #40-211, Dover Point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S1000111J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Isaac Chong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5233, Unit #41-212, Fernvale Point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S1000112I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Marcus Chua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5270, Unit #42-213, Harbour Point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S1000113G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Zhi Hao Chew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5307, Unit #43-214, Jellicoe Point Road, Singapore 529510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S1000114E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Wei Ming 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5344, Unit #44-215, Kallang Point Road, Singapore 238801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S1000115C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Isaac 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5381, Unit #45-216, Marina Point Road, Singapore 640201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S1000116A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Marcus Low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5418, Unit #46-217, Orchard Point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S1000117Z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Zhi Hao 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5455, Unit #47-218, Pandan Point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S1000118H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Wei Ming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5492, Unit #48-219, Tampines Point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S1000119F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4C0C49A5-67A6-4D1C-86B3-E8691636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BA6DB82-4E17-412B-A991-FDE24E1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53486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846A2ED1-9844-4BFB-AE82-AB48F80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Isaac Chua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5529, Unit #49-220, Angsana Gardens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S1000120Z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Marcus Chew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5566, Unit #50-221, Bedok Gardens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Zhi Hao 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5603, Unit #51-222, Clementi Gardens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S1000122F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Wei Ming Lim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5640, Unit #52-223, Dover Gardens Road, Singapore 730101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S1000123D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Isaac Low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5677, Unit #53-224, Fernvale Gardens Road, Singapore 768019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S1000124B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Marcus 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5714, Unit #54-225, Harbour Gardens Road, Singapore 460209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S1000125J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 Zhi Hao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5751, Unit #55-226, Jellicoe Gardens Road, Singapore 529510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S1000126I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 Wen Wei Ming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5788, Unit #56-227, Kallang Gardens Road, Singapore 238801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S1000127G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Xin Yi Isaac Chew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5825, Unit #57-228, Marina Gardens Road, Singapore 640201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S1000128E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Jun Jie Marcus 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5862, Unit #58-229, Orchard Gardens Road, Singapore 408600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S1000129C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 Hui Zhi Hao Lim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5899, Unit #59-230, Pandan Gardens Road, Singapore 150083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S1000130G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Wei Ming Hui Min Toh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5936, Unit #60-231, Tampines Gardens Road, Singapore 119077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S1000131E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Rachel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5973, Unit #61-232, Angsana Vale Road, Singapore 018956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S1000132C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Bryan Cheryl Yap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6010, Unit #62-233, Bedok Vale Road, Singapore 560123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S1000133A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Nicole Mei Lin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6047, Unit #63-234, Clementi Vale Road, Singapore 569933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S1000134Z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9418F615-8EF7-4D56-A11D-C79F368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0FEC064A-2664-463F-8288-6B25F02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1023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AE09EF03-C3D3-4CA6-867B-CE880AA5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NRIC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Joanne Chew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6084, Unit #64-235, Dover Vale Road,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S1000135H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Vanessa Rachel 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6121, Unit #65-236, Fernvale Vale Road,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S1000136F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Isaac Cheryl Lim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6158, Unit #66-237, Harbour Vale Road,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S1000137D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Rachel Mei Lin Toh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6195, Unit #67-238, Jellicoe Vale Road, Singapore 529510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S1000138B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Joanne 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6232, Unit #68-239, Kallang Vale Road, Singapore 238801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S1000139J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Felicia Rachel Yap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6269, Unit #69-240, Marina Vale Road, Singapore 640201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S1000140D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Darren Cheryl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6306, Unit #70-241, Orchard Vale Road, Singapore 408600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Alicia Mei Lin Foo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6343, Unit #71-242, Pandan Vale Road, Singapore 150083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S1000142J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Marcus Joanne 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6380, Unit #72-243, Tampines Vale Road, Singapore 119077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S1000143I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Cheryl Rachel Lim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6417, Unit #01-244, Angsana Heights Avenue, Singapore 018956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S1000144G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Ryan Cheryl Toh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6454, Unit #02-245, Bedok Heights Avenue, Singapore 560123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S1000145E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 Xuan Mei Lin Wong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6491, Unit #03-246, Clementi Heights Avenue, Singapore 569933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S1000146C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Jian Wei Joanne Yap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6528, Unit #04-247, Dover Heights Avenue, Singapore 730101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S1000147A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Hui Min Rachel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6565, Unit #05-248, Fernvale Heights Avenue, Singapore 768019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S1000148Z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Zhi Hao Cheryl Foo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Block 6602, Unit #06-249, Harbour Heights Avenue, Singapore 460209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S1000149H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AC4BEBAA-25BA-4E0A-821C-2CB19AA4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3DF6E9AB-1745-4B45-8FC2-57130397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1188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2026-07-30T10:49:23.9360000Z</dcterms:created>
  <dcterms:modified xsi:type="dcterms:W3CDTF">2026-07-30T10:49:23.9360000Z</dcterms:modified>
</coreProperties>
</file>
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704d0cc6ae443e" /><Relationship Type="http://schemas.openxmlformats.org/officeDocument/2006/relationships/extended-properties" Target="/docProps/app.xml" Id="Rb902e02f5c98471f" /><Relationship Type="http://schemas.openxmlformats.org/officeDocument/2006/relationships/officeDocument" Target="/ppt/presentation.xml" Id="R483fb4cac1ad4c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4fea8482ad4c64"/>
  </p:sldMasterIdLst>
  <p:notesMasterIdLst>
    <p:notesMasterId xmlns:r="http://schemas.openxmlformats.org/officeDocument/2006/relationships" r:id="R6bbf219164fb4f72"/>
  </p:notesMasterIdLst>
  <p:sldIdLst>
    <p:sldId xmlns:r="http://schemas.openxmlformats.org/officeDocument/2006/relationships" id="256" r:id="R92b65f1a94c24141"/>
    <p:sldId xmlns:r="http://schemas.openxmlformats.org/officeDocument/2006/relationships" id="257" r:id="R6b459b04f7d8487f"/>
    <p:sldId xmlns:r="http://schemas.openxmlformats.org/officeDocument/2006/relationships" id="258" r:id="Ra54a730380fd4742"/>
    <p:sldId xmlns:r="http://schemas.openxmlformats.org/officeDocument/2006/relationships" id="259" r:id="Rc0f7f002d13545e8"/>
    <p:sldId xmlns:r="http://schemas.openxmlformats.org/officeDocument/2006/relationships" id="260" r:id="R62e7eb3e85c240ed"/>
    <p:sldId xmlns:r="http://schemas.openxmlformats.org/officeDocument/2006/relationships" id="261" r:id="R147886be32d445d5"/>
    <p:sldId xmlns:r="http://schemas.openxmlformats.org/officeDocument/2006/relationships" id="262" r:id="R5be8d0c03b6747f1"/>
    <p:sldId xmlns:r="http://schemas.openxmlformats.org/officeDocument/2006/relationships" id="263" r:id="Rcd1a722583884900"/>
    <p:sldId xmlns:r="http://schemas.openxmlformats.org/officeDocument/2006/relationships" id="264" r:id="R782eb043d5be46a8"/>
    <p:sldId xmlns:r="http://schemas.openxmlformats.org/officeDocument/2006/relationships" id="265" r:id="Ra29b28e90f79476f"/>
    <p:sldId xmlns:r="http://schemas.openxmlformats.org/officeDocument/2006/relationships" id="266" r:id="Rf8dfefd9e83c48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e876f75cd44d32" /><Relationship Type="http://schemas.openxmlformats.org/officeDocument/2006/relationships/slideMaster" Target="/ppt/slideMasters/slideMaster1.xml" Id="R1a4fea8482ad4c64" /><Relationship Type="http://schemas.openxmlformats.org/officeDocument/2006/relationships/notesMaster" Target="/ppt/notesMasters/notesMaster1.xml" Id="R6bbf219164fb4f72" /><Relationship Type="http://schemas.openxmlformats.org/officeDocument/2006/relationships/presProps" Target="/ppt/presProps.xml" Id="R82ebc1a4a1904832" /><Relationship Type="http://schemas.openxmlformats.org/officeDocument/2006/relationships/tableStyles" Target="/ppt/tableStyles.xml" Id="Rfd83d7ae9044463e" /><Relationship Type="http://schemas.openxmlformats.org/officeDocument/2006/relationships/slide" Target="/ppt/slides/slide1.xml" Id="R92b65f1a94c24141" /><Relationship Type="http://schemas.openxmlformats.org/officeDocument/2006/relationships/slide" Target="/ppt/slides/slide2.xml" Id="R6b459b04f7d8487f" /><Relationship Type="http://schemas.openxmlformats.org/officeDocument/2006/relationships/slide" Target="/ppt/slides/slide3.xml" Id="Ra54a730380fd4742" /><Relationship Type="http://schemas.openxmlformats.org/officeDocument/2006/relationships/slide" Target="/ppt/slides/slide4.xml" Id="Rc0f7f002d13545e8" /><Relationship Type="http://schemas.openxmlformats.org/officeDocument/2006/relationships/slide" Target="/ppt/slides/slide5.xml" Id="R62e7eb3e85c240ed" /><Relationship Type="http://schemas.openxmlformats.org/officeDocument/2006/relationships/slide" Target="/ppt/slides/slide6.xml" Id="R147886be32d445d5" /><Relationship Type="http://schemas.openxmlformats.org/officeDocument/2006/relationships/slide" Target="/ppt/slides/slide7.xml" Id="R5be8d0c03b6747f1" /><Relationship Type="http://schemas.openxmlformats.org/officeDocument/2006/relationships/slide" Target="/ppt/slides/slide8.xml" Id="Rcd1a722583884900" /><Relationship Type="http://schemas.openxmlformats.org/officeDocument/2006/relationships/slide" Target="/ppt/slides/slide9.xml" Id="R782eb043d5be46a8" /><Relationship Type="http://schemas.openxmlformats.org/officeDocument/2006/relationships/slide" Target="/ppt/slides/slide10.xml" Id="Ra29b28e90f79476f" /><Relationship Type="http://schemas.openxmlformats.org/officeDocument/2006/relationships/slide" Target="/ppt/slides/slide11.xml" Id="Rf8dfefd9e83c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455b9ea9349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919c97ec2c43ac" /><Relationship Type="http://schemas.openxmlformats.org/officeDocument/2006/relationships/notesMaster" Target="/ppt/notesMasters/notesMaster1.xml" Id="R01b51bef009f4a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2ab86ad35946d0" /><Relationship Type="http://schemas.openxmlformats.org/officeDocument/2006/relationships/notesMaster" Target="/ppt/notesMasters/notesMaster1.xml" Id="R3c660a541c1f4f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615d4bebf84a41" /><Relationship Type="http://schemas.openxmlformats.org/officeDocument/2006/relationships/notesMaster" Target="/ppt/notesMasters/notesMaster1.xml" Id="Ra5d753aa8c3448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754a5c0ef74958" /><Relationship Type="http://schemas.openxmlformats.org/officeDocument/2006/relationships/notesMaster" Target="/ppt/notesMasters/notesMaster1.xml" Id="Rd75a0cd4009147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025a7af4d64337" /><Relationship Type="http://schemas.openxmlformats.org/officeDocument/2006/relationships/notesMaster" Target="/ppt/notesMasters/notesMaster1.xml" Id="R8db5ce3c0a1c42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235e09c1bd4bbb" /><Relationship Type="http://schemas.openxmlformats.org/officeDocument/2006/relationships/notesMaster" Target="/ppt/notesMasters/notesMaster1.xml" Id="R92521414db9b40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325fafcdda4f83" /><Relationship Type="http://schemas.openxmlformats.org/officeDocument/2006/relationships/notesMaster" Target="/ppt/notesMasters/notesMaster1.xml" Id="R69eeafdf14df41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de2e6d845c474f" /><Relationship Type="http://schemas.openxmlformats.org/officeDocument/2006/relationships/notesMaster" Target="/ppt/notesMasters/notesMaster1.xml" Id="Rad3949d7a2df46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3e14333011440d" /><Relationship Type="http://schemas.openxmlformats.org/officeDocument/2006/relationships/notesMaster" Target="/ppt/notesMasters/notesMaster1.xml" Id="R8422d254a66445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e4058a85864bf9" /><Relationship Type="http://schemas.openxmlformats.org/officeDocument/2006/relationships/notesMaster" Target="/ppt/notesMasters/notesMaster1.xml" Id="Re0303095fa8a47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6ee02d90f64fe0" /><Relationship Type="http://schemas.openxmlformats.org/officeDocument/2006/relationships/notesMaster" Target="/ppt/notesMasters/notesMaster1.xml" Id="R6f99b3f1b1a842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38726d2854c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d4a50678242ab" /><Relationship Type="http://schemas.openxmlformats.org/officeDocument/2006/relationships/slideLayout" Target="/ppt/slideLayouts/slideLayout1.xml" Id="R6bb76bab5cec42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76bab5cec42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9d67ad3434f13" /><Relationship Type="http://schemas.openxmlformats.org/officeDocument/2006/relationships/notesSlide" Target="/ppt/notesSlides/notesSlide1.xml" Id="R9727f523c46e43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c34a486ec4f40" /><Relationship Type="http://schemas.openxmlformats.org/officeDocument/2006/relationships/notesSlide" Target="/ppt/notesSlides/notesSlide2.xml" Id="R3af4953e363f4b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bbf01ba6f45f9" /><Relationship Type="http://schemas.openxmlformats.org/officeDocument/2006/relationships/notesSlide" Target="/ppt/notesSlides/notesSlide3.xml" Id="Rba4bf9c86f3b43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502daaaa64a19" /><Relationship Type="http://schemas.openxmlformats.org/officeDocument/2006/relationships/notesSlide" Target="/ppt/notesSlides/notesSlide4.xml" Id="R9c58a45b87d7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af729b42b4f74" /><Relationship Type="http://schemas.openxmlformats.org/officeDocument/2006/relationships/notesSlide" Target="/ppt/notesSlides/notesSlide5.xml" Id="R74fd96938f8b44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a4379da5f444d" /><Relationship Type="http://schemas.openxmlformats.org/officeDocument/2006/relationships/notesSlide" Target="/ppt/notesSlides/notesSlide6.xml" Id="R757a1e895cf5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ba0ef6acb490b" /><Relationship Type="http://schemas.openxmlformats.org/officeDocument/2006/relationships/notesSlide" Target="/ppt/notesSlides/notesSlide7.xml" Id="R2ca19f2f31d544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1a5b7ce204713" /><Relationship Type="http://schemas.openxmlformats.org/officeDocument/2006/relationships/notesSlide" Target="/ppt/notesSlides/notesSlide8.xml" Id="R84e9e5fc312143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391bf065e4ea2" /><Relationship Type="http://schemas.openxmlformats.org/officeDocument/2006/relationships/notesSlide" Target="/ppt/notesSlides/notesSlide9.xml" Id="R9b7fc926d20740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a3e57e5cb45e0" /><Relationship Type="http://schemas.openxmlformats.org/officeDocument/2006/relationships/notesSlide" Target="/ppt/notesSlides/notesSlide10.xml" Id="R3034f23c83c340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8bdc9a35b4397" /><Relationship Type="http://schemas.openxmlformats.org/officeDocument/2006/relationships/notesSlide" Target="/ppt/notesSlides/notesSlide11.xml" Id="Rc0c144f1921b47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78F4017-CD55-47A3-B936-88415704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E0F4A7-046C-4DD0-9EEC-4962AA6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Pakistan International Bank Account Number (IBAN)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9B63D94-F2CC-464A-8B7C-201A6C1C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F97D0413-3CD3-4B19-A30E-180ECFC0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808279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B69FA66D-73F2-4932-BAB9-E0AE79BC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Hira Hamza Rashid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1050, Canal Heights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PK65 SCBL 1000 0000 0000 0001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Usman Hassan Hussain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1087, Garden Heights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PK38 SCBL 1000 0000 0000 0002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Salman Javed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1124, Iqbal Heights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PK11 SCBL 1000 0000 0000 0003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Hassan Imran Iqbal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1161, Jinnah Heights Road, Hyderabad 71000,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PK81 SCBL 1000 0000 0000 0004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Zainab Hamza Mirza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1198, Kashmir Heights Road, Peshawar 25000,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PK54 SCBL 1000 0000 0000 0005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Ahmed Hassan Chaudhry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1235, Margalla Heights Road, Bahawalpur 63100,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PK27 SCBL 1000 0000 0000 0006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Salman Mahmood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1272, Model Heights Road, Faisalabad 38000,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PK97 SCBL 1000 0000 0000 0007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 Imran Rashid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1309, Nishat Heights Road, Lahore 54000,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PK70 SCBL 1000 0000 0000 0008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Ayesha Hamza Hussain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1346, River Heights Road, Sialkot 51310,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PK43 SCBL 1000 0000 0000 0009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Salman Zainab Nawaz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1383, Shalimar Heights Road, Rawalpindi 46000,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PK16 SCBL 1000 0000 0000 0010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Mehak Hassan Iqbal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1420, University Heights Road, Gujranwala 52250,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PK86 SCBL 1000 0000 0000 0011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Danish Noor Mirza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1457, Zamzama Heights Road, Multan 60000,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PK59 SCBL 1000 0000 0000 0012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Alina Sana Chaudhry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1494, Canal View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PK32 SCBL 1000 0000 0000 0013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Fahad Zainab Khan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1531, Garden View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PK05 SCBL 1000 0000 0000 0014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Rabia Mehak Rashid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1568, Iqbal View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PK75 SCBL 1000 0000 0000 0015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105506E0-FE2E-479E-8C9A-ECB0CD16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9D980139-C6D1-45AF-8372-B2242E84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0797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A0C7F029-68D2-41D9-BE51-413AC1E5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Imran Noor Hussain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1605, Jinnah View Road,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PK48 SCBL 1000 0000 0000 0016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 Sana Nawaz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1642, Kashmir View Road,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PK21 SCBL 1000 0000 0000 0017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Saad Zainab Raza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1679, Margalla View Road,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PK91 SCBL 1000 0000 0000 0018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Mehak Mirza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1716, Model View Road, Faisalabad 38000,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PK64 SCBL 1000 0000 0000 0019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Noor Chaudhry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1753, Nishat View Road, Lahore 54000,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PK37 SCBL 1000 0000 0000 0020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Iqra Sana Khan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1790, River View Road, Sialkot 51310,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PK10 SCBL 1000 0000 0000 0021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Hamza Zainab Akhtar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1827, Shalimar View Road, Rawalpindi 46000,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PK80 SCBL 1000 0000 0000 0022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Sana Mehak Hussain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1864, University View Road, Gujranwala 52250,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PK53 SCBL 1000 0000 0000 0023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Bilal Noor Nawaz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1901, Zamzama View Road, Multan 60000,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PK26 SCBL 1000 0000 0000 0024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Hira Sana Raza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1938, Canal Park Road, Islamabad 44000,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PK96 SCBL 1000 0000 0000 0025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Usman Zainab Ansari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1975, Garden Park Road, Quetta 87300,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PK69 SCBL 1000 0000 0000 0026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Mehak Chaudhry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2012, Iqbal Park Road, Karachi 74200,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PK42 SCBL 1000 0000 0000 0027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Hassan Noor Khan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2049, Jinnah Park Road,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PK15 SCBL 1000 0000 0000 0028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Zainab Sana Akhtar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2086, Kashmir Park Road,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PK85 SCBL 1000 0000 0000 0029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Ahmed Zainab Malik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2123, Margalla Park Road,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PK58 SCBL 1000 0000 0000 0030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599CE8B5-67AF-4C80-9945-A605A03B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8079C12-A19E-49B9-B6D8-8E73A083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227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81A608C7-3FCB-4F87-8DDD-CA38D90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Mehak Nawaz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2160, Model Park Road, Faisalabad 38000,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PK31 SCBL 1000 0000 0000 0031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 Noor Raza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2197, Nishat Park Road, Lahore 54000,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PK04 SCBL 1000 0000 0000 0032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Ayesha Sana Ansari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2234, River Park Road, Sialkot 51310,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PK74 SCBL 1000 0000 0000 0033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Salman Ahmed Butt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2271, Shalimar Park Road, Rawalpindi 46000,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PK47 SCBL 1000 0000 0000 0034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Mehak Danish Khan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2308, University Park Road, Gujranwala 52250,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PK20 SCBL 1000 0000 0000 0035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Danish Saad Akhtar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2345, Zamzama Park Road, Multan 60000,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PK90 SCBL 1000 0000 0000 0036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Alina Bilal Malik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2382, Canal Gardens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PK63 SCBL 1000 0000 0000 0037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Fahad Ahmed Shah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2419, Garden Gardens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PK36 SCBL 1000 0000 0000 0038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Rabia Danish Raza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2456, Iqbal Gardens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PK09 SCBL 1000 0000 0000 0039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Imran Saad Ansari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2493, Jinnah Gardens Road, Hyderabad 71000,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PK79 SCBL 1000 0000 0000 0040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 Bilal Butt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2530, Kashmir Gardens Road, Peshawar 25000,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PK52 SCBL 1000 0000 0000 0041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Saad Ahmed Ahmed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2567, Margalla Gardens Road, Bahawalpur 63100,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PK25 SCBL 1000 0000 0000 0042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Danish Akhtar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2604, Model Gardens Road, Faisalabad 38000,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PK95 SCBL 1000 0000 0000 0043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Saad Malik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2641, Nishat Gardens Road, Lahore 54000,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PK68 SCBL 1000 0000 0000 0044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Iqra Bilal Shah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2678, River Gardens Road, Sialkot 51310,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PK41 SCBL 1000 0000 0000 0045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0BE9DAB2-377D-4876-BEAA-9F7522F9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40E4407A-82B2-4384-964E-26981C2A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78309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A9A37485-C894-4266-8F74-1B33203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Hamza Ahmed Siddiqui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2715, Shalimar Gardens Road, Rawalpindi 46000,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PK14 SCBL 1000 0000 0000 0046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Sana Danish Ansari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2752, University Gardens Road, Gujranwala 52250,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PK84 SCBL 1000 0000 0000 0047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Bilal Saad Butt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2789, Zamzama Gardens Road, Multan 60000,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PK57 SCBL 1000 0000 0000 0048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Hira Bilal Ahmed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2826, Canal Enclave Road, Islamabad 44000,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PK30 SCBL 1000 0000 0000 0049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Usman Ahmed Farooq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2863, Garden Enclave Road, Quetta 87300,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PK03 SCBL 1000 0000 0000 0050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Danish Malik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2900, Iqbal Enclave Road, Karachi 74200,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PK73 SCBL 1000 0000 0000 0051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Hassan Saad Shah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2937, Jinnah Enclave Road,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PK46 SCBL 1000 0000 0000 0052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Zainab Bilal Siddiqui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2974, Kashmir Enclave Road,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PK19 SCBL 1000 0000 0000 0053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Ahmed Sana Bhatti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3011, Margalla Enclave Road,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PK89 SCBL 1000 0000 0000 0054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Danish Butt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3048, Model Enclave Road, Faisalabad 38000,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PK62 SCBL 1000 0000 0000 0055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 Saad Ahmed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3085, Nishat Enclave Road, Lahore 54000,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PK35 SCBL 1000 0000 0000 0056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Ayesha Bilal Farooq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3122, River Enclave Road, Sialkot 51310,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PK08 SCBL 1000 0000 0000 0057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Salman Fatima Sheikh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3159, Shalimar Enclave Road, Rawalpindi 46000,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PK78 SCBL 1000 0000 0000 0058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Mehak Alina Shah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3196, University Enclave Road, Gujranwala 52250,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PK51 SCBL 1000 0000 0000 0059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Danish Maha Siddiqui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3233, Zamzama Enclave Road, Multan 60000,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PK24 SCBL 1000 0000 0000 0060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EB7320AF-18DA-4118-861A-597CBD3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2AAAF25F-9E04-479B-99A3-DE425849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728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20A0BE91-58D7-4416-82DB-E5FF6452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Alina Hira Bhatti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3270, Canal Town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PK94 SCBL 1000 0000 0000 0061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Fahad Fatima Abbasi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3307, Garden Town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PK67 SCBL 1000 0000 0000 0062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Rabia Alina Ahmed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3344, Iqbal Town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PK40 SCBL 1000 0000 0000 0063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Imran Maha Farooq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3381, Jinnah Town Road, Hyderabad 71000,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PK13 SCBL 1000 0000 0000 0064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 Hira Sheikh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3418, Kashmir Town Road, Peshawar 25000,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PK83 SCBL 1000 0000 0000 0065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Saad Fatima Mughal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3455, Margalla Town Road, Bahawalpur 63100,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PK56 SCBL 1000 0000 0000 0066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Alina Siddiqui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3492, Model Town Road, Faisalabad 38000,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PK29 SCBL 1000 0000 0000 0067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Maha Bhatti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3529, Nishat Town Road, Lahore 54000,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PK02 SCBL 1000 0000 0000 0068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Iqra Hira Abbasi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3566, River Town Road, Sialkot 51310,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PK72 SCBL 1000 0000 0000 0069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Hamza Fatima Ali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3603, Shalimar Town Road, Rawalpindi 46000,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PK45 SCBL 1000 0000 0000 0070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Sana Alina Farooq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3640, University Town Road, Gujranwala 52250,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PK18 SCBL 1000 0000 0000 0071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Bilal Maha Sheikh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3677, Zamzama Town Road, Multan 60000,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PK88 SCBL 1000 0000 0000 0072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Hira Saad Mughal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3714, Canal Colony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PK61 SCBL 1000 0000 0000 0073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Usman Fatima Qureshi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3751, Garden Colony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PK34 SCBL 1000 0000 0000 0074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Alina Bhatti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3788, Iqbal Colony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PK07 SCBL 1000 0000 0000 0075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4FAB6BC6-242D-42EA-8BA9-F25DD9D8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07F49D92-006B-44D9-8060-68B7D99F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77748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E7756891-6DA6-4957-A8E2-13F95D11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Hassan Maha Abbasi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3825, Jinnah Colony Road,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PK77 SCBL 1000 0000 0000 0076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Zainab Hira Ali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3862, Kashmir Colony Road,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PK50 SCBL 1000 0000 0000 0077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Ahmed Fatima Javed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3899, Margalla Colony Road,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PK23 SCBL 1000 0000 0000 0078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Alina Sheikh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3936, Model Colony Road, Faisalabad 38000,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PK93 SCBL 1000 0000 0000 0079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 Maha Mughal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3973, Nishat Colony Road, Lahore 54000,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PK66 SCBL 1000 0000 0000 0080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Ayesha Hira Qureshi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4010, River Colony Road, Sialkot 51310,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PK39 SCBL 1000 0000 0000 0081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Salman Ali Mahmood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4047, Shalimar Colony Road, Rawalpindi 46000,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PK12 SCBL 1000 0000 0000 0082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Mehak Fahad Abbasi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4084, University Colony Road, Gujranwala 52250,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PK82 SCBL 1000 0000 0000 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Danish Omar Ali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4121, Zamzama Colony Road, Multan 60000,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PK55 SCBL 1000 0000 0000 0084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Alina Usman Javed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4158, Canal Terrace Road, Islamabad 44000,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PK28 SCBL 1000 0000 0000 0085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Fahad Ali Iqbal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4195, Garden Terrace Road, Quetta 87300,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PK98 SCBL 1000 0000 0000 0086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Rabia Fahad Mughal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4232, Iqbal Terrace Road, Karachi 74200,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PK71 SCBL 1000 0000 0000 0087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Imran Omar Qureshi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4269, Jinnah Terrace Road,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PK44 SCBL 1000 0000 0000 0088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 Usman Mahmood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4306, Kashmir Terrace Road,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PK17 SCBL 1000 0000 0000 0089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Saad Ali Rashid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4343, Margalla Terrace Road,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PK87 SCBL 1000 0000 0000 0090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CB317FED-284F-4ECB-8571-72D7E7B0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E524725A-0713-48E1-B4E7-FFE08EB1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61224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1F58FD82-9CB4-411D-BD38-B887979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Fahad Ali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4380, Model Terrace Road, Faisalabad 38000,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PK60 SCBL 1000 0000 0000 0091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Alina Javed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4417, Nishat Terrace Road, Lahore 54000,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PK33 SCBL 1000 0000 0000 0092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Iqra Usman Iqbal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4454, River Terrace Road, Sialkot 51310,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PK06 SCBL 1000 0000 0000 0093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Hamza Ali Mirza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4491, Shalimar Terrace Road, Rawalpindi 46000,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PK76 SCBL 1000 0000 0000 0094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Sana Fahad Qureshi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4528, University Terrace Road, Gujranwala 52250,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PK49 SCBL 1000 0000 0000 0095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Bilal Omar Mahmood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4565, Zamzama Terrace Road, Multan 60000,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PK22 SCBL 1000 0000 0000 0096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Hira Usman Rashid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4602, Canal Square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PK92 SCBL 1000 0000 0000 0097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Usman Ali Hussain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4639, Garden Square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PK65 SCBL 1000 0000 0000 0098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Fahad Javed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4676, Iqbal Square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PK38 SCBL 1000 0000 0000 0099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Hassan Omar Iqbal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4713, Jinnah Square Road, Hyderabad 71000,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PK11 SCBL 1000 0000 0000 0100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Zainab Usman Mirza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4750, Kashmir Square Road, Peshawar 25000,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PK81 SCBL 1000 0000 0000 0101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Ahmed Ali Chaudhry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4787, Margalla Square Road, Bahawalpur 63100,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PK54 SCBL 1000 0000 0000 0102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Fahad Mahmood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4824, Model Square Road, Faisalabad 38000,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PK27 SCBL 1000 0000 0000 0103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 Omar Rashid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4861, Nishat Square Road, Lahore 54000,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PK97 SCBL 1000 0000 0000 0104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Ayesha Usman Hussain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4898, River Square Road, Sialkot 51310,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PK70 SCBL 1000 0000 0000 0105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9CCE10DB-C3C8-43B6-BDB4-B00A493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A5F141F9-4099-4C5B-BEB4-C90B7ED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3277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F860FD1F-D8FD-466C-9086-BB55EDEC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Salman Ayesha Nawaz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4935, Shalimar Square Road, Rawalpindi 46000,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PK43 SCBL 1000 0000 0000 0106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Mehak Rabia Iqbal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4972, University Square Road, Gujranwala 52250,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PK16 SCBL 1000 0000 0000 0107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Danish Iqra Mirza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5009, Zamzama Square Road, Multan 60000,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PK86 SCBL 1000 0000 0000 0108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Alina Maryam Chaudhry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5046, Canal Valley Road, Islamabad 44000,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PK59 SCBL 1000 0000 0000 0109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Fahad Ayesha Khan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5083, Garden Valley Road, Quetta 87300,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PK32 SCBL 1000 0000 0000 0110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Rabia Ali Rashid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5120, Iqbal Valley Road, Karachi 74200,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PK05 SCBL 1000 0000 0000 0111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Imran Iqra Hussain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5157, Jinnah Valley Road,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PK75 SCBL 1000 0000 0000 0112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 Maryam Nawaz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5194, Kashmir Valley Road,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PK48 SCBL 1000 0000 0000 0113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Saad Ayesha Raza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5231, Margalla Valley Road,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PK21 SCBL 1000 0000 0000 0114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Rabia Mirza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5268, Model Valley Road, Faisalabad 38000,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PK91 SCBL 1000 0000 0000 0115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Iqra Chaudhry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5305, Nishat Valley Road, Lahore 54000,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PK64 SCBL 1000 0000 0000 0116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Iqra Maryam Khan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5342, River Valley Road, Sialkot 51310,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PK37 SCBL 1000 0000 0000 0117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Hamza Ayesha Akhtar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5379, Shalimar Valley Road, Rawalpindi 46000,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PK10 SCBL 1000 0000 0000 0118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Sana Rabia Hussain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5416, University Valley Road, Gujranwala 52250,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PK80 SCBL 1000 0000 0000 0119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Bilal Iqra Nawaz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5453, Zamzama Valley Road, Multan 60000,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PK53 SCBL 1000 0000 0000 0120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28163578-A6A4-4729-AC9B-6F329A6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03DE989C-4A22-4ACA-B78B-12992DD4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3654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BC1CF9F0-95C2-4C57-A4F5-B427A295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Hira Maryam Raza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5490, Canal Centre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PK26 SCBL 1000 0000 0000 0121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Usman Ayesha Ansari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5527, Garden Centre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PK96 SCBL 1000 0000 0000 0122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Rabia Chaudhry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5564, Iqbal Centre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PK69 SCBL 1000 0000 0000 0123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Hassan Iqra Khan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5601, Jinnah Centre Road, Hyderabad 71000,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PK42 SCBL 1000 0000 0000 0124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Zainab Maryam Akhtar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5638, Kashmir Centre Road, Peshawar 25000,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PK15 SCBL 1000 0000 0000 0125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Ahmed Ayesha Malik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5675, Margalla Centre Road, Bahawalpur 63100,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PK85 SCBL 1000 0000 0000 0126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Rabia Nawaz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5712, Model Centre Road, Faisalabad 38000,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PK58 SCBL 1000 0000 0000 0127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 Iqra Raza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5749, Nishat Centre Road, Lahore 54000,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PK31 SCBL 1000 0000 0000 0128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Ayesha Maryam Ansari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5786, River Centre Road, Sialkot 51310,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PK04 SCBL 1000 0000 0000 0129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Salman Maryam Chaudhry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5823, Shalimar Centre Road, Rawalpindi 46000,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PK74 SCBL 1000 0000 0000 0130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Mehak Imran Khan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5860, University Centre Road, Gujranwala 52250,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PK47 SCBL 1000 0000 0000 0131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Danish Hamza Akhtar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5897, Zamzama Centre Road, Multan 60000,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PK20 SCBL 1000 0000 0000 0132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Alina Hassan Malik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5934, Canal Estate Road, Islamabad 44000,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PK90 SCBL 1000 0000 0000 0133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Fahad Salman Nawaz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5971, Garden Estate Road, Quetta 87300,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PK63 SCBL 1000 0000 0000 0134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Rabia Imran Raza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6008, Iqbal Estate Road, Karachi 74200,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PK36 SCBL 1000 0000 0000 0135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E645C328-ABA0-4A47-AFCB-A753A3E6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619109FE-5615-4C68-ABCC-557265C7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1083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25CCCDC0-6C8D-435E-A742-07DAD69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Pakistan IBAN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Imran Hamza Ansari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6045, Jinnah Estate Road,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PK09 SCBL 1000 0000 0000 0136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 Hassan Butt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6082, Kashmir Estate Road,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PK79 SCBL 1000 0000 0000 0137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Saad Salman Khan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6119, Margalla Estate Road,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PK52 SCBL 1000 0000 0000 0138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Imran Akhtar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6156, Model Estate Road, Faisalabad 38000,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PK25 SCBL 1000 0000 0000 0139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Hamza Malik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6193, Nishat Estate Road, Lahore 54000,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PK95 SCBL 1000 0000 0000 0140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Iqra Hassan Shah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6230, River Estate Road, Sialkot 51310,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PK68 SCBL 1000 0000 0000 0141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Hamza Salman Raza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6267, Shalimar Estate Road, Rawalpindi 46000,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PK41 SCBL 1000 0000 0000 0142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Sana Imran Ansari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6304, University Estate Road, Gujranwala 52250,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PK14 SCBL 1000 0000 0000 0143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Bilal Hamza Butt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6341, Zamzama Estate Road, Multan 60000,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PK84 SCBL 1000 0000 0000 0144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Hira Hassan Ahmed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6378, Canal Heights Street, Islamabad 44000,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PK57 SCBL 1000 0000 0000 0145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Usman Salman Akhtar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6415, Garden Heights Street, Quetta 87300,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PK30 SCBL 1000 0000 0000 0146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Imran Malik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6452, Iqbal Heights Street, Karachi 74200,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PK03 SCBL 1000 0000 0000 0147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Hassan Hamza Shah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6489, Jinnah Heights Street, Hyderabad 71000,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PK73 SCBL 1000 0000 0000 0148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Zainab Hassan Siddiqui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6526, Kashmir Heights Street, Peshawar 25000, Pakistan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PK46 SCBL 1000 0000 0000 0149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Ahmed Salman Ansari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House 6563, Margalla Heights Street, Bahawalpur 63100, Pakistan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PK19 SCBL 1000 0000 0000 0150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EB636690-17E3-4706-AF38-4401F73D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4502ED6E-6B75-4A45-9AAA-96205F65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92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2026-07-30T10:49:23.0930000Z</dcterms:created>
  <dcterms:modified xsi:type="dcterms:W3CDTF">2026-07-30T10:49:23.0930000Z</dcterms:modified>
</coreProperties>
</file>
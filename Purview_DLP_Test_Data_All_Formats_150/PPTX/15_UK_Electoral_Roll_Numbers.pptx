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4bca4d3e914c70" /><Relationship Type="http://schemas.openxmlformats.org/officeDocument/2006/relationships/extended-properties" Target="/docProps/app.xml" Id="R797caff79ec94bff" /><Relationship Type="http://schemas.openxmlformats.org/officeDocument/2006/relationships/officeDocument" Target="/ppt/presentation.xml" Id="R1b721f02f5e447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176e757ba044eb"/>
  </p:sldMasterIdLst>
  <p:notesMasterIdLst>
    <p:notesMasterId xmlns:r="http://schemas.openxmlformats.org/officeDocument/2006/relationships" r:id="R190a7c69c72f4377"/>
  </p:notesMasterIdLst>
  <p:sldIdLst>
    <p:sldId xmlns:r="http://schemas.openxmlformats.org/officeDocument/2006/relationships" id="256" r:id="R5e4a3dfaedcc4a25"/>
    <p:sldId xmlns:r="http://schemas.openxmlformats.org/officeDocument/2006/relationships" id="257" r:id="R70cfabdd8b094d89"/>
    <p:sldId xmlns:r="http://schemas.openxmlformats.org/officeDocument/2006/relationships" id="258" r:id="Ra7adc0b6396144c7"/>
    <p:sldId xmlns:r="http://schemas.openxmlformats.org/officeDocument/2006/relationships" id="259" r:id="Ra6b01c9966b34bcc"/>
    <p:sldId xmlns:r="http://schemas.openxmlformats.org/officeDocument/2006/relationships" id="260" r:id="Rcb835c9471774426"/>
    <p:sldId xmlns:r="http://schemas.openxmlformats.org/officeDocument/2006/relationships" id="261" r:id="R16f1ffb94acb45da"/>
    <p:sldId xmlns:r="http://schemas.openxmlformats.org/officeDocument/2006/relationships" id="262" r:id="Rc90743593de34ed9"/>
    <p:sldId xmlns:r="http://schemas.openxmlformats.org/officeDocument/2006/relationships" id="263" r:id="R3df97b09763a4e4b"/>
    <p:sldId xmlns:r="http://schemas.openxmlformats.org/officeDocument/2006/relationships" id="264" r:id="R3dfb0952cea54b61"/>
    <p:sldId xmlns:r="http://schemas.openxmlformats.org/officeDocument/2006/relationships" id="265" r:id="Re96ba0fd42664b6a"/>
    <p:sldId xmlns:r="http://schemas.openxmlformats.org/officeDocument/2006/relationships" id="266" r:id="R3674471311e541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c20269612487f" /><Relationship Type="http://schemas.openxmlformats.org/officeDocument/2006/relationships/slideMaster" Target="/ppt/slideMasters/slideMaster1.xml" Id="R51176e757ba044eb" /><Relationship Type="http://schemas.openxmlformats.org/officeDocument/2006/relationships/notesMaster" Target="/ppt/notesMasters/notesMaster1.xml" Id="R190a7c69c72f4377" /><Relationship Type="http://schemas.openxmlformats.org/officeDocument/2006/relationships/presProps" Target="/ppt/presProps.xml" Id="R2b42858c60af44b0" /><Relationship Type="http://schemas.openxmlformats.org/officeDocument/2006/relationships/tableStyles" Target="/ppt/tableStyles.xml" Id="R857e9445837a4e14" /><Relationship Type="http://schemas.openxmlformats.org/officeDocument/2006/relationships/slide" Target="/ppt/slides/slide1.xml" Id="R5e4a3dfaedcc4a25" /><Relationship Type="http://schemas.openxmlformats.org/officeDocument/2006/relationships/slide" Target="/ppt/slides/slide2.xml" Id="R70cfabdd8b094d89" /><Relationship Type="http://schemas.openxmlformats.org/officeDocument/2006/relationships/slide" Target="/ppt/slides/slide3.xml" Id="Ra7adc0b6396144c7" /><Relationship Type="http://schemas.openxmlformats.org/officeDocument/2006/relationships/slide" Target="/ppt/slides/slide4.xml" Id="Ra6b01c9966b34bcc" /><Relationship Type="http://schemas.openxmlformats.org/officeDocument/2006/relationships/slide" Target="/ppt/slides/slide5.xml" Id="Rcb835c9471774426" /><Relationship Type="http://schemas.openxmlformats.org/officeDocument/2006/relationships/slide" Target="/ppt/slides/slide6.xml" Id="R16f1ffb94acb45da" /><Relationship Type="http://schemas.openxmlformats.org/officeDocument/2006/relationships/slide" Target="/ppt/slides/slide7.xml" Id="Rc90743593de34ed9" /><Relationship Type="http://schemas.openxmlformats.org/officeDocument/2006/relationships/slide" Target="/ppt/slides/slide8.xml" Id="R3df97b09763a4e4b" /><Relationship Type="http://schemas.openxmlformats.org/officeDocument/2006/relationships/slide" Target="/ppt/slides/slide9.xml" Id="R3dfb0952cea54b61" /><Relationship Type="http://schemas.openxmlformats.org/officeDocument/2006/relationships/slide" Target="/ppt/slides/slide10.xml" Id="Re96ba0fd42664b6a" /><Relationship Type="http://schemas.openxmlformats.org/officeDocument/2006/relationships/slide" Target="/ppt/slides/slide11.xml" Id="R3674471311e541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48f7f545f040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ef2a0702cc4d01" /><Relationship Type="http://schemas.openxmlformats.org/officeDocument/2006/relationships/notesMaster" Target="/ppt/notesMasters/notesMaster1.xml" Id="R08afd25e0642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4eb51d54684f81" /><Relationship Type="http://schemas.openxmlformats.org/officeDocument/2006/relationships/notesMaster" Target="/ppt/notesMasters/notesMaster1.xml" Id="Rb1eb59fecaba4b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ec13d9caea48b4" /><Relationship Type="http://schemas.openxmlformats.org/officeDocument/2006/relationships/notesMaster" Target="/ppt/notesMasters/notesMaster1.xml" Id="R04a6976ff5704a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a19ac0ba43498e" /><Relationship Type="http://schemas.openxmlformats.org/officeDocument/2006/relationships/notesMaster" Target="/ppt/notesMasters/notesMaster1.xml" Id="R74b89acca1c044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7b33b314d5419f" /><Relationship Type="http://schemas.openxmlformats.org/officeDocument/2006/relationships/notesMaster" Target="/ppt/notesMasters/notesMaster1.xml" Id="R79e8a2639c834d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38e1a23e0e42f0" /><Relationship Type="http://schemas.openxmlformats.org/officeDocument/2006/relationships/notesMaster" Target="/ppt/notesMasters/notesMaster1.xml" Id="Rd9c9115959dd49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dbcdf89fb847cd" /><Relationship Type="http://schemas.openxmlformats.org/officeDocument/2006/relationships/notesMaster" Target="/ppt/notesMasters/notesMaster1.xml" Id="Rc5b0adf1ee434c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59878b7f4c41a2" /><Relationship Type="http://schemas.openxmlformats.org/officeDocument/2006/relationships/notesMaster" Target="/ppt/notesMasters/notesMaster1.xml" Id="R5bc1dbdc7f1444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8799f38be24328" /><Relationship Type="http://schemas.openxmlformats.org/officeDocument/2006/relationships/notesMaster" Target="/ppt/notesMasters/notesMaster1.xml" Id="Rdafa2de99b1542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b06429b7734775" /><Relationship Type="http://schemas.openxmlformats.org/officeDocument/2006/relationships/notesMaster" Target="/ppt/notesMasters/notesMaster1.xml" Id="Rcdc2f76f135644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0aa73abfa744de" /><Relationship Type="http://schemas.openxmlformats.org/officeDocument/2006/relationships/notesMaster" Target="/ppt/notesMasters/notesMaster1.xml" Id="Rfe4b572f32b645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7fd8b03914d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0d2e54868450b" /><Relationship Type="http://schemas.openxmlformats.org/officeDocument/2006/relationships/slideLayout" Target="/ppt/slideLayouts/slideLayout1.xml" Id="R7877b4b270284a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7b4b270284a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28e5339054498" /><Relationship Type="http://schemas.openxmlformats.org/officeDocument/2006/relationships/notesSlide" Target="/ppt/notesSlides/notesSlide1.xml" Id="Rd7e9d604e09d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864874eb4067" /><Relationship Type="http://schemas.openxmlformats.org/officeDocument/2006/relationships/notesSlide" Target="/ppt/notesSlides/notesSlide2.xml" Id="R1d677efab94c4a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6a12dfaa449db" /><Relationship Type="http://schemas.openxmlformats.org/officeDocument/2006/relationships/notesSlide" Target="/ppt/notesSlides/notesSlide3.xml" Id="R7e882c48be504e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02fc69e6e4bc9" /><Relationship Type="http://schemas.openxmlformats.org/officeDocument/2006/relationships/notesSlide" Target="/ppt/notesSlides/notesSlide4.xml" Id="R013c7f77817f4a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701f6f98a4d11" /><Relationship Type="http://schemas.openxmlformats.org/officeDocument/2006/relationships/notesSlide" Target="/ppt/notesSlides/notesSlide5.xml" Id="R2fbaded6d33843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af318e8ae474c" /><Relationship Type="http://schemas.openxmlformats.org/officeDocument/2006/relationships/notesSlide" Target="/ppt/notesSlides/notesSlide6.xml" Id="R0b2dbc1ea28940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f993c10f14a58" /><Relationship Type="http://schemas.openxmlformats.org/officeDocument/2006/relationships/notesSlide" Target="/ppt/notesSlides/notesSlide7.xml" Id="R985a6565714a43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c440c3890474f" /><Relationship Type="http://schemas.openxmlformats.org/officeDocument/2006/relationships/notesSlide" Target="/ppt/notesSlides/notesSlide8.xml" Id="Rbc05b25d3ed148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f33cd9f88417d" /><Relationship Type="http://schemas.openxmlformats.org/officeDocument/2006/relationships/notesSlide" Target="/ppt/notesSlides/notesSlide9.xml" Id="R01d993bd9a5048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08c1715e0405d" /><Relationship Type="http://schemas.openxmlformats.org/officeDocument/2006/relationships/notesSlide" Target="/ppt/notesSlides/notesSlide10.xml" Id="R0b9f339b543e4e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ee6fb1d204c4c" /><Relationship Type="http://schemas.openxmlformats.org/officeDocument/2006/relationships/notesSlide" Target="/ppt/notesSlides/notesSlide11.xml" Id="Rcb235e806c9147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8997C779-FC57-4049-AFD7-27A7E56C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653706-BBB2-441E-B84A-861A8BA7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UK Electoral Roll Number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0C100E1-905B-4A28-97AA-D204BC4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DFEA2E6F-11F8-46F7-961B-1ADC88E2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906347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28A8C1F9-F20B-41FB-A2CE-5627ECF0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Thomas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2335 Abbey Grove Lane,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AA100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Mia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2372 Bramble Grove Lane,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AB101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Amelia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2409 Cedar Grove Lane,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AC102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Sophie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2446 Church Grove Lane,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AD103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Lily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2483 Crown Grove Lane,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Mia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2520 Elm Grove Lane,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AF105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Amelia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2557 Hawthorn Grove Lane,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AG106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Sophie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2594 Kingfisher Grove Lane,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AH107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Lily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2631 Mill Grove Lane,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AI108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Mia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2668 Orchard Grove Lane,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AJ109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Amelia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2705 Station Grove Lane,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AK110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Sophie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2742 Victoria Grove Lane,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James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2779 Abbey Mead Lane,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Mia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2816 Bramble Mead Lane,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Amelia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2853 Cedar Mead Lane,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AO114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B79480C2-591B-4175-821D-BB40B9F9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E2AD811-8795-4939-AFC1-023AB7CF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4393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38E2E032-097A-4D2F-A1F3-E08A7A0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Sophie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2890 Church Mead Lane,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AP115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Lily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2927 Crown Mead Lane,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AQ116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Mia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2964 Elm Mead Lane,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AR117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Amelia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3001 Hawthorn Mead Lane,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AS118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Sophie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3038 Kingfisher Mead Lane,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AT119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Lily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3075 Mill Mead Lane,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AU120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Mia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3112 Orchard Mead Lane,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Amelia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3149 Station Mead Lane,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AW122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Sophie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3186 Victoria Mead Lane,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AX123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Lily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3223 Abbey Park Lane,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AY124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Arthur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3260 Bramble Park Lane,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AZ125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Edward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3297 Cedar Park Lane,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BA126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William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3334 Church Park Lane,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BB127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Charlie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3371 Crown Park Lane,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BC128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Arthur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3408 Elm Park Lane,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BD129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F52ECBC9-C70B-4A57-A111-25491BDB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5A806E1F-E8EF-49EA-AFD9-2B57DB2A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10916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CD187CC1-CE6A-49F6-B956-D54FB87F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Edward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3445 Hawthorn Park Lane,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BE130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Amelia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3482 Kingfisher Park Lane,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BF131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Charlie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3519 Mill Park Lane,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BG132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Arthur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3556 Orchard Park Lane,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BH133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Edward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3593 Station Park Lane,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BI134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William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3630 Victoria Park Lane,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BJ135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Charlie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3667 Abbey Rise Lane,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BK136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Arthur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3704 Bramble Rise Lane,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BL137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Edward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3741 Cedar Rise Lane,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BM138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William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3778 Church Rise Lane,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BN139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Charlie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3815 Crown Rise Lane,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Arthur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3852 Elm Rise Lane,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BP141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Edward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3889 Hawthorn Rise Lane,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BQ142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William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3926 Kingfisher Rise Lane,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Charlie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3963 Mill Rise Lane,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BS144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0DE68207-14F7-4583-9644-726CA0ED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FA5B45C1-7D9A-4D1B-B216-D15C3486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67538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F6534611-0369-4305-B5F2-95103C34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Arthur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4000 Orchard Rise Lane,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BT145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Edward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4037 Station Rise Lane,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BU146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William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4074 Victoria Rise Lane,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BV147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Charlie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4111 Abbey Vale Lane,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BW148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Ava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4148 Bramble Vale Lane,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BX149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Arthur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4185 Cedar Vale Lane,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BY150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Emily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4222 Church Vale Lane,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BZ151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Grace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4259 Crown Vale Lane,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CA152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Ava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4296 Elm Vale Lane,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CB153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Lucy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4333 Hawthorn Vale Lane,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CC154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Emily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4370 Kingfisher Vale Lane,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CD155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Grace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4407 Mill Vale Lane,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CE156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Ava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4444 Orchard Vale Lane,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CF157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Lucy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4481 Station Vale Lane,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CG158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Emily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4518 Victoria Vale Lane,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CH159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AB1D625C-384B-4047-8BF5-B668FE1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EBC8D776-B544-41D5-9050-1F2454A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68486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58674207-532D-4AFA-8913-57C3315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Grace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4555 Abbey View Lane,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CI160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Ava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4592 Bramble View Lane,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CJ161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Lucy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4629 Cedar View Lane,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CK162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Emily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4666 Church View Lane,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CL163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Grace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4703 Crown View Lane,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CM164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Ava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4740 Elm View Lane,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CN165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Lucy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4777 Hawthorn View Lane,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CO166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Emily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4814 Kingfisher View Lane,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CP167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Grace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4851 Mill View Lane,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CQ168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Ava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4888 Orchard View Lane,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CR169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Lucy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4925 Station View Lane,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CS170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Emily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4962 Victoria View Lane,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CT171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Grace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4999 Abbey Wood Lane,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CU172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George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5036 Bramble Wood Lane,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CV173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Henry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5073 Cedar Wood Lane,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CW174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A4880830-9BFC-4B30-B94A-63BE3C21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0314DB4F-9A98-4F36-9DCC-082180A4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162494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416D85B9-C65F-4D8C-AFB5-A20868B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Oscar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5110 Church Wood Lane,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CX175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Harry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5147 Crown Wood Lane,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CY176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George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5184 Elm Wood Lane,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CZ177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Henry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5221 Hawthorn Wood Lane,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DA178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Oscar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5258 Kingfisher Wood Lane,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DB179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Harry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5295 Mill Wood Lane,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DC180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George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5332 Orchard Wood Lane,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DD181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Henry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5369 Station Wood Lane,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DE182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Oscar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5406 Victoria Wood Lane,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DF183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Harry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5443 Abbey Green Lane,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DG184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George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5480 Bramble Green Lane,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DH185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Henry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5517 Cedar Green Lane,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DI186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Oscar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5554 Church Green Lane,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DJ187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Harry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5591 Crown Green Lane,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DK188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George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5628 Elm Green Lane,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DL189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54ADFFBE-56E3-40C8-9E07-FBDB3A62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532B9F57-1AFE-4BFE-BDF7-71CCD52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39659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D8C633D5-BEE4-4ADA-9F57-356BB032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Henry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5665 Hawthorn Green Lane,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DM190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Oscar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5702 Kingfisher Green Lane,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DN191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Harry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5739 Mill Green Lane,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DO192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Grace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5776 Orchard Green Lane,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DP193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Henry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5813 Station Green Lane,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DQ194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Oscar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5850 Victoria Green Lane,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DR195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Harry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5887 Abbey Heath Lane,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DS196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Isla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5924 Bramble Heath Lane,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DT197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Evie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5961 Cedar Heath Lane,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DU198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Freya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5998 Church Heath Lane,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DV199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Sophia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6035 Crown Heath Lane,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DW200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Isla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6072 Elm Heath Lane,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DX201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Evie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6109 Hawthorn Heath Lane,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DY202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Freya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6146 Kingfisher Heath Lane,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DZ203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Sophia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6183 Mill Heath Lane,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EA204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11C59C87-A8CE-4957-88E5-7272BCFC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74214DAF-9AD5-472D-9146-8A2746F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85761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BA2F14C3-4FB8-42E9-901B-947B501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Isla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6220 Orchard Heath Lane,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EB205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Evie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6257 Station Heath Lane,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EC206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Freya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6294 Victoria Heath Lane,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ED207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Sophia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6331 Abbey Cross Lane,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EE208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Isla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6368 Bramble Cross Lane,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EF209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Evie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6405 Cedar Cross Lane,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EG210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Freya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6442 Church Cross Lane,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EH211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Oscar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6479 Crown Cross Lane,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EI212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Isla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6516 Elm Cross Lane,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EJ213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Evie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6553 Hawthorn Cross Lane,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EK214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Freya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6590 Kingfisher Cross Lane,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EL215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Sophia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6627 Mill Cross Lane,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EM216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Isla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6664 Orchard Cross Lane,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EN217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Evie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6701 Station Cross Lane,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EO218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Freya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6738 Victoria Cross Lane,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EP219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EE48784F-A067-4384-9F3B-15751AB9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06A7A2B1-8877-4840-9A21-10210C06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00873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88B1FB4D-6929-43D1-81EB-80E89962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Oliver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6775 Abbey Gate Lane,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EQ220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James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6812 Bramble Gate Lane,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ER221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Thomas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6849 Cedar Gate Lane,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ES222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Jack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6886 Church Gate Lane,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ET223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Oliver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6923 Crown Gate Lane,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EU224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James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6960 Elm Gate Lane,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EV225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Thomas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6997 Hawthorn Gate Lane,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EW226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Jack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7034 Kingfisher Gate Lane,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EX227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Oliver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7071 Mill Gate Lane,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EY228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James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7108 Orchard Gate Lane,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EZ229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Evie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7145 Station Gate Lane,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FA230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Jack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7182 Victoria Gate Lane,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FB231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Oliver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7219 Abbey Close Avenue,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FC232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James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7256 Bramble Close Avenue,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FD233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Thomas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7293 Cedar Close Avenue,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FE234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6524B1B2-0C30-4BC1-A24B-35102319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6365C881-1DC3-4FB2-819C-5FC8C4C4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3376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37228545-62E7-461A-A6EE-6053DF52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Electoral Roll Number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Jack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7330 Church Close Avenue,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FF235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Oliver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7367 Crown Close Avenue,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FG236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James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7404 Elm Close Avenue,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FH237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Thomas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7441 Hawthorn Close Avenue,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FI238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Jack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7478 Kingfisher Close Avenue,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FJ239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Oliver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7515 Mill Close Avenue,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FK240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James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7552 Orchard Close Avenue,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FL241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Thomas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7589 Station Close Avenue,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FM242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Jack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7626 Victoria Close Avenue,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FN243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Amelia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7663 Abbey Grove Avenue,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FO244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Sophie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7700 Bramble Grove Avenue,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FP245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Lily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7737 Cedar Grove Avenue,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FQ246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Mia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7774 Church Grove Avenue,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FR247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Amelia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7811 Crown Grove Avenue,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FS248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Oliver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7848 Elm Grove Avenue,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FT249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E84BCAF5-9C49-436D-8E36-F24E3A80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0131DD85-4B66-4580-BDF5-7DD6C6BC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5044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2026-07-30T10:49:26.5000000Z</dcterms:created>
  <dcterms:modified xsi:type="dcterms:W3CDTF">2026-07-30T10:49:26.5000000Z</dcterms:modified>
</coreProperties>
</file>
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c03adf8d184864" /><Relationship Type="http://schemas.openxmlformats.org/officeDocument/2006/relationships/extended-properties" Target="/docProps/app.xml" Id="Rbe63e5f82b8e41da" /><Relationship Type="http://schemas.openxmlformats.org/officeDocument/2006/relationships/officeDocument" Target="/ppt/presentation.xml" Id="R9912346141b94f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77cc5a989442f"/>
  </p:sldMasterIdLst>
  <p:notesMasterIdLst>
    <p:notesMasterId xmlns:r="http://schemas.openxmlformats.org/officeDocument/2006/relationships" r:id="Rb51e1d0f920140fc"/>
  </p:notesMasterIdLst>
  <p:sldIdLst>
    <p:sldId xmlns:r="http://schemas.openxmlformats.org/officeDocument/2006/relationships" id="256" r:id="Rd28ce1ecffae450a"/>
    <p:sldId xmlns:r="http://schemas.openxmlformats.org/officeDocument/2006/relationships" id="257" r:id="R0edbeaab2d904519"/>
    <p:sldId xmlns:r="http://schemas.openxmlformats.org/officeDocument/2006/relationships" id="258" r:id="R1866d76a34844e6c"/>
    <p:sldId xmlns:r="http://schemas.openxmlformats.org/officeDocument/2006/relationships" id="259" r:id="Re196015b9bc64088"/>
    <p:sldId xmlns:r="http://schemas.openxmlformats.org/officeDocument/2006/relationships" id="260" r:id="Rab403d58f5ea4b8f"/>
    <p:sldId xmlns:r="http://schemas.openxmlformats.org/officeDocument/2006/relationships" id="261" r:id="R5bfd3b1def8a4c24"/>
    <p:sldId xmlns:r="http://schemas.openxmlformats.org/officeDocument/2006/relationships" id="262" r:id="R8ecf24c164af4894"/>
    <p:sldId xmlns:r="http://schemas.openxmlformats.org/officeDocument/2006/relationships" id="263" r:id="R339a3892f5824459"/>
    <p:sldId xmlns:r="http://schemas.openxmlformats.org/officeDocument/2006/relationships" id="264" r:id="R0aee1ab4542d4475"/>
    <p:sldId xmlns:r="http://schemas.openxmlformats.org/officeDocument/2006/relationships" id="265" r:id="R89a020371f0d4b18"/>
    <p:sldId xmlns:r="http://schemas.openxmlformats.org/officeDocument/2006/relationships" id="266" r:id="R3646059fcb2746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094e160a864809" /><Relationship Type="http://schemas.openxmlformats.org/officeDocument/2006/relationships/slideMaster" Target="/ppt/slideMasters/slideMaster1.xml" Id="R54c77cc5a989442f" /><Relationship Type="http://schemas.openxmlformats.org/officeDocument/2006/relationships/notesMaster" Target="/ppt/notesMasters/notesMaster1.xml" Id="Rb51e1d0f920140fc" /><Relationship Type="http://schemas.openxmlformats.org/officeDocument/2006/relationships/presProps" Target="/ppt/presProps.xml" Id="Rae153234b4f144d4" /><Relationship Type="http://schemas.openxmlformats.org/officeDocument/2006/relationships/tableStyles" Target="/ppt/tableStyles.xml" Id="Re9821ec902ef456b" /><Relationship Type="http://schemas.openxmlformats.org/officeDocument/2006/relationships/slide" Target="/ppt/slides/slide1.xml" Id="Rd28ce1ecffae450a" /><Relationship Type="http://schemas.openxmlformats.org/officeDocument/2006/relationships/slide" Target="/ppt/slides/slide2.xml" Id="R0edbeaab2d904519" /><Relationship Type="http://schemas.openxmlformats.org/officeDocument/2006/relationships/slide" Target="/ppt/slides/slide3.xml" Id="R1866d76a34844e6c" /><Relationship Type="http://schemas.openxmlformats.org/officeDocument/2006/relationships/slide" Target="/ppt/slides/slide4.xml" Id="Re196015b9bc64088" /><Relationship Type="http://schemas.openxmlformats.org/officeDocument/2006/relationships/slide" Target="/ppt/slides/slide5.xml" Id="Rab403d58f5ea4b8f" /><Relationship Type="http://schemas.openxmlformats.org/officeDocument/2006/relationships/slide" Target="/ppt/slides/slide6.xml" Id="R5bfd3b1def8a4c24" /><Relationship Type="http://schemas.openxmlformats.org/officeDocument/2006/relationships/slide" Target="/ppt/slides/slide7.xml" Id="R8ecf24c164af4894" /><Relationship Type="http://schemas.openxmlformats.org/officeDocument/2006/relationships/slide" Target="/ppt/slides/slide8.xml" Id="R339a3892f5824459" /><Relationship Type="http://schemas.openxmlformats.org/officeDocument/2006/relationships/slide" Target="/ppt/slides/slide9.xml" Id="R0aee1ab4542d4475" /><Relationship Type="http://schemas.openxmlformats.org/officeDocument/2006/relationships/slide" Target="/ppt/slides/slide10.xml" Id="R89a020371f0d4b18" /><Relationship Type="http://schemas.openxmlformats.org/officeDocument/2006/relationships/slide" Target="/ppt/slides/slide11.xml" Id="R3646059fcb2746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ac8e94bff1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f306ed71f4b03" /><Relationship Type="http://schemas.openxmlformats.org/officeDocument/2006/relationships/notesMaster" Target="/ppt/notesMasters/notesMaster1.xml" Id="R9c2037c7d03940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1b776dec444ff2" /><Relationship Type="http://schemas.openxmlformats.org/officeDocument/2006/relationships/notesMaster" Target="/ppt/notesMasters/notesMaster1.xml" Id="Re645ce14f5564f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c6f7ba598647d4" /><Relationship Type="http://schemas.openxmlformats.org/officeDocument/2006/relationships/notesMaster" Target="/ppt/notesMasters/notesMaster1.xml" Id="Rbb3887b8937f4e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377c4f6e9c641b0" /><Relationship Type="http://schemas.openxmlformats.org/officeDocument/2006/relationships/notesMaster" Target="/ppt/notesMasters/notesMaster1.xml" Id="R30424efadc5447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72bbe524f94ac1" /><Relationship Type="http://schemas.openxmlformats.org/officeDocument/2006/relationships/notesMaster" Target="/ppt/notesMasters/notesMaster1.xml" Id="Ra907011748ba44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3b65b9407a4b3e" /><Relationship Type="http://schemas.openxmlformats.org/officeDocument/2006/relationships/notesMaster" Target="/ppt/notesMasters/notesMaster1.xml" Id="R92ea30ee7ddf4f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c8c19550a74aac" /><Relationship Type="http://schemas.openxmlformats.org/officeDocument/2006/relationships/notesMaster" Target="/ppt/notesMasters/notesMaster1.xml" Id="Ra1e4256fafdc4a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8767607a5b4d74" /><Relationship Type="http://schemas.openxmlformats.org/officeDocument/2006/relationships/notesMaster" Target="/ppt/notesMasters/notesMaster1.xml" Id="Rabb104bf4beb433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7d6498ae914c60" /><Relationship Type="http://schemas.openxmlformats.org/officeDocument/2006/relationships/notesMaster" Target="/ppt/notesMasters/notesMaster1.xml" Id="R936fc88e3b2c45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a008e0b5cf42b4" /><Relationship Type="http://schemas.openxmlformats.org/officeDocument/2006/relationships/notesMaster" Target="/ppt/notesMasters/notesMaster1.xml" Id="R7ceb5614089d4d9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6bb09bc499426a" /><Relationship Type="http://schemas.openxmlformats.org/officeDocument/2006/relationships/notesMaster" Target="/ppt/notesMasters/notesMaster1.xml" Id="R8e09ff3b57db4f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5dfbc7cde41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02b65f2f564113" /><Relationship Type="http://schemas.openxmlformats.org/officeDocument/2006/relationships/slideLayout" Target="/ppt/slideLayouts/slideLayout1.xml" Id="Rcca9a848a0d54e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a9a848a0d54e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2426fd13648db" /><Relationship Type="http://schemas.openxmlformats.org/officeDocument/2006/relationships/notesSlide" Target="/ppt/notesSlides/notesSlide1.xml" Id="R22448e3c3ab14e0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c0817ee034a6b" /><Relationship Type="http://schemas.openxmlformats.org/officeDocument/2006/relationships/notesSlide" Target="/ppt/notesSlides/notesSlide2.xml" Id="R5bac48f33d6246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8bc1c7b574d7d" /><Relationship Type="http://schemas.openxmlformats.org/officeDocument/2006/relationships/notesSlide" Target="/ppt/notesSlides/notesSlide3.xml" Id="R8acf29a743cf42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67a53c5104cba" /><Relationship Type="http://schemas.openxmlformats.org/officeDocument/2006/relationships/notesSlide" Target="/ppt/notesSlides/notesSlide4.xml" Id="R6d6ca03d9a864e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54fdb939d04edb" /><Relationship Type="http://schemas.openxmlformats.org/officeDocument/2006/relationships/notesSlide" Target="/ppt/notesSlides/notesSlide5.xml" Id="R649a7cec6c894c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2cb3051284957" /><Relationship Type="http://schemas.openxmlformats.org/officeDocument/2006/relationships/notesSlide" Target="/ppt/notesSlides/notesSlide6.xml" Id="R1ec4620740774e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e169b9d6ad4971" /><Relationship Type="http://schemas.openxmlformats.org/officeDocument/2006/relationships/notesSlide" Target="/ppt/notesSlides/notesSlide7.xml" Id="R381cf4874fee43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71b72ca0b64926" /><Relationship Type="http://schemas.openxmlformats.org/officeDocument/2006/relationships/notesSlide" Target="/ppt/notesSlides/notesSlide8.xml" Id="Rbf40918a5dfd43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91825e7c84196" /><Relationship Type="http://schemas.openxmlformats.org/officeDocument/2006/relationships/notesSlide" Target="/ppt/notesSlides/notesSlide9.xml" Id="R4c925f4556ee49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0125c32f342b3" /><Relationship Type="http://schemas.openxmlformats.org/officeDocument/2006/relationships/notesSlide" Target="/ppt/notesSlides/notesSlide10.xml" Id="R6554bc0a818843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6b082b61042eb" /><Relationship Type="http://schemas.openxmlformats.org/officeDocument/2006/relationships/notesSlide" Target="/ppt/notesSlides/notesSlide11.xml" Id="R6b503ecc687446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F1DC0724-4D26-45F8-A325-9B58CBAB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ABBC1EB-7255-4A65-8D57-8928CEAA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UAE International Bank Account Number (IBAN)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2ED9465-2EF6-424A-BE0D-3FDBD31B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35E59EAB-F9E2-4861-A65B-ECDB8B35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6008491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848F8882-5C3B-4F48-95F0-92C7E847D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Nasser Dana Al Kaabi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1, Building 855, Al Barsha Gardens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AE92 0330 0010 0000 0000 001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Reem Yousef Al Mansoori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2, Building 892, Al Dana Gardens Street, Umm Al Quwain,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AE65 0330 0010 0000 0000 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Zayed Hessa Al Tunaiji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3, Building 929, Al Falah Gardens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AE38 0330 0010 0000 0000 003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Salama Aisha Al Dhaheri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4, Building 966, Al Jaddaf Gardens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AE11 0330 0010 0000 0000 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Tariq Dana Al Balooshi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5, Building 1003, Al Khalid Gardens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AE81 0330 0010 0000 0000 005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Amna Reem Al Ketbi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6, Building 1040, Al Noor Gardens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AE54 0330 0010 0000 0000 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Majid Hessa Al Shehhi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7, Building 1077, Al Raha Gardens Street, Fujairah,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AE27 0330 0010 0000 0000 007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Hessa Aisha Al Qasimi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8, Building 1114, Al Safa Gardens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AE97 0330 0010 0000 0000 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Rashid Dana Al Mansoori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9, Building 1151, Al Zahra Gardens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AE70 0330 0010 0000 0000 009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Latifa Reem Al Tunaiji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10, Building 1188, Corniche Gardens Street, Ajman,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AE43 0330 0010 0000 0000 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Hamdan Hessa Al Dhaheri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11, Building 1225, Marina Gardens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AE16 0330 0010 0000 0000 011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Noora Aisha Al Ali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12, Building 1262, Oasis Gardens Street, Ras Al Khaimah,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AE86 0330 0010 0000 0000 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Saeed Dana Al Ketbi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13, Building 1299, Al Barsha Heights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AE59 0330 0010 0000 0000 013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Aisha Reem Al Shehhi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14, Building 1336, Al Dana Heights Street, Umm Al Quwain,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AE32 0330 0010 0000 0000 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Khalid Hessa Al Qasimi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15, Building 1373, Al Falah Heights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AE05 0330 0010 0000 0000 015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7EEF4EDD-8017-457A-BEA9-605CB1CA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1F6E9A6C-0C56-4264-876C-622A34F2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5427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0D5E256E-955E-45CA-A517-C8BB0694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Aisha Al Mazrouei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16, Building 1410, Al Jaddaf Heights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AE75 0330 0010 0000 0000 016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Dana Al Tunaiji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17, Building 1447, Al Khalid Heights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AE48 0330 0010 0000 0000 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Reem Al Dhaheri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18, Building 1484, Al Noor Heights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AE21 0330 0010 0000 0000 018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Yousef Rashid Al Ali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19, Building 1521, Al Raha Heights Street, Fujairah,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AE91 0330 0010 0000 0000 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Dana Khalid Al Falasi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20, Building 1558, Al Safa Heights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AE64 0330 0010 0000 0000 020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Salem Aisha Al Shehhi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21, Building 1595, Al Zahra Heights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AE37 0330 0010 0000 0000 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Alya Zayed Al Qasimi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22, Building 1632, Corniche Heights Street, Ajman,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AE10 0330 0010 0000 0000 022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Faisal Rashid Al Mazrouei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23, Building 1669, Marina Heights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AE80 0330 0010 0000 0000 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Khalid Al Muhairi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24, Building 1706, Oasis Heights Street, Ras Al Khaimah,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AE53 0330 0010 0000 0000 024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Nasser Salem Al Dhaheri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25, Building 1743, Al Barsha View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AE26 0330 0010 0000 0000 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Reem Zayed Al Ali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26, Building 1780, Al Dana View Street, Umm Al Quwain,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AE96 0330 0010 0000 0000 026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Zayed Rashid Al Falasi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27, Building 1817, Al Falah View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AE69 0330 0010 0000 0000 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Salama Khalid Al Yammahi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28, Building 1854, Al Jaddaf View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AE42 0330 0010 0000 0000 028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Tariq Salem Al Qasimi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29, Building 1891, Al Khalid View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AE15 0330 0010 0000 0000 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Amna Zayed Al Mazrouei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30, Building 1928, Al Noor View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AE85 0330 0010 0000 0000 030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1C17654D-519B-4AAC-B943-6D5C359F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606A2EE0-F297-42ED-BDE8-28A1ACA3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304266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2A3053B6-40BB-4FFC-805F-2E4D860A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Majid Rashid Al Muhairi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31, Building 1965, Al Raha View Street, Fujairah,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AE58 0330 0010 0000 0000 031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Hessa Khalid Al Hammadi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32, Building 2002, Al Safa View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AE31 0330 0010 0000 0000 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Rashid Salem Al Ali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33, Building 2039, Al Zahra View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AE04 0330 0010 0000 0000 033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Latifa Zayed Al Falasi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34, Building 2076, Corniche View Street, Ajman,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AE74 0330 0010 0000 0000 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Hamdan Rashid Al Yammahi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35, Building 2113, Marina View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AE47 0330 0010 0000 0000 035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Noora Khalid Al Zaabi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36, Building 2150, Oasis View Street, Ras Al Khaimah,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AE20 0330 0010 0000 0000 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Saeed Salem Al Mazrouei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37, Building 2187, Al Barsha Park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AE90 0330 0010 0000 0000 037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Aisha Zayed Al Muhairi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38, Building 2224, Al Dana Park Street, Umm Al Quwain,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AE63 0330 0010 0000 0000 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Khalid Rashid Al Hammadi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39, Building 2261, Al Falah Park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AE36 0330 0010 0000 0000 039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Khalid Al Mheiri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40, Building 2298, Al Jaddaf Park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AE09 0330 0010 0000 0000 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Salem Al Falasi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41, Building 2335, Al Khalid Park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AE79 0330 0010 0000 0000 041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Zayed Al Yammahi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42, Building 2372, Al Noor Park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AE52 0330 0010 0000 0000 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Yousef Latifa Al Zaabi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43, Building 2409, Al Raha Park Street, Fujairah,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AE25 0330 0010 0000 0000 043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Dana Maryam Al Nuaimi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44, Building 2446, Al Safa Park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AE95 0330 0010 0000 0000 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Salem Alya Al Muhairi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45, Building 2483, Al Zahra Park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AE68 0330 0010 0000 0000 045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5FED7E2A-A557-4699-A0FD-98DC9175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43DCFFFD-EB4F-4B10-BC90-7D30D7E0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92164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C3450586-8D2D-4578-BCBC-B57C96CC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Alya Salama Al Hammadi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46, Building 2520, Corniche Park Street, Ajman,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AE41 0330 0010 0000 0000 046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Faisal Latifa Al Mheiri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47, Building 2557, Marina Park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AE14 0330 0010 0000 0000 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Maryam Al Marri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48, Building 2594, Oasis Park Street, Ras Al Khaimah,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AE84 0330 0010 0000 0000 048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Nasser Alya Al Yammahi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49, Building 2631, Al Barsha Gate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AE57 0330 0010 0000 0000 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Reem Salama Al Zaabi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50, Building 2668, Al Dana Gate Street, Umm Al Quwain,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AE30 0330 0010 0000 0000 050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Zayed Latifa Al Nuaimi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51, Building 2705, Al Falah Gate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AE03 0330 0010 0000 0000 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Salama Maryam Al Darmaki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52, Building 2742, Al Jaddaf Gate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AE73 0330 0010 0000 0000 052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Tariq Alya Al Hammadi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53, Building 2779, Al Khalid Gate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AE46 0330 0010 0000 0000 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Amna Salama Al Mheiri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54, Building 2816, Al Noor Gate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AE19 0330 0010 0000 0000 054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Majid Latifa Al Marri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55, Building 2853, Al Raha Gate Street, Fujairah,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AE89 0330 0010 0000 0000 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Hessa Maryam Al Khouri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56, Building 2890, Al Safa Gate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AE62 0330 0010 0000 0000 056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Rashid Alya Al Zaabi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57, Building 2927, Al Zahra Gate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AE35 0330 0010 0000 0000 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Latifa Salama Al Nuaimi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58, Building 2964, Corniche Gate Street, Ajman,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AE08 0330 0010 0000 0000 058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Hamdan Latifa Al Darmaki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59, Building 3001, Marina Gate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AE78 0330 0010 0000 0000 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Noora Maryam Al Suwaidi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60, Building 3038, Oasis Gate Street, Ras Al Khaimah,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AE51 0330 0010 0000 0000 060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80C11EAD-408E-492C-961D-2876E1FF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0B0ED1B1-C676-43E8-9776-C1CF7B98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109510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C574F072-B256-4AF4-A68D-FEB8C339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Saeed Alya Al Mheiri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61, Building 3075, Al Barsha Square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AE24 0330 0010 0000 0000 061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Aisha Salama Al Marri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62, Building 3112, Al Dana Square Street, Umm Al Quwain,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AE94 0330 0010 0000 0000 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Khalid Latifa Al Khouri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63, Building 3149, Al Falah Square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AE67 0330 0010 0000 0000 063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Rashid Al Ameri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64, Building 3186, Al Jaddaf Square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AE40 0330 0010 0000 0000 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Alya Al Nuaimi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65, Building 3223, Al Khalid Square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AE13 0330 0010 0000 0000 065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Salama Al Darmaki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66, Building 3260, Al Noor Square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AE83 0330 0010 0000 0000 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Yousef Hamdan Al Suwaidi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67, Building 3297, Al Raha Square Street, Fujairah,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AE56 0330 0010 0000 0000 067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Dana Omar Al Naqbi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68, Building 3334, Al Safa Square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AE29 0330 0010 0000 0000 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Salem Faisal Al Marri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69, Building 3371, Al Zahra Square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AE02 0330 0010 0000 0000 069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Alya Tariq Al Khouri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70, Building 3408, Corniche Square Street, Ajman,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AE72 0330 0010 0000 0000 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Faisal Hamdan Al Ameri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71, Building 3445, Marina Square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AE45 0330 0010 0000 0000 071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Omar Al Shamsi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72, Building 3482, Oasis Square Street, Ras Al Khaimah,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AE18 0330 0010 0000 0000 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Nasser Faisal Al Darmaki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1, Building 3519, Al Barsha Terrace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AE88 0330 0010 0000 0000 073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Reem Tariq Al Suwaidi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2, Building 3556, Al Dana Terrace Street, Umm Al Quwain,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AE61 0330 0010 0000 0000 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Zayed Hamdan Al Naqbi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3, Building 3593, Al Falah Terrace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AE34 0330 0010 0000 0000 075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5BFF1480-5350-4775-B00E-C0591BE7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1A3FB5BE-C0F8-44E4-8166-9ABF4875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18464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EFFD92D9-C38F-4E7D-83CB-D8F9658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Salama Omar Al Kaabi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4, Building 3630, Al Jaddaf Terrace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AE07 0330 0010 0000 0000 076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Tariq Faisal Al Khouri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5, Building 3667, Al Khalid Terrace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AE77 0330 0010 0000 0000 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Amna Tariq Al Ameri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6, Building 3704, Al Noor Terrace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AE50 0330 0010 0000 0000 078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Majid Hamdan Al Shamsi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7, Building 3741, Al Raha Terrace Street, Fujairah,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AE23 0330 0010 0000 0000 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Hessa Omar Al Balooshi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8, Building 3778, Al Safa Terrace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AE93 0330 0010 0000 0000 080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Rashid Faisal Al Suwaidi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9, Building 3815, Al Zahra Terrace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AE66 0330 0010 0000 0000 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Latifa Tariq Al Naqbi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10, Building 3852, Corniche Terrace Street, Ajman,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AE39 0330 0010 0000 0000 082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Hamdan Salama Al Kaabi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11, Building 3889, Marina Terrace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AE12 0330 0010 0000 0000 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Noora Omar Al Mansoori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12, Building 3926, Oasis Terrace Street, Ras Al Khaimah,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AE82 0330 0010 0000 0000 084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Saeed Faisal Al Ameri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13, Building 3963, Al Barsha Walk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AE55 0330 0010 0000 0000 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Aisha Tariq Al Shamsi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14, Building 4000, Al Dana Walk Street, Umm Al Quwain,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AE28 0330 0010 0000 0000 086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Khalid Hamdan Al Balooshi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15, Building 4037, Al Falah Walk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AE98 0330 0010 0000 0000 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Omar Al Ketbi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16, Building 4074, Al Jaddaf Walk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AE71 0330 0010 0000 0000 088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Faisal Al Naqbi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17, Building 4111, Al Khalid Walk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AE44 0330 0010 0000 0000 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Tariq Al Kaabi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18, Building 4148, Al Noor Walk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AE17 0330 0010 0000 0000 090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51B04343-3A43-4755-BA50-63B0B6C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59B061A4-2A48-4877-B915-D47FA053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039054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A9926FC5-8CF7-4B7B-A0FE-00A75315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Yousef Noora Al Mansoori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19, Building 4185, Al Raha Walk Street, Fujairah,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AE87 0330 0010 0000 0000 091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Dana Fatima Al Tunaiji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20, Building 4222, Al Safa Walk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AE60 0330 0010 0000 0000 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Salem Maha Al Shamsi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21, Building 4259, Al Zahra Walk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AE33 0330 0010 0000 0000 093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Alya Amna Al Balooshi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22, Building 4296, Corniche Walk Street, Ajman,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AE06 0330 0010 0000 0000 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Faisal Noora Al Ketbi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23, Building 4333, Marina Walk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AE76 0330 0010 0000 0000 095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Fatima Al Shehhi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24, Building 4370, Oasis Walk Street, Ras Al Khaimah,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AE49 0330 0010 0000 0000 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Nasser Maha Al Kaabi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25, Building 4407, Al Barsha Boulevard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AE22 0330 0010 0000 0000 097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Reem Amna Al Mansoori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26, Building 4444, Al Dana Boulevard Street, Umm Al Quwain,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AE92 0330 0010 0000 0000 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Zayed Noora Al Tunaiji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27, Building 4481, Al Falah Boulevard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AE65 0330 0010 0000 0000 099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Salama Fatima Al Dhaheri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28, Building 4518, Al Jaddaf Boulevard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AE38 0330 0010 0000 0000 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Tariq Maha Al Balooshi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29, Building 4555, Al Khalid Boulevard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AE11 0330 0010 0000 0000 101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Amna Faisal Al Ketbi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30, Building 4592, Al Noor Boulevard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AE81 0330 0010 0000 0000 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Majid Noora Al Shehhi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31, Building 4629, Al Raha Boulevard Street, Fujairah,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AE54 0330 0010 0000 0000 103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Hessa Fatima Al Qasimi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32, Building 4666, Al Safa Boulevard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AE27 0330 0010 0000 0000 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Rashid Maha Al Mansoori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33, Building 4703, Al Zahra Boulevard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AE97 0330 0010 0000 0000 105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F13EEE03-D35A-450F-8B07-8C084352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51FA3353-4C4F-4927-8586-EB9AACD4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589644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990BA91C-7750-480B-852E-849A0A40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Latifa Amna Al Tunaiji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34, Building 4740, Corniche Boulevard Street, Ajman,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AE70 0330 0010 0000 0000 106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Hamdan Noora Al Dhaheri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35, Building 4777, Marina Boulevard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AE43 0330 0010 0000 0000 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Noora Fatima Al Ali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36, Building 4814, Oasis Boulevard Street, Ras Al Khaimah,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AE16 0330 0010 0000 0000 108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Saeed Maha Al Ketbi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37, Building 4851, Al Barsha Centre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AE86 0330 0010 0000 0000 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Aisha Amna Al Shehhi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38, Building 4888, Al Dana Centre Street, Umm Al Quwain,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AE59 0330 0010 0000 0000 110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Khalid Noora Al Qasimi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39, Building 4925, Al Falah Centre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AE32 0330 0010 0000 0000 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Fatima Al Mazrouei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40, Building 4962, Al Jaddaf Centre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AE05 0330 0010 0000 0000 112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Maha Al Tunaiji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41, Building 4999, Al Khalid Centre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AE75 0330 0010 0000 0000 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Amna Al Dhaheri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42, Building 5036, Al Noor Centre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AE48 0330 0010 0000 0000 114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Yousef Saeed Al Ali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43, Building 5073, Al Raha Centre Street, Fujairah,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AE21 0330 0010 0000 0000 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Dana Yousef Al Ketbi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44, Building 5110, Al Safa Centre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AE91 0330 0010 0000 0000 116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Salem Nasser Al Shehhi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45, Building 5147, Al Zahra Centre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AE64 0330 0010 0000 0000 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Alya Majid Al Qasimi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46, Building 5184, Corniche Centre Street, Ajman,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AE37 0330 0010 0000 0000 118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Faisal Saeed Al Mazrouei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47, Building 5221, Marina Centre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AE10 0330 0010 0000 0000 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Yousef Al Tunaiji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48, Building 5258, Oasis Centre Street, Ras Al Khaimah,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AE80 0330 0010 0000 0000 120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F363C11E-B0E4-4E5C-A6E6-5DA9FA3E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DECF5305-0707-4D4A-AFC0-1AD91A4E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272619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ECE9BC72-2180-4B09-83B6-285C8BD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Nasser Fatima Al Dhaheri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49, Building 5295, Al Barsha District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AE53 0330 0010 0000 0000 121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Reem Majid Al Ali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50, Building 5332, Al Dana District Street, Umm Al Quwain,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AE26 0330 0010 0000 0000 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Zayed Saeed Al Falasi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51, Building 5369, Al Falah District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AE96 0330 0010 0000 0000 123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Salama Yousef Al Shehhi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52, Building 5406, Al Jaddaf District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AE69 0330 0010 0000 0000 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Tariq Nasser Al Qasimi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53, Building 5443, Al Khalid District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AE42 0330 0010 0000 0000 125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Amna Majid Al Mazrouei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54, Building 5480, Al Noor District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AE15 0330 0010 0000 0000 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Majid Saeed Al Muhairi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55, Building 5517, Al Raha District Street, Fujairah,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AE85 0330 0010 0000 0000 127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Hessa Yousef Al Dhaheri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56, Building 5554, Al Safa District Street, Abu Dhabi,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AE58 0330 0010 0000 0000 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Rashid Nasser Al Ali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57, Building 5591, Al Zahra District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AE31 0330 0010 0000 0000 129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Latifa Majid Al Falasi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58, Building 5628, Corniche District Street, Ajman,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AE04 0330 0010 0000 0000 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Hamdan Saeed Al Yammahi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59, Building 5665, Marina District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AE74 0330 0010 0000 0000 131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Noora Yousef Al Qasimi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60, Building 5702, Oasis District Street, Ras Al Khaimah,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AE47 0330 0010 0000 0000 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Saeed Nasser Al Mazrouei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61, Building 5739, Al Barsha Point Street, Dubai,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AE20 0330 0010 0000 0000 133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Aisha Majid Al Muhairi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62, Building 5776, Al Dana Point Street, Umm Al Quwain,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AE90 0330 0010 0000 0000 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Khalid Saeed Al Hammadi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63, Building 5813, Al Falah Point Street, Sharjah,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AE63 0330 0010 0000 0000 135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8C723E02-33C1-466E-9840-07B72CF2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AA0F1DEE-34BB-4984-9D5D-6BB9FB7F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7960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70C8BCEB-C5D3-4B17-BD3E-1686750F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UAE IBAN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Maryam Yousef Al Ali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64, Building 5850, Al Jaddaf Point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AE36 0330 0010 0000 0000 136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Omar Nasser Al Falasi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65, Building 5887, Al Khalid Point Street,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AE09 0330 0010 0000 0000 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Fatima Majid Al Yammahi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66, Building 5924, Al Noor Point Street,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AE79 0330 0010 0000 0000 138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Yousef Aisha Al Zaabi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67, Building 5961, Al Raha Point Street, Fujairah,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AE52 0330 0010 0000 0000 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Dana Saeed Al Mazrouei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68, Building 5998, Al Safa Point Street,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AE25 0330 0010 0000 0000 140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Salem Reem Al Muhairi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69, Building 6035, Al Zahra Point Street,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AE95 0330 0010 0000 0000 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Alya Hessa Al Hammadi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70, Building 6072, Corniche Point Street, Ajman,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AE68 0330 0010 0000 0000 142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Faisal Aisha Al Mheiri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71, Building 6109, Marina Point Street,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AE41 0330 0010 0000 0000 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Maha Dana Al Falasi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72, Building 6146, Oasis Point Street, Ras Al Khaimah,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AE14 0330 0010 0000 0000 144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Nasser Reem Al Yammahi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1, Building 6183, Al Barsha Gardens Road, Dubai,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AE84 0330 0010 0000 0000 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Reem Hessa Al Zaabi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2, Building 6220, Al Dana Gardens Road, Umm Al Quwain,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AE57 0330 0010 0000 0000 146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Zayed Aisha Al Nuaimi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3, Building 6257, Al Falah Gardens Road, Sharjah,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AE30 0330 0010 0000 0000 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Salama Dana Al Muhairi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4, Building 6294, Al Jaddaf Gardens Road, Abu Dhabi,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AE03 0330 0010 0000 0000 148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Tariq Reem Al Hammadi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5, Building 6331, Al Khalid Gardens Road, Al Ain, UAE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AE73 0330 0010 0000 0000 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Amna Hessa Al Mheiri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Apartment 6, Building 6368, Al Noor Gardens Road, Al Ain, UAE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AE46 0330 0010 0000 0000 150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CF4DE06D-A8BC-484C-A1C3-8D7660B8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E4B45CAF-5B5C-4621-B06C-807D6356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9216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2026-07-30T10:49:24.7890000Z</dcterms:created>
  <dcterms:modified xsi:type="dcterms:W3CDTF">2026-07-30T10:49:24.7890000Z</dcterms:modified>
</coreProperties>
</file>
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098b4556174c7d" /><Relationship Type="http://schemas.openxmlformats.org/officeDocument/2006/relationships/extended-properties" Target="/docProps/app.xml" Id="R93ce9043b3a744e5" /><Relationship Type="http://schemas.openxmlformats.org/officeDocument/2006/relationships/officeDocument" Target="/ppt/presentation.xml" Id="Rea082cc7a7e144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58b6b433034377"/>
  </p:sldMasterIdLst>
  <p:notesMasterIdLst>
    <p:notesMasterId xmlns:r="http://schemas.openxmlformats.org/officeDocument/2006/relationships" r:id="R3218f6f4a0db45ae"/>
  </p:notesMasterIdLst>
  <p:sldIdLst>
    <p:sldId xmlns:r="http://schemas.openxmlformats.org/officeDocument/2006/relationships" id="256" r:id="R740245898951488a"/>
    <p:sldId xmlns:r="http://schemas.openxmlformats.org/officeDocument/2006/relationships" id="257" r:id="R9fc89e3f8ca746fb"/>
    <p:sldId xmlns:r="http://schemas.openxmlformats.org/officeDocument/2006/relationships" id="258" r:id="Rd26bd24051a544ca"/>
    <p:sldId xmlns:r="http://schemas.openxmlformats.org/officeDocument/2006/relationships" id="259" r:id="R56e57603c8264a30"/>
    <p:sldId xmlns:r="http://schemas.openxmlformats.org/officeDocument/2006/relationships" id="260" r:id="R709eb32e9b6c4115"/>
    <p:sldId xmlns:r="http://schemas.openxmlformats.org/officeDocument/2006/relationships" id="261" r:id="Rc4c68e93a4e24493"/>
    <p:sldId xmlns:r="http://schemas.openxmlformats.org/officeDocument/2006/relationships" id="262" r:id="R25133013bed9432e"/>
    <p:sldId xmlns:r="http://schemas.openxmlformats.org/officeDocument/2006/relationships" id="263" r:id="Rc04a337ae596435b"/>
    <p:sldId xmlns:r="http://schemas.openxmlformats.org/officeDocument/2006/relationships" id="264" r:id="R79d8f4d6dcab4d43"/>
    <p:sldId xmlns:r="http://schemas.openxmlformats.org/officeDocument/2006/relationships" id="265" r:id="R58d5a787870b4e39"/>
    <p:sldId xmlns:r="http://schemas.openxmlformats.org/officeDocument/2006/relationships" id="266" r:id="R190319cd884448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e0d5d152743b9" /><Relationship Type="http://schemas.openxmlformats.org/officeDocument/2006/relationships/slideMaster" Target="/ppt/slideMasters/slideMaster1.xml" Id="Rce58b6b433034377" /><Relationship Type="http://schemas.openxmlformats.org/officeDocument/2006/relationships/notesMaster" Target="/ppt/notesMasters/notesMaster1.xml" Id="R3218f6f4a0db45ae" /><Relationship Type="http://schemas.openxmlformats.org/officeDocument/2006/relationships/presProps" Target="/ppt/presProps.xml" Id="R78433b4cd7a6454c" /><Relationship Type="http://schemas.openxmlformats.org/officeDocument/2006/relationships/tableStyles" Target="/ppt/tableStyles.xml" Id="Ra52d3759862140bf" /><Relationship Type="http://schemas.openxmlformats.org/officeDocument/2006/relationships/slide" Target="/ppt/slides/slide1.xml" Id="R740245898951488a" /><Relationship Type="http://schemas.openxmlformats.org/officeDocument/2006/relationships/slide" Target="/ppt/slides/slide2.xml" Id="R9fc89e3f8ca746fb" /><Relationship Type="http://schemas.openxmlformats.org/officeDocument/2006/relationships/slide" Target="/ppt/slides/slide3.xml" Id="Rd26bd24051a544ca" /><Relationship Type="http://schemas.openxmlformats.org/officeDocument/2006/relationships/slide" Target="/ppt/slides/slide4.xml" Id="R56e57603c8264a30" /><Relationship Type="http://schemas.openxmlformats.org/officeDocument/2006/relationships/slide" Target="/ppt/slides/slide5.xml" Id="R709eb32e9b6c4115" /><Relationship Type="http://schemas.openxmlformats.org/officeDocument/2006/relationships/slide" Target="/ppt/slides/slide6.xml" Id="Rc4c68e93a4e24493" /><Relationship Type="http://schemas.openxmlformats.org/officeDocument/2006/relationships/slide" Target="/ppt/slides/slide7.xml" Id="R25133013bed9432e" /><Relationship Type="http://schemas.openxmlformats.org/officeDocument/2006/relationships/slide" Target="/ppt/slides/slide8.xml" Id="Rc04a337ae596435b" /><Relationship Type="http://schemas.openxmlformats.org/officeDocument/2006/relationships/slide" Target="/ppt/slides/slide9.xml" Id="R79d8f4d6dcab4d43" /><Relationship Type="http://schemas.openxmlformats.org/officeDocument/2006/relationships/slide" Target="/ppt/slides/slide10.xml" Id="R58d5a787870b4e39" /><Relationship Type="http://schemas.openxmlformats.org/officeDocument/2006/relationships/slide" Target="/ppt/slides/slide11.xml" Id="R190319cd884448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4a01281a745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37ff05b3824931" /><Relationship Type="http://schemas.openxmlformats.org/officeDocument/2006/relationships/notesMaster" Target="/ppt/notesMasters/notesMaster1.xml" Id="Red3a3d167bb843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4f416dcb5648ce" /><Relationship Type="http://schemas.openxmlformats.org/officeDocument/2006/relationships/notesMaster" Target="/ppt/notesMasters/notesMaster1.xml" Id="R84b615d736244c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6801bbff3749b6" /><Relationship Type="http://schemas.openxmlformats.org/officeDocument/2006/relationships/notesMaster" Target="/ppt/notesMasters/notesMaster1.xml" Id="R4317e87e493246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688cb7989940e2" /><Relationship Type="http://schemas.openxmlformats.org/officeDocument/2006/relationships/notesMaster" Target="/ppt/notesMasters/notesMaster1.xml" Id="Ra8bf521a590f4c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17210fecba4575" /><Relationship Type="http://schemas.openxmlformats.org/officeDocument/2006/relationships/notesMaster" Target="/ppt/notesMasters/notesMaster1.xml" Id="Rd052ef3893a74b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76350ad3a5462a" /><Relationship Type="http://schemas.openxmlformats.org/officeDocument/2006/relationships/notesMaster" Target="/ppt/notesMasters/notesMaster1.xml" Id="Rc5a4a38e7cd541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eca51e94ea40ec" /><Relationship Type="http://schemas.openxmlformats.org/officeDocument/2006/relationships/notesMaster" Target="/ppt/notesMasters/notesMaster1.xml" Id="R261e9349bace48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62c3dc02a7489c" /><Relationship Type="http://schemas.openxmlformats.org/officeDocument/2006/relationships/notesMaster" Target="/ppt/notesMasters/notesMaster1.xml" Id="Rb026e33d5d7e4c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76e516cd7c49f7" /><Relationship Type="http://schemas.openxmlformats.org/officeDocument/2006/relationships/notesMaster" Target="/ppt/notesMasters/notesMaster1.xml" Id="R621c1e207a8844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f173855a1f434c" /><Relationship Type="http://schemas.openxmlformats.org/officeDocument/2006/relationships/notesMaster" Target="/ppt/notesMasters/notesMaster1.xml" Id="Rfaffc2e10a5249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345004c41148ba" /><Relationship Type="http://schemas.openxmlformats.org/officeDocument/2006/relationships/notesMaster" Target="/ppt/notesMasters/notesMaster1.xml" Id="Rc77f75ad63e648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2ce0adb884b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db4c6f70014eed" /><Relationship Type="http://schemas.openxmlformats.org/officeDocument/2006/relationships/slideLayout" Target="/ppt/slideLayouts/slideLayout1.xml" Id="R5da7ba64408044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a7ba64408044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5c6ff994c4e9c" /><Relationship Type="http://schemas.openxmlformats.org/officeDocument/2006/relationships/notesSlide" Target="/ppt/notesSlides/notesSlide1.xml" Id="Rfa69937776f547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ced0fb07f44bf" /><Relationship Type="http://schemas.openxmlformats.org/officeDocument/2006/relationships/notesSlide" Target="/ppt/notesSlides/notesSlide2.xml" Id="R5412c0bd22064c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6b5e94c9a46fb" /><Relationship Type="http://schemas.openxmlformats.org/officeDocument/2006/relationships/notesSlide" Target="/ppt/notesSlides/notesSlide3.xml" Id="R4824bc2c3f284d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63e77c94e4812" /><Relationship Type="http://schemas.openxmlformats.org/officeDocument/2006/relationships/notesSlide" Target="/ppt/notesSlides/notesSlide4.xml" Id="R44fb3f7aa2aa45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6f89a16bd4f3e" /><Relationship Type="http://schemas.openxmlformats.org/officeDocument/2006/relationships/notesSlide" Target="/ppt/notesSlides/notesSlide5.xml" Id="Rc5d9db43f9ac48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5283003c5447f" /><Relationship Type="http://schemas.openxmlformats.org/officeDocument/2006/relationships/notesSlide" Target="/ppt/notesSlides/notesSlide6.xml" Id="Rd9baa8fb503849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d5af2635149d6" /><Relationship Type="http://schemas.openxmlformats.org/officeDocument/2006/relationships/notesSlide" Target="/ppt/notesSlides/notesSlide7.xml" Id="R9b5e2a6455154f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46a307cc14e2b" /><Relationship Type="http://schemas.openxmlformats.org/officeDocument/2006/relationships/notesSlide" Target="/ppt/notesSlides/notesSlide8.xml" Id="R6a54a824d22941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13c7077e3462f" /><Relationship Type="http://schemas.openxmlformats.org/officeDocument/2006/relationships/notesSlide" Target="/ppt/notesSlides/notesSlide9.xml" Id="Rc4a9a05288a349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3ec4501214369" /><Relationship Type="http://schemas.openxmlformats.org/officeDocument/2006/relationships/notesSlide" Target="/ppt/notesSlides/notesSlide10.xml" Id="Rb8ee356e027f4c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4a0ab4e894311" /><Relationship Type="http://schemas.openxmlformats.org/officeDocument/2006/relationships/notesSlide" Target="/ppt/notesSlides/notesSlide11.xml" Id="R6405217f036642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9B3D0D5-898E-4B0B-AD21-654CA567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461B5F-32E5-4D2C-AD3E-DE865EA9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Documento Nacional de Identidad (DNI)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4FFA704-C2CA-45A9-9083-2DF5B68F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2B9A0E8F-EC67-42B4-A707-50191DAA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536134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36E48DF4-AF2F-4577-874C-DFC0D2D6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Documento Nacional de Identidad (DNI)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Ruben Alba Ruiz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Alta 907, 28013 Madrid,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10000000-Z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Irene Valeria Rodriguez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Alta 944, 03001 Alicante,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10000001-S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Sofia Munoz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Alta 981, 46001 Valencia,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10000002-Q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Claudia Irene Lopez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Alta 1018, 18001 Granada,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10000003-V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Sergio Alba Alonso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Alta 1055, 48001 Bilbao,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10000004-H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Valeria Gomez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Alta 1092, 14001 Cordoba,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10000005-L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Javier Sofia Dominguez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Alta 1129, 50001 Zaragoza,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10000006-C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Alba Irene Ruiz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Alta 1166, 08002 Barcelona,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10000007-K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Alba Rodriguez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Alta 1203, 30001 Murcia,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10000008-E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Elena Valeria Munoz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Alta 1240, 41001 Sevilla,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10000009-T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Diego Sofia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Alta 1277, 47001 Valladolid,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10000010-R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Irene Alonso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Alta 1314, 29001 Malaga,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10000011-W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Pablo Alba Gomez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Azul 1351, 28013 Madrid,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10000012-A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Valeria Javier Dominguez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Azul 1388, 03001 Alicante,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10000013-G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Alejandro Sofia Hernandez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Azul 1425, 46001 Valencia,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10000014-M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585ACB7B-7076-42F8-B9DB-C3C31F5F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E7BD7758-8EC7-4667-9A10-F2A46464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74243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B3D0714C-73C0-4ADA-BF39-6496BB70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Documento Nacional de Identidad (DNI)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Paula Irene Rodriguez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Azul 1462, 18001 Granada,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10000015-Y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Alba Munoz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Azul 1499, 48001 Bilbao,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10000016-F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Martina Valeria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Azul 1536, 14001 Cordoba,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10000017-P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Mateo Sofia Gutierrez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Azul 1573, 50001 Zaragoza,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10000018-D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Irene Gomez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Azul 1610, 08002 Barcelona,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10000019-X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Alba Dominguez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Azul 1647, 30001 Murcia,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10000020-B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Lucia Valeria Hernandez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Azul 1684, 41001 Sevilla,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10000021-N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Carlos Hugo Gonzalez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Azul 1721, 47001 Valladolid,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10000022-J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Marco Munoz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Azul 1758, 29001 Malaga,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10000023-Z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Ruben Adrian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Central 1795, 28013 Madrid,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10000024-S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Irene Alejandro Gutierrez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Central 1832, 03001 Alicante,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10000025-Q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Hugo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Central 1869, 46001 Valencia,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10000026-V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Claudia Marco Dominguez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Central 1906, 18001 Granada,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10000027-H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Sergio Adrian Hernandez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Central 1943, 48001 Bilbao,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10000028-L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Alejandro Gonzalez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Central 1980, 14001 Cordoba,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10000029-C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9E7FCEEF-389E-4CD2-A543-C3B5EA45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6EAA6EB3-62AD-453E-9A49-5B70F6D4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8682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9A1E27D2-C9C5-47EF-9918-D851F655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Documento Nacional de Identidad (DNI)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Javier Hugo Alvarez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Central 2017, 50001 Zaragoza,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10000030-K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Alba Marco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Central 2054, 08002 Barcelona,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10000031-E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Irene Gutierrez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Central 2091, 30001 Murcia,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10000032-T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Elena Alejandro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Central 2128, 41001 Sevilla,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10000033-R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Diego Hugo Vazquez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Central 2165, 47001 Valladolid,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10000034-W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Marco Hernandez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Central 2202, 29001 Malaga,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10000035-A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Pablo Adrian Gonzalez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Clara 2239, 28013 Madrid,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10000036-G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Valeria Alejandro Alvarez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Clara 2276, 03001 Alicante,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10000037-M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Alejandro Hugo Sanchez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Clara 2313, 46001 Valencia,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10000038-Y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Paula Marco Gutierrez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Clara 2350, 18001 Granada,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10000039-F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Adrian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Clara 2387, 48001 Bilbao,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10000040-P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Martina Alejandro Vazquez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Clara 2424, 14001 Cordoba,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10000041-D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Mateo Hugo Diaz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Clara 2461, 50001 Zaragoza,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10000042-X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Marco Gonzalez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Clara 2498, 08002 Barcelona,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10000043-B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Adrian Alvarez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Clara 2535, 30001 Murcia,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10000044-N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82B7CEED-2E9F-43DB-B9E3-A149A1BF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391F068E-2A1D-4D57-BA79-17D8996E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20780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6E67386C-5067-4B72-97C1-A0A29E0F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Documento Nacional de Identidad (DNI)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Lucia Alejandro Sanchez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Clara 2572, 41001 Sevilla,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10000045-J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Carlos Lucia Navarro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Clara 2609, 47001 Valladolid,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10000046-Z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Claudia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Clara 2646, 29001 Malaga,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10000047-S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Ruben Elena Vazquez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Dorada 2683, 28013 Madrid,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10000048-Q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Irene Paula Diaz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Dorada 2720, 03001 Alicante,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10000049-V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Lucia Fernandez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Dorada 2757, 46001 Valencia,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10000050-H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Claudia Hugo Alvarez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Dorada 2794, 18001 Granada,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10000051-L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Sergio Elena Sanchez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Dorada 2831, 48001 Bilbao,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10000052-C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Paula Navarro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Dorada 2868, 14001 Cordoba,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10000053-K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Javier Lucia Jimenez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Dorada 2905, 50001 Zaragoza,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10000054-E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Alba Claudia Vazquez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Dorada 2942, 08002 Barcelona,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10000055-T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Elena Diaz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Dorada 2979, 30001 Murcia,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10000056-R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Elena Paula Fernandez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Dorada 3016, 41001 Sevilla,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10000057-W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Diego Lucia Romero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Dorada 3053, 47001 Valladolid,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10000058-A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Claudia Sanchez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Dorada 3090, 29001 Malaga,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10000059-G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896AB200-FEC0-44A9-9CD3-3E0BE424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D6B1EEE9-C8FD-4B8C-BF19-FD4C72A2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9945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08B798A3-60F2-4A19-A777-61E3BE5D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Documento Nacional de Identidad (DNI)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Pablo Elena Navarro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Grande 3127, 28013 Madrid,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10000060-M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Valeria Paula Jimenez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Grande 3164, 03001 Alicante,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10000061-Y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Alejandro Lucia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Grande 3201, 46001 Valencia,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10000062-F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Paula Claudia Diaz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Grande 3238, 18001 Granada,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10000063-P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Elena Fernandez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Grande 3275, 48001 Bilbao,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10000064-D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Martina Paula Romero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Grande 3312, 14001 Cordoba,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10000065-X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Mateo Lucia Perez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Grande 3349, 50001 Zaragoza,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10000066-B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Claudia Navarro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Grande 3386, 08002 Barcelona,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10000067-N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Elena Jimenez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Grande 3423, 30001 Murcia,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10000068-J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Lucia Paula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Grande 3460, 41001 Sevilla,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10000069-Z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Carlos Paula Diaz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Grande 3497, 47001 Valladolid,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10000070-S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Sergio Fernandez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Grande 3534, 29001 Malaga,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10000071-Q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Ruben Diego Romero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Nueva 3571, 28013 Madrid,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10000072-V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Irene Daniel Perez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Nueva 3608, 03001 Alicante,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10000073-H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Carlos Navarro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Nueva 3645, 46001 Valencia,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10000074-L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4437D22D-747D-4C13-81DE-F96AD385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3AC17E85-7C6A-465D-8FB8-570F38F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12320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7745CA86-0F2C-41F5-A1BE-C230C5BE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Documento Nacional de Identidad (DNI)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Claudia Sergio Jimenez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Nueva 3682, 18001 Granada,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10000075-C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Sergio Diego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Nueva 3719, 48001 Bilbao,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10000076-K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Daniel Moreno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Nueva 3756, 14001 Cordoba,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10000077-E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Javier Carlos Fernandez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Nueva 3793, 50001 Zaragoza,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10000078-T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Alba Sergio Romero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Nueva 3830, 08002 Barcelona,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10000079-R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Diego Perez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Nueva 3867, 30001 Murcia,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10000080-W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Elena Daniel Torres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Nueva 3904, 41001 Sevilla,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10000081-A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Diego Carlos Jimenez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Nueva 3941, 47001 Valladolid,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10000082-G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Sergio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Nueva 3978, 29001 Malaga,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10000083-M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Pablo Diego Moreno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Real 4015, 28013 Madrid,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10000084-Y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Valeria Daniel Lopez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Real 4052, 03001 Alicante,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10000085-F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Alejandro Carlos Romero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Real 4089, 46001 Valencia,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10000086-P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Paula Sergio Perez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Real 4126, 18001 Granada,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10000087-D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Diego Torres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Real 4163, 48001 Bilbao,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10000088-X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Martina Daniel Ruiz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Real 4200, 14001 Cordoba,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10000089-B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220C382B-33E5-4D3A-8642-7A1BDEF0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148CDC6A-9892-4921-8E1D-75F2ACFE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9515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94807BAB-7305-4B8C-9AE4-B07BF0D6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Documento Nacional de Identidad (DNI)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Mateo Carlos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Real 4237, 50001 Zaragoza,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10000090-N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Sergio Moreno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Real 4274, 08002 Barcelona,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10000091-J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Diego Lopez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Real 4311, 30001 Murcia,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10000092-Z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Lucia Daniel Alonso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Real 4348, 41001 Sevilla,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10000093-S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Carlos Sara Perez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Real 4385, 47001 Valladolid,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10000094-Q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Nora Torres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Real 4422, 29001 Malaga,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10000095-V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Ruben Carmen Ruiz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Serena 4459, 28013 Madrid,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10000096-H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Irene Martina Rodriguez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Serena 4496, 03001 Alicante,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10000097-L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Sara Moreno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Serena 4533, 46001 Valencia,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10000098-C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Claudia Nora Lopez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Serena 4570, 18001 Granada,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10000099-K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Sergio Carmen Alonso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Serena 4607, 48001 Bilbao,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10000100-E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Martina Gomez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Serena 4644, 14001 Cordoba,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10000101-T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Javier Sara Torres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Serena 4681, 50001 Zaragoza,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10000102-R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Alba Nora Ruiz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Serena 4718, 08002 Barcelona,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10000103-W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Carmen Rodriguez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Serena 4755, 30001 Murcia,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10000104-A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5C4FFC62-A73E-4E84-914E-AF6BB916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67CF0B7F-BBF6-44D9-8FDB-CF3A9E87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1073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9D46704F-5B52-476E-9DBF-8A025973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Documento Nacional de Identidad (DNI)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Elena Martina Munoz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Serena 4792, 41001 Sevilla,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10000105-G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Diego Sara Lopez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Serena 4829, 47001 Valladolid,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10000106-M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Nora Alonso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Serena 4866, 29001 Malaga,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10000107-Y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Pablo Carmen Gomez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Sur 4903, 28013 Madrid,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10000108-F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Valeria Martina Dominguez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Sur 4940, 03001 Alicante,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10000109-P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Alejandro Sara Ruiz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Sur 4977, 46001 Valencia,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10000110-D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Paula Nora Rodriguez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Sur 5014, 18001 Granada,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10000111-X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Carmen Munoz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Sur 5051, 48001 Bilbao,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10000112-B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Martina Diego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Sur 5088, 14001 Cordoba,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10000113-N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Mateo Sara Alonso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Sur 5125, 50001 Zaragoza,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10000114-J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Nora Gomez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Sur 5162, 08002 Barcelona,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10000115-Z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Carmen Dominguez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Sur 5199, 30001 Murcia,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10000116-S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Lucia Martina Hernandez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Sur 5236, 41001 Sevilla,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10000117-Q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Carlos Ruben Rodriguez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Sur 5273, 47001 Valladolid,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10000118-V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Javier Munoz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Sur 5310, 29001 Malaga,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10000119-H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5DC8CE5D-EA6D-4216-9294-ED37C072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07F75BBD-4A3B-4273-B623-F26B1D70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44774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8CAFC0A4-EA75-4591-B4AF-F782CE6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Documento Nacional de Identidad (DNI)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Ruben Pablo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Verde 5347, 28013 Madrid,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10000120-L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Irene Mateo Gutierrez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Verde 5384, 03001 Alicante,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10000121-C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Ruben Gomez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Verde 5421, 46001 Valencia,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10000122-K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Claudia Javier Dominguez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Verde 5458, 18001 Granada,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10000123-E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Sergio Pablo Hernandez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Verde 5495, 48001 Bilbao,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10000124-T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Mateo Gonzalez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Verde 5532, 14001 Cordoba,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10000125-R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Javier Ruben Munoz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Verde 5569, 50001 Zaragoza,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10000126-W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Alba Javier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Verde 5606, 08002 Barcelona,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10000127-A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Adrian Pablo Gutierrez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Verde 5643, 30001 Murcia,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10000128-G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Elena Mateo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Verde 5680, 41001 Sevilla,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10000129-M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Diego Ruben Dominguez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Verde 5717, 47001 Valladolid,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10000130-Y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Carmen Javier Hernandez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Verde 5754, 29001 Malaga,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10000131-F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Pablo Nora Gonzalez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Alameda Vieja 5791, 28013 Madrid,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10000132-P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Valeria Mateo Alvarez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Almendro Vieja 5828, 03001 Alicante,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10000133-D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Alejandro Ruben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Azahar Vieja 5865, 46001 Valencia,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10000134-X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510DDA53-1677-49D9-ACAC-241240F1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750F0E15-125F-46EE-AD09-5C840A1B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47737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2DB9AD2B-2D5E-4DB7-BE8F-ADDD087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Documento Nacional de Identidad (DNI)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Paula Javier Gutierrez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Castillo Vieja 5902, 18001 Granada,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10000135-B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Pablo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Encina Vieja 5939, 48001 Bilbao,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10000136-N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Martina Mateo Vazquez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Fuente Vieja 5976, 14001 Cordoba,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10000137-J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Mateo Ruben Hernandez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Jazmin Vieja 6013, 50001 Zaragoza,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10000138-Z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Javier Gonzalez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Laurel Vieja 6050, 08002 Barcelona,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10000139-S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Pablo Alvarez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Olivo Vieja 6087, 30001 Murcia,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10000140-Q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Lucia Mateo Sanchez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Palmera Vieja 6124, 41001 Sevilla,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10000141-V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Carlos Irene Gutierrez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Prado Vieja 6161, 47001 Valladolid,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10000142-H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Alba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Calle Rosal Vieja 6198, 29001 Malaga,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10000143-L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Ruben Valeria Vazquez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Avenida Alameda Alta 6235, 28013 Madrid,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10000144-C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Irene Sofia Diaz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Avenida Almendro Alta 6272, 03001 Alicante,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10000145-K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Irene Gonzalez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Avenida Azahar Alta 6309, 46001 Valencia,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10000146-E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Claudia Alba Alvarez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Avenida Castillo Alta 6346, 18001 Granada,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10000147-T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Sergio Valeria Sanchez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Avenida Encina Alta 6383, 48001 Bilbao, España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10000148-R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Sofia Navarro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Avenida Fuente Alta 6420, 14001 Cordoba, España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10000149-W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6AA4CAF5-98DC-4E27-91F0-1EC5008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360B42E6-87C3-49F9-9D87-238D9ACB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80632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2026-07-30T10:49:20.5370000Z</dcterms:created>
  <dcterms:modified xsi:type="dcterms:W3CDTF">2026-07-30T10:49:20.5370000Z</dcterms:modified>
</coreProperties>
</file>
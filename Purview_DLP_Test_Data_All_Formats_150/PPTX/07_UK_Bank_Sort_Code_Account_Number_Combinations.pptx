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42996a04064b27" /><Relationship Type="http://schemas.openxmlformats.org/officeDocument/2006/relationships/extended-properties" Target="/docProps/app.xml" Id="Rad4ba23dfd8644be" /><Relationship Type="http://schemas.openxmlformats.org/officeDocument/2006/relationships/officeDocument" Target="/ppt/presentation.xml" Id="Rd5f35757fe4e49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a4a0f2d77b4a3d"/>
  </p:sldMasterIdLst>
  <p:notesMasterIdLst>
    <p:notesMasterId xmlns:r="http://schemas.openxmlformats.org/officeDocument/2006/relationships" r:id="Rfd6d7b2a83884616"/>
  </p:notesMasterIdLst>
  <p:sldIdLst>
    <p:sldId xmlns:r="http://schemas.openxmlformats.org/officeDocument/2006/relationships" id="256" r:id="Rda7004791c45454f"/>
    <p:sldId xmlns:r="http://schemas.openxmlformats.org/officeDocument/2006/relationships" id="257" r:id="R9096d90940ad46d4"/>
    <p:sldId xmlns:r="http://schemas.openxmlformats.org/officeDocument/2006/relationships" id="258" r:id="R9f1a23f5a69849b8"/>
    <p:sldId xmlns:r="http://schemas.openxmlformats.org/officeDocument/2006/relationships" id="259" r:id="R6565014c5c6e4640"/>
    <p:sldId xmlns:r="http://schemas.openxmlformats.org/officeDocument/2006/relationships" id="260" r:id="Rf3833b32fb924dda"/>
    <p:sldId xmlns:r="http://schemas.openxmlformats.org/officeDocument/2006/relationships" id="261" r:id="R98dabf9e1a93412b"/>
    <p:sldId xmlns:r="http://schemas.openxmlformats.org/officeDocument/2006/relationships" id="262" r:id="R9bb4f271b3ac4aa1"/>
    <p:sldId xmlns:r="http://schemas.openxmlformats.org/officeDocument/2006/relationships" id="263" r:id="R93961b4c13374cc4"/>
    <p:sldId xmlns:r="http://schemas.openxmlformats.org/officeDocument/2006/relationships" id="264" r:id="R94a3a6d518c54dec"/>
    <p:sldId xmlns:r="http://schemas.openxmlformats.org/officeDocument/2006/relationships" id="265" r:id="Ra5d06d8b159a4872"/>
    <p:sldId xmlns:r="http://schemas.openxmlformats.org/officeDocument/2006/relationships" id="266" r:id="Re0a5bf1adafd4af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277680f09245d1" /><Relationship Type="http://schemas.openxmlformats.org/officeDocument/2006/relationships/slideMaster" Target="/ppt/slideMasters/slideMaster1.xml" Id="Re3a4a0f2d77b4a3d" /><Relationship Type="http://schemas.openxmlformats.org/officeDocument/2006/relationships/notesMaster" Target="/ppt/notesMasters/notesMaster1.xml" Id="Rfd6d7b2a83884616" /><Relationship Type="http://schemas.openxmlformats.org/officeDocument/2006/relationships/presProps" Target="/ppt/presProps.xml" Id="Rf342c4dc199049bf" /><Relationship Type="http://schemas.openxmlformats.org/officeDocument/2006/relationships/tableStyles" Target="/ppt/tableStyles.xml" Id="R2b410ba00f024d60" /><Relationship Type="http://schemas.openxmlformats.org/officeDocument/2006/relationships/slide" Target="/ppt/slides/slide1.xml" Id="Rda7004791c45454f" /><Relationship Type="http://schemas.openxmlformats.org/officeDocument/2006/relationships/slide" Target="/ppt/slides/slide2.xml" Id="R9096d90940ad46d4" /><Relationship Type="http://schemas.openxmlformats.org/officeDocument/2006/relationships/slide" Target="/ppt/slides/slide3.xml" Id="R9f1a23f5a69849b8" /><Relationship Type="http://schemas.openxmlformats.org/officeDocument/2006/relationships/slide" Target="/ppt/slides/slide4.xml" Id="R6565014c5c6e4640" /><Relationship Type="http://schemas.openxmlformats.org/officeDocument/2006/relationships/slide" Target="/ppt/slides/slide5.xml" Id="Rf3833b32fb924dda" /><Relationship Type="http://schemas.openxmlformats.org/officeDocument/2006/relationships/slide" Target="/ppt/slides/slide6.xml" Id="R98dabf9e1a93412b" /><Relationship Type="http://schemas.openxmlformats.org/officeDocument/2006/relationships/slide" Target="/ppt/slides/slide7.xml" Id="R9bb4f271b3ac4aa1" /><Relationship Type="http://schemas.openxmlformats.org/officeDocument/2006/relationships/slide" Target="/ppt/slides/slide8.xml" Id="R93961b4c13374cc4" /><Relationship Type="http://schemas.openxmlformats.org/officeDocument/2006/relationships/slide" Target="/ppt/slides/slide9.xml" Id="R94a3a6d518c54dec" /><Relationship Type="http://schemas.openxmlformats.org/officeDocument/2006/relationships/slide" Target="/ppt/slides/slide10.xml" Id="Ra5d06d8b159a4872" /><Relationship Type="http://schemas.openxmlformats.org/officeDocument/2006/relationships/slide" Target="/ppt/slides/slide11.xml" Id="Re0a5bf1adafd4a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f977112c2d4b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733cbbe54c49a4" /><Relationship Type="http://schemas.openxmlformats.org/officeDocument/2006/relationships/notesMaster" Target="/ppt/notesMasters/notesMaster1.xml" Id="R8c248a2a8ae846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aed5b231f34291" /><Relationship Type="http://schemas.openxmlformats.org/officeDocument/2006/relationships/notesMaster" Target="/ppt/notesMasters/notesMaster1.xml" Id="R0fbb3bf7cf9b48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a73bad5fc64798" /><Relationship Type="http://schemas.openxmlformats.org/officeDocument/2006/relationships/notesMaster" Target="/ppt/notesMasters/notesMaster1.xml" Id="R9ef2c9b77c4e4b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674d93a74d4467" /><Relationship Type="http://schemas.openxmlformats.org/officeDocument/2006/relationships/notesMaster" Target="/ppt/notesMasters/notesMaster1.xml" Id="R3e7c8e63a7024c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b485f394514fa7" /><Relationship Type="http://schemas.openxmlformats.org/officeDocument/2006/relationships/notesMaster" Target="/ppt/notesMasters/notesMaster1.xml" Id="Re7920d2857224b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34b87022744bc8" /><Relationship Type="http://schemas.openxmlformats.org/officeDocument/2006/relationships/notesMaster" Target="/ppt/notesMasters/notesMaster1.xml" Id="R7f9c6b16c4cb49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6d3bcc6ebb4961" /><Relationship Type="http://schemas.openxmlformats.org/officeDocument/2006/relationships/notesMaster" Target="/ppt/notesMasters/notesMaster1.xml" Id="Rd51b7334fe474e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b23a7865744543" /><Relationship Type="http://schemas.openxmlformats.org/officeDocument/2006/relationships/notesMaster" Target="/ppt/notesMasters/notesMaster1.xml" Id="R4a32b9aa4d4a4c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c29b2ee8e5476e" /><Relationship Type="http://schemas.openxmlformats.org/officeDocument/2006/relationships/notesMaster" Target="/ppt/notesMasters/notesMaster1.xml" Id="Re80bec549da942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3a78648b074286" /><Relationship Type="http://schemas.openxmlformats.org/officeDocument/2006/relationships/notesMaster" Target="/ppt/notesMasters/notesMaster1.xml" Id="R81b1ea748bd345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c6f9f63190455f" /><Relationship Type="http://schemas.openxmlformats.org/officeDocument/2006/relationships/notesMaster" Target="/ppt/notesMasters/notesMaster1.xml" Id="R0803ec3deecb44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ace4527cf54f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0f97f8b6684c38" /><Relationship Type="http://schemas.openxmlformats.org/officeDocument/2006/relationships/slideLayout" Target="/ppt/slideLayouts/slideLayout1.xml" Id="R158fab90747247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8fab90747247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053d33b584332" /><Relationship Type="http://schemas.openxmlformats.org/officeDocument/2006/relationships/notesSlide" Target="/ppt/notesSlides/notesSlide1.xml" Id="R371d7f304d0440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9dc81fcb6492d" /><Relationship Type="http://schemas.openxmlformats.org/officeDocument/2006/relationships/notesSlide" Target="/ppt/notesSlides/notesSlide2.xml" Id="R815609b89f7d41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db03c6d4b4162" /><Relationship Type="http://schemas.openxmlformats.org/officeDocument/2006/relationships/notesSlide" Target="/ppt/notesSlides/notesSlide3.xml" Id="Re01b85b1dbf540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d4caf0e9547ec" /><Relationship Type="http://schemas.openxmlformats.org/officeDocument/2006/relationships/notesSlide" Target="/ppt/notesSlides/notesSlide4.xml" Id="Rb3f10f32e6224d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451784f7d430c" /><Relationship Type="http://schemas.openxmlformats.org/officeDocument/2006/relationships/notesSlide" Target="/ppt/notesSlides/notesSlide5.xml" Id="R0bb53dd251c649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dd2550c764b1d" /><Relationship Type="http://schemas.openxmlformats.org/officeDocument/2006/relationships/notesSlide" Target="/ppt/notesSlides/notesSlide6.xml" Id="Rca2b12fe800d49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ffc095540472e" /><Relationship Type="http://schemas.openxmlformats.org/officeDocument/2006/relationships/notesSlide" Target="/ppt/notesSlides/notesSlide7.xml" Id="Rb1dc9678228c4e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2317ea576411c" /><Relationship Type="http://schemas.openxmlformats.org/officeDocument/2006/relationships/notesSlide" Target="/ppt/notesSlides/notesSlide8.xml" Id="R7c0d0e95f3d942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fc657f3784fb7" /><Relationship Type="http://schemas.openxmlformats.org/officeDocument/2006/relationships/notesSlide" Target="/ppt/notesSlides/notesSlide9.xml" Id="R29e2cf81b3564d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9c90e74ab4a1c" /><Relationship Type="http://schemas.openxmlformats.org/officeDocument/2006/relationships/notesSlide" Target="/ppt/notesSlides/notesSlide10.xml" Id="Rcc4a1dc44eaf41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020c7ad7e4494" /><Relationship Type="http://schemas.openxmlformats.org/officeDocument/2006/relationships/notesSlide" Target="/ppt/notesSlides/notesSlide11.xml" Id="R2c9eece243dd4c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D799ACE4-B1E2-46CB-BA61-803AD73D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PURVIEW DLP TEST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713EB52-F801-4DD5-895B-CF79D9CF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UK Bank Sort Code and Account Number Combination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F68A8D2-EB06-4928-829B-B190387A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B5563"/>
                </a:solidFill>
              </a:defRPr>
            </a:pPr>
            <a:r>
              <a:rPr sz="1950">
                <a:solidFill>
                  <a:srgbClr val="4B5563"/>
                </a:solidFill>
              </a:rPr>
              <a:t>150 fictional records with unique names and physical addresses</a:t>
            </a:r>
          </a:p>
        </p:txBody>
      </p:sp>
      <p:sp>
        <p:nvSpPr>
          <p:cNvPr id="4" name="notice">
            <a:extLst xmlns:a="http://schemas.openxmlformats.org/drawingml/2006/main">
              <a:ext uri="{FF2B5EF4-FFF2-40B4-BE49-F238E27FC236}">
                <a16:creationId xmlns:a16="http://schemas.microsoft.com/office/drawing/2014/main" id="{7D503503-2E48-419C-B1E7-EC8D8731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AUTHORIZED DLP TESTING ONLY</a:t>
            </a:r>
          </a:p>
        </p:txBody>
      </p:sp>
    </p:spTree>
    <p:extLst>
      <p:ext uri="{BB962C8B-B14F-4D97-AF65-F5344CB8AC3E}">
        <p14:creationId xmlns:p14="http://schemas.microsoft.com/office/powerpoint/2010/main" val="5268113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0">
            <a:extLst xmlns:a="http://schemas.openxmlformats.org/drawingml/2006/main">
              <a:ext uri="{FF2B5EF4-FFF2-40B4-BE49-F238E27FC236}">
                <a16:creationId xmlns:a16="http://schemas.microsoft.com/office/drawing/2014/main" id="{8DBEC075-9B86-4DF4-8A8A-5909A660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Bank Sort Code and Account Number Combination — records 1–15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Jack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1, 1115 Abbey Close Road,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10-00-00; Account number: 50000001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Oliver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2, 1152 Bramble Close Road, Edinburgh, EH1 1YZ,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11-03-07; Account number: 50000002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James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3, 1189 Cedar Close Road,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12-06-14; Account number: 50000003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Thomas Davies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4, 1226 Church Close Road, Cardiff, CF10 2HE,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13-09-21; Account number: 50000004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Jack Wood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5, 1263 Crown Close Road,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14-12-28; Account number: 50000005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Oliver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6, 1300 Elm Close Road, Leeds, LS1 4AP,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15-15-35; Account number: 50000006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James Smith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7, 1337 Hawthorn Close Road,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16-18-42; Account number: 50000007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Thomas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8, 1374 Kingfisher Close Road, Birmingham, B1 1BB,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17-21-49; Account number: 50000008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Jack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9, 1411 Mill Close Road,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18-24-56; Account number: 50000009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Oliver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10, 1448 Orchard Close Road, Aberdeen, AB10 1AN,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19-27-63; Account number: 50000010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James Davies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11, 1485 Station Close Road,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20-30-70; Account number: 50000011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Thomas Wood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12, 1522 Victoria Close Road, Oxford, OX1 1AA,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21-33-77; Account number: 50000012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Jack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13, 1559 Abbey Grove Road,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22-36-84; Account number: 50000013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Oliver Jones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14, 1596 Bramble Grove Road, Newcastle, NE1 4LP,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23-39-91; Account number: 50000014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Sophie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15, 1633 Cedar Grove Road,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24-42-98; Account number: 50000015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0">
            <a:extLst xmlns:a="http://schemas.openxmlformats.org/drawingml/2006/main">
              <a:ext uri="{FF2B5EF4-FFF2-40B4-BE49-F238E27FC236}">
                <a16:creationId xmlns:a16="http://schemas.microsoft.com/office/drawing/2014/main" id="{66085192-557D-455E-BD1F-BC925DAD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5C35FF05-9B90-4465-B6AD-BD4348BA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834578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5FFCF507-B32F-41BB-A871-45BFE59D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Bank Sort Code and Account Number Combination — records 16–30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Lily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16, 1670 Church Grove Road,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25-45-05; Account number: 50000016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Mia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17, 1707 Crown Grove Road, London, SW1A 2AA,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26-48-12; Account number: 50000017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Amelia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18, 1744 Elm Grove Road,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27-51-19; Account number: 50000018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Sophie Wood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19, 1781 Hawthorn Grove Road, Cambridge, CB1 1BH,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28-54-26; Account number: 50000019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Lily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20, 1818 Kingfisher Grove Road,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29-57-33; Account number: 50000020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Mia Jones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21, 1855 Mill Grove Road, Sheffield, S1 2BJ,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30-60-40; Account number: 50000021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Amelia Roberts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22, 1892 Orchard Grove Road,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31-63-47; Account number: 50000022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Sophie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23, 1929 Station Grove Road, Leicester, LE1 5YP,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32-66-54; Account number: 50000023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Lily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24, 1966 Victoria Grove Road,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33-69-61; Account number: 50000024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Mia Patel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25, 2003 Abbey Mead Road, Liverpool, L1 8JQ,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34-72-68; Account number: 50000025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Amelia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26, 2040 Bramble Mead Road,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35-75-75; Account number: 50000026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Sophie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27, 2077 Cedar Mead Road, Bristol, BS1 4ST,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36-78-82; Account number: 50000027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Lily Jones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28, 2114 Church Mead Road,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37-81-89; Account number: 50000028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Mia Roberts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29, 2151 Crown Mead Road, Glasgow, G1 2FF,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38-84-96; Account number: 50000029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Amelia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30, 2188 Elm Mead Road,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39-87-03; Account number: 50000030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4D9AF598-1A9D-4C00-BD3A-2B547979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6EA7C750-65E9-4CF2-9EDA-77138A48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610561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87F837CB-6EFE-4087-AD29-95830663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Bank Sort Code and Account Number Combination — records 31–45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Sophie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31, 2225 Hawthorn Mead Road,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40-90-10; Account number: 50000031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Lily Patel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32, 2262 Kingfisher Mead Road, Nottingham, NG1 2AS,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41-93-17; Account number: 50000032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Mia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33, 2299 Mill Mead Road,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42-96-24; Account number: 50000033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Amelia Evans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34, 2336 Orchard Mead Road, Edinburgh, EH1 1YZ,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43-99-31; Account number: 50000034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Sophie Jones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35, 2373 Station Mead Road,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44-02-38; Account number: 50000035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Lily Roberts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36, 2410 Victoria Mead Road, Cardiff, CF10 2HE,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45-05-45; Account number: 50000036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Mia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37, 2447 Abbey Park Road,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46-08-52; Account number: 50000037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Jack Clarke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38, 2484 Bramble Park Road, Leeds, LS1 4AP,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47-11-59; Account number: 50000038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William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39, 2521 Cedar Park Road,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48-14-66; Account number: 50000039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Charlie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40, 2558 Church Park Road, Birmingham, B1 1BB,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49-17-73; Account number: 50000040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Arthur Evans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41, 2595 Crown Park Road,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50-20-80; Account number: 50000041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Edward Jones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42, 2632 Elm Park Road, Aberdeen, AB10 1AN,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51-23-87; Account number: 50000042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William Roberts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43, 2669 Hawthorn Park Road,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52-26-94; Account number: 50000043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Charlie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44, 2706 Kingfisher Park Road, Oxford, OX1 1AA,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53-29-01; Account number: 50000044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Arthur Clarke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45, 2743 Mill Park Road,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54-32-08; Account number: 50000045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30">
            <a:extLst xmlns:a="http://schemas.openxmlformats.org/drawingml/2006/main">
              <a:ext uri="{FF2B5EF4-FFF2-40B4-BE49-F238E27FC236}">
                <a16:creationId xmlns:a16="http://schemas.microsoft.com/office/drawing/2014/main" id="{7EA3A5BB-EF76-4431-8C69-7B6C3DE6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30">
            <a:extLst xmlns:a="http://schemas.openxmlformats.org/drawingml/2006/main">
              <a:ext uri="{FF2B5EF4-FFF2-40B4-BE49-F238E27FC236}">
                <a16:creationId xmlns:a16="http://schemas.microsoft.com/office/drawing/2014/main" id="{343BA293-F498-431F-AE84-FED0FC85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379299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5">
            <a:extLst xmlns:a="http://schemas.openxmlformats.org/drawingml/2006/main">
              <a:ext uri="{FF2B5EF4-FFF2-40B4-BE49-F238E27FC236}">
                <a16:creationId xmlns:a16="http://schemas.microsoft.com/office/drawing/2014/main" id="{CFF12DBE-5E39-46AB-9574-6B306D56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Bank Sort Code and Account Number Combination — records 46–60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Edward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46, 2780 Orchard Park Road,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55-35-15; Account number: 50000046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William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47, 2817 Station Park Road, Manchester, M1 2WD,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56-38-22; Account number: 50000047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Charlie Evans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48, 2854 Victoria Park Road,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57-41-29; Account number: 50000048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Arthur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49, 2891 Abbey Rise Road, London, SW1A 2AA,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58-44-36; Account number: 50000049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Edward Roberts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50, 2928 Bramble Rise Road,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59-47-43; Account number: 50000050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William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51, 2965 Cedar Rise Road, Cambridge, CB1 1BH,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60-50-50; Account number: 50000051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Charlie Clarke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52, 3002 Church Rise Road,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61-53-57; Account number: 50000052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Arthur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53, 3039 Crown Rise Road, Sheffield, S1 2BJ,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62-56-64; Account number: 50000053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Edward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54, 3076 Elm Rise Road,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63-59-71; Account number: 50000054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William Evans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55, 3113 Hawthorn Rise Road, Leicester, LE1 5YP,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64-62-78; Account number: 50000055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Charlie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56, 3150 Kingfisher Rise Road,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65-65-85; Account number: 50000056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Lily Green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57, 3187 Mill Rise Road, Liverpool, L1 8JQ,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66-68-92; Account number: 50000057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Edward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58, 3224 Orchard Rise Road,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67-71-99; Account number: 50000058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William Clarke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59, 3261 Station Rise Road, Bristol, BS1 4ST,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68-74-06; Account number: 50000059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Charlie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60, 3298 Victoria Rise Road,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69-77-13; Account number: 50000060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45">
            <a:extLst xmlns:a="http://schemas.openxmlformats.org/drawingml/2006/main">
              <a:ext uri="{FF2B5EF4-FFF2-40B4-BE49-F238E27FC236}">
                <a16:creationId xmlns:a16="http://schemas.microsoft.com/office/drawing/2014/main" id="{A8E430BA-2A3F-4A50-9A46-06F1E037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45">
            <a:extLst xmlns:a="http://schemas.openxmlformats.org/drawingml/2006/main">
              <a:ext uri="{FF2B5EF4-FFF2-40B4-BE49-F238E27FC236}">
                <a16:creationId xmlns:a16="http://schemas.microsoft.com/office/drawing/2014/main" id="{17CCBE8D-9AA5-45E8-93FE-4AC8C242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957053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0">
            <a:extLst xmlns:a="http://schemas.openxmlformats.org/drawingml/2006/main">
              <a:ext uri="{FF2B5EF4-FFF2-40B4-BE49-F238E27FC236}">
                <a16:creationId xmlns:a16="http://schemas.microsoft.com/office/drawing/2014/main" id="{DABD4ED6-E9D2-46F3-AEE6-0831D7BD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Bank Sort Code and Account Number Combination — records 61–75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Arthur Edwards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61, 3335 Abbey Vale Road,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70-80-20; Account number: 50000061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Edward Evans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62, 3372 Bramble Vale Road, Newcastle, NE1 4LP,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71-83-27; Account number: 50000062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Emily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63, 3409 Cedar Vale Road,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72-86-34; Account number: 50000063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Grace Green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64, 3446 Church Vale Road, Nottingham, NG1 2AS,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73-89-41; Account number: 50000064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Ava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65, 3483 Crown Vale Road,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74-92-48; Account number: 50000065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Lucy Clarke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66, 3520 Elm Vale Road, Edinburgh, EH1 1YZ,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75-95-55; Account number: 50000066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Emily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67, 3557 Hawthorn Vale Road,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76-98-62; Account number: 50000067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Grace Edwards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68, 3594 Kingfisher Vale Road, Cardiff, CF10 2HE,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77-01-69; Account number: 50000068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Ava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69, 3631 Mill Vale Road,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78-04-76; Account number: 50000069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Lucy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70, 3668 Orchard Vale Road, Leeds, LS1 4AP,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79-07-83; Account number: 50000070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Emily Green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71, 3705 Station Vale Road,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10-10-90; Account number: 50000071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Grace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72, 3742 Victoria Vale Road, Birmingham, B1 1BB,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11-13-97; Account number: 50000072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Ava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1, 3779 Abbey View Road,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12-16-04; Account number: 50000073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Lucy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2, 3816 Bramble View Road, Aberdeen, AB10 1AN,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13-19-11; Account number: 50000074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Emily Edwards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3, 3853 Cedar View Road,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14-22-18; Account number: 50000075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60">
            <a:extLst xmlns:a="http://schemas.openxmlformats.org/drawingml/2006/main">
              <a:ext uri="{FF2B5EF4-FFF2-40B4-BE49-F238E27FC236}">
                <a16:creationId xmlns:a16="http://schemas.microsoft.com/office/drawing/2014/main" id="{D088B512-A6B5-46B0-A24C-91A848FA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60">
            <a:extLst xmlns:a="http://schemas.openxmlformats.org/drawingml/2006/main">
              <a:ext uri="{FF2B5EF4-FFF2-40B4-BE49-F238E27FC236}">
                <a16:creationId xmlns:a16="http://schemas.microsoft.com/office/drawing/2014/main" id="{C03DAD82-6D42-43E6-BC64-73EBC365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117564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5">
            <a:extLst xmlns:a="http://schemas.openxmlformats.org/drawingml/2006/main">
              <a:ext uri="{FF2B5EF4-FFF2-40B4-BE49-F238E27FC236}">
                <a16:creationId xmlns:a16="http://schemas.microsoft.com/office/drawing/2014/main" id="{1970BF65-2223-4646-9B54-47137882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Bank Sort Code and Account Number Combination — records 76–90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William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4, 3890 Church View Road,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15-25-25; Account number: 50000076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Ava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5, 3927 Crown View Road, Glasgow, G1 2FF,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16-28-32; Account number: 50000077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Lucy Green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6, 3964 Elm View Road,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17-31-39; Account number: 50000078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Emily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7, 4001 Hawthorn View Road, Manchester, M1 2WD,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18-34-46; Account number: 50000079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Grace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8, 4038 Kingfisher View Road,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19-37-53; Account number: 50000080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Ava Wright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9, 4075 Mill View Road, London, SW1A 2AA,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20-40-60; Account number: 50000081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Lucy Edwards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10, 4112 Orchard View Road,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21-43-67; Account number: 50000082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Emily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11, 4149 Station View Road, Cambridge, CB1 1BH,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22-46-74; Account number: 50000083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Grace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12, 4186 Victoria View Road,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23-49-81; Account number: 50000084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Ava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13, 4223 Abbey Wood Road, Sheffield, S1 2BJ,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24-52-88; Account number: 50000085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Lucy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14, 4260 Bramble Wood Road,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25-55-95; Account number: 50000086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Oscar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15, 4297 Cedar Wood Road, Leicester, LE1 5YP,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26-58-02; Account number: 50000087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Harry Wright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16, 4334 Church Wood Road,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27-61-09; Account number: 50000088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George Smith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17, 4371 Crown Wood Road, Liverpool, L1 8JQ,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28-64-16; Account number: 50000089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Henry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18, 4408 Elm Wood Road,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29-67-23; Account number: 50000090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75">
            <a:extLst xmlns:a="http://schemas.openxmlformats.org/drawingml/2006/main">
              <a:ext uri="{FF2B5EF4-FFF2-40B4-BE49-F238E27FC236}">
                <a16:creationId xmlns:a16="http://schemas.microsoft.com/office/drawing/2014/main" id="{73383457-66AE-4401-9A9A-948890B7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75">
            <a:extLst xmlns:a="http://schemas.openxmlformats.org/drawingml/2006/main">
              <a:ext uri="{FF2B5EF4-FFF2-40B4-BE49-F238E27FC236}">
                <a16:creationId xmlns:a16="http://schemas.microsoft.com/office/drawing/2014/main" id="{85F22BE1-B4EF-4B8F-89F1-BFDC46A9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538228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0">
            <a:extLst xmlns:a="http://schemas.openxmlformats.org/drawingml/2006/main">
              <a:ext uri="{FF2B5EF4-FFF2-40B4-BE49-F238E27FC236}">
                <a16:creationId xmlns:a16="http://schemas.microsoft.com/office/drawing/2014/main" id="{3B299630-2DFC-468C-BE16-18BA80F8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Bank Sort Code and Account Number Combination — records 91–105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Oscar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19, 4445 Hawthorn Wood Road,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30-70-30; Account number: 50000091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Harry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20, 4482 Kingfisher Wood Road, Oxford, OX1 1AA,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31-73-37; Account number: 50000092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George Davies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21, 4519 Mill Wood Road,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32-76-44; Account number: 50000093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Henry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22, 4556 Orchard Wood Road, Newcastle, NE1 4LP,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33-79-51; Account number: 50000094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Lucy Wright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23, 4593 Station Wood Road,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34-82-58; Account number: 50000095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Harry Smith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24, 4630 Victoria Wood Road, Nottingham, NG1 2AS,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35-85-65; Account number: 50000096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George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25, 4667 Abbey Green Road,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36-88-72; Account number: 50000097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Henry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26, 4704 Bramble Green Road, Edinburgh, EH1 1YZ,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37-91-79; Account number: 50000098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Oscar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27, 4741 Cedar Green Road,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38-94-86; Account number: 50000099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Harry Davies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28, 4778 Church Green Road, Cardiff, CF10 2HE,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39-97-93; Account number: 50000100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George Wood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29, 4815 Crown Green Road,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40-00-00; Account number: 50000101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Henry Wright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30, 4852 Elm Green Road, Leeds, LS1 4AP,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41-03-07; Account number: 50000102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Oscar Smith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31, 4889 Hawthorn Green Road,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42-06-14; Account number: 50000103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Harry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32, 4926 Kingfisher Green Road, Birmingham, B1 1BB,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43-09-21; Account number: 50000104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George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33, 4963 Mill Green Road,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44-12-28; Account number: 50000105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90">
            <a:extLst xmlns:a="http://schemas.openxmlformats.org/drawingml/2006/main">
              <a:ext uri="{FF2B5EF4-FFF2-40B4-BE49-F238E27FC236}">
                <a16:creationId xmlns:a16="http://schemas.microsoft.com/office/drawing/2014/main" id="{E8513126-A156-460A-83D3-E08F334D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90">
            <a:extLst xmlns:a="http://schemas.openxmlformats.org/drawingml/2006/main">
              <a:ext uri="{FF2B5EF4-FFF2-40B4-BE49-F238E27FC236}">
                <a16:creationId xmlns:a16="http://schemas.microsoft.com/office/drawing/2014/main" id="{FB98F617-C400-4D48-A41F-F13B016B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674722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5">
            <a:extLst xmlns:a="http://schemas.openxmlformats.org/drawingml/2006/main">
              <a:ext uri="{FF2B5EF4-FFF2-40B4-BE49-F238E27FC236}">
                <a16:creationId xmlns:a16="http://schemas.microsoft.com/office/drawing/2014/main" id="{B9AA63D4-B8A7-4EF0-9EA9-BC273C4F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Bank Sort Code and Account Number Combination — records 106–120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Henry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34, 5000 Orchard Green Road,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45-15-35; Account number: 50000106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Oscar Davies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35, 5037 Station Green Road, Bristol, BS1 4ST,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46-18-42; Account number: 50000107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Harry Wood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36, 5074 Victoria Green Road,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47-21-49; Account number: 50000108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George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37, 5111 Abbey Heath Road, Glasgow, G1 2FF,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48-24-56; Account number: 50000109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Henry Smith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38, 5148 Bramble Heath Road,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49-27-63; Account number: 50000110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Freya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39, 5185 Cedar Heath Road, Manchester, M1 2WD,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50-30-70; Account number: 50000111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Sophia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40, 5222 Church Heath Road,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51-33-77; Account number: 50000112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Isla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41, 5259 Crown Heath Road, London, SW1A 2AA,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52-36-84; Account number: 50000113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George Davies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42, 5296 Elm Heath Road,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53-39-91; Account number: 50000114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Freya Wood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43, 5333 Hawthorn Heath Road, Cambridge, CB1 1BH,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54-42-98; Account number: 50000115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Sophia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44, 5370 Kingfisher Heath Road,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55-45-05; Account number: 50000116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Isla Jones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45, 5407 Mill Heath Road, Sheffield, S1 2BJ,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56-48-12; Account number: 50000117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Evie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46, 5444 Orchard Heath Road,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57-51-19; Account number: 50000118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Freya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47, 5481 Station Heath Road, Leicester, LE1 5YP,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58-54-26; Account number: 50000119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Sophia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48, 5518 Victoria Heath Road,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59-57-33; Account number: 50000120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05">
            <a:extLst xmlns:a="http://schemas.openxmlformats.org/drawingml/2006/main">
              <a:ext uri="{FF2B5EF4-FFF2-40B4-BE49-F238E27FC236}">
                <a16:creationId xmlns:a16="http://schemas.microsoft.com/office/drawing/2014/main" id="{83D5C21B-8D86-47C0-B92D-B67455B2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05">
            <a:extLst xmlns:a="http://schemas.openxmlformats.org/drawingml/2006/main">
              <a:ext uri="{FF2B5EF4-FFF2-40B4-BE49-F238E27FC236}">
                <a16:creationId xmlns:a16="http://schemas.microsoft.com/office/drawing/2014/main" id="{D4AA1F8F-B766-4811-9801-79286126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324553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0">
            <a:extLst xmlns:a="http://schemas.openxmlformats.org/drawingml/2006/main">
              <a:ext uri="{FF2B5EF4-FFF2-40B4-BE49-F238E27FC236}">
                <a16:creationId xmlns:a16="http://schemas.microsoft.com/office/drawing/2014/main" id="{C9854319-5402-4618-A5AA-94729B76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Bank Sort Code and Account Number Combination — records 121–135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Isla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49, 5555 Abbey Cross Road,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60-60-40; Account number: 50000121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Evie Wood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50, 5592 Bramble Cross Road, Aberdeen, AB10 1AN,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61-63-47; Account number: 50000122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Freya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51, 5629 Cedar Cross Road,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62-66-54; Account number: 50000123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Sophia Jones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52, 5666 Church Cross Road, Oxford, OX1 1AA,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63-69-61; Account number: 50000124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Isla Roberts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53, 5703 Crown Cross Road,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64-72-68; Account number: 50000125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Evie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54, 5740 Elm Cross Road, Newcastle, NE1 4LP,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65-75-75; Account number: 50000126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Freya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55, 5777 Hawthorn Cross Road,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66-78-82; Account number: 50000127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Sophia Patel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56, 5814 Kingfisher Cross Road, Nottingham, NG1 2AS,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67-81-89; Account number: 50000128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Isla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57, 5851 Mill Cross Road,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68-84-96; Account number: 50000129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Evie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58, 5888 Orchard Cross Road, Edinburgh, EH1 1YZ,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69-87-03; Account number: 50000130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Freya Jones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59, 5925 Station Cross Road,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70-90-10; Account number: 50000131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Sophia Roberts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60, 5962 Victoria Cross Road, Cardiff, CF10 2HE,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71-93-17; Account number: 50000132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Isla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61, 5999 Abbey Gate Road,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72-96-24; Account number: 50000133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Evie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62, 6036 Bramble Gate Road, Leeds, LS1 4AP,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73-99-31; Account number: 50000134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Thomas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63, 6073 Cedar Gate Road,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74-02-38; Account number: 50000135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20">
            <a:extLst xmlns:a="http://schemas.openxmlformats.org/drawingml/2006/main">
              <a:ext uri="{FF2B5EF4-FFF2-40B4-BE49-F238E27FC236}">
                <a16:creationId xmlns:a16="http://schemas.microsoft.com/office/drawing/2014/main" id="{51FEA2CD-35B4-4045-804E-7E55FEBB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20">
            <a:extLst xmlns:a="http://schemas.openxmlformats.org/drawingml/2006/main">
              <a:ext uri="{FF2B5EF4-FFF2-40B4-BE49-F238E27FC236}">
                <a16:creationId xmlns:a16="http://schemas.microsoft.com/office/drawing/2014/main" id="{47261177-F393-4461-91A9-0FA51F70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68934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5">
            <a:extLst xmlns:a="http://schemas.openxmlformats.org/drawingml/2006/main">
              <a:ext uri="{FF2B5EF4-FFF2-40B4-BE49-F238E27FC236}">
                <a16:creationId xmlns:a16="http://schemas.microsoft.com/office/drawing/2014/main" id="{8976F68D-B798-413F-8C00-E846C9FE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Bank Sort Code and Account Number Combination — records 136–150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Jack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64, 6110 Church Gate Road,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75-05-45; Account number: 50000136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Oliver Evans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65, 6147 Crown Gate Road, Liverpool, L1 8JQ,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76-08-52; Account number: 50000137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James Jones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66, 6184 Elm Gate Road,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77-11-59; Account number: 50000138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Thomas Roberts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67, 6221 Hawthorn Gate Road, Bristol, BS1 4ST,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78-14-66; Account number: 50000139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Jack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68, 6258 Kingfisher Gate Road,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79-17-73; Account number: 50000140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Oliver Clarke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69, 6295 Mill Gate Road, Glasgow, G1 2FF,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10-20-80; Account number: 50000141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James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70, 6332 Orchard Gate Road,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11-23-87; Account number: 50000142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Thomas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71, 6369 Station Gate Road, Manchester, M1 2WD,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12-26-94; Account number: 50000143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Jack Evans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72, 6406 Victoria Gate Road,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13-29-01; Account number: 50000144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Oliver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1, 6443 Abbey Close Street, London, SW1A 2AA,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14-32-08; Account number: 50000145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James Roberts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2, 6480 Bramble Close Street,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15-35-15; Account number: 50000146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Thomas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3, 6517 Cedar Close Street, Cambridge, CB1 1BH,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16-38-22; Account number: 50000147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Jack Clarke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4, 6554 Church Close Street,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17-41-29; Account number: 50000148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Oliver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5, 6591 Crown Close Street, Sheffield, S1 2BJ,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18-44-36; Account number: 50000149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James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6, 6628 Elm Close Street,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Sort code: 19-47-43; Account number: 50000150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35">
            <a:extLst xmlns:a="http://schemas.openxmlformats.org/drawingml/2006/main">
              <a:ext uri="{FF2B5EF4-FFF2-40B4-BE49-F238E27FC236}">
                <a16:creationId xmlns:a16="http://schemas.microsoft.com/office/drawing/2014/main" id="{EE3B0362-EA97-4E43-8001-AED4C736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35">
            <a:extLst xmlns:a="http://schemas.openxmlformats.org/drawingml/2006/main">
              <a:ext uri="{FF2B5EF4-FFF2-40B4-BE49-F238E27FC236}">
                <a16:creationId xmlns:a16="http://schemas.microsoft.com/office/drawing/2014/main" id="{0D32732E-5409-4889-AAF7-4269FE77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559523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2026-07-30T10:49:19.7220000Z</dcterms:created>
  <dcterms:modified xsi:type="dcterms:W3CDTF">2026-07-30T10:49:19.7220000Z</dcterms:modified>
</coreProperties>
</file>
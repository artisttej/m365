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eab86b8d1b4d61" /><Relationship Type="http://schemas.openxmlformats.org/officeDocument/2006/relationships/extended-properties" Target="/docProps/app.xml" Id="R1adb9a9604c94c9b" /><Relationship Type="http://schemas.openxmlformats.org/officeDocument/2006/relationships/officeDocument" Target="/ppt/presentation.xml" Id="Rb328e7671df144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b9488b34a040b6"/>
  </p:sldMasterIdLst>
  <p:notesMasterIdLst>
    <p:notesMasterId xmlns:r="http://schemas.openxmlformats.org/officeDocument/2006/relationships" r:id="R42ae642702d74380"/>
  </p:notesMasterIdLst>
  <p:sldIdLst>
    <p:sldId xmlns:r="http://schemas.openxmlformats.org/officeDocument/2006/relationships" id="256" r:id="Rf906b94ba982497a"/>
    <p:sldId xmlns:r="http://schemas.openxmlformats.org/officeDocument/2006/relationships" id="257" r:id="R06ac9899822144e4"/>
    <p:sldId xmlns:r="http://schemas.openxmlformats.org/officeDocument/2006/relationships" id="258" r:id="Rec1ad8204c0c4172"/>
    <p:sldId xmlns:r="http://schemas.openxmlformats.org/officeDocument/2006/relationships" id="259" r:id="R19eb253bd42f4e08"/>
    <p:sldId xmlns:r="http://schemas.openxmlformats.org/officeDocument/2006/relationships" id="260" r:id="R3fe9129338914cb6"/>
    <p:sldId xmlns:r="http://schemas.openxmlformats.org/officeDocument/2006/relationships" id="261" r:id="Reace4ef8d7d4418c"/>
    <p:sldId xmlns:r="http://schemas.openxmlformats.org/officeDocument/2006/relationships" id="262" r:id="Rf0090c8176554114"/>
    <p:sldId xmlns:r="http://schemas.openxmlformats.org/officeDocument/2006/relationships" id="263" r:id="R062466f95eae4b61"/>
    <p:sldId xmlns:r="http://schemas.openxmlformats.org/officeDocument/2006/relationships" id="264" r:id="R355bdabcab9a4498"/>
    <p:sldId xmlns:r="http://schemas.openxmlformats.org/officeDocument/2006/relationships" id="265" r:id="R110032c7985049ea"/>
    <p:sldId xmlns:r="http://schemas.openxmlformats.org/officeDocument/2006/relationships" id="266" r:id="R890c429b19294c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a61431adad4e4b" /><Relationship Type="http://schemas.openxmlformats.org/officeDocument/2006/relationships/slideMaster" Target="/ppt/slideMasters/slideMaster1.xml" Id="R2ab9488b34a040b6" /><Relationship Type="http://schemas.openxmlformats.org/officeDocument/2006/relationships/notesMaster" Target="/ppt/notesMasters/notesMaster1.xml" Id="R42ae642702d74380" /><Relationship Type="http://schemas.openxmlformats.org/officeDocument/2006/relationships/presProps" Target="/ppt/presProps.xml" Id="Rcadbcaeb13c64e43" /><Relationship Type="http://schemas.openxmlformats.org/officeDocument/2006/relationships/tableStyles" Target="/ppt/tableStyles.xml" Id="Raf372fb48bf641fa" /><Relationship Type="http://schemas.openxmlformats.org/officeDocument/2006/relationships/slide" Target="/ppt/slides/slide1.xml" Id="Rf906b94ba982497a" /><Relationship Type="http://schemas.openxmlformats.org/officeDocument/2006/relationships/slide" Target="/ppt/slides/slide2.xml" Id="R06ac9899822144e4" /><Relationship Type="http://schemas.openxmlformats.org/officeDocument/2006/relationships/slide" Target="/ppt/slides/slide3.xml" Id="Rec1ad8204c0c4172" /><Relationship Type="http://schemas.openxmlformats.org/officeDocument/2006/relationships/slide" Target="/ppt/slides/slide4.xml" Id="R19eb253bd42f4e08" /><Relationship Type="http://schemas.openxmlformats.org/officeDocument/2006/relationships/slide" Target="/ppt/slides/slide5.xml" Id="R3fe9129338914cb6" /><Relationship Type="http://schemas.openxmlformats.org/officeDocument/2006/relationships/slide" Target="/ppt/slides/slide6.xml" Id="Reace4ef8d7d4418c" /><Relationship Type="http://schemas.openxmlformats.org/officeDocument/2006/relationships/slide" Target="/ppt/slides/slide7.xml" Id="Rf0090c8176554114" /><Relationship Type="http://schemas.openxmlformats.org/officeDocument/2006/relationships/slide" Target="/ppt/slides/slide8.xml" Id="R062466f95eae4b61" /><Relationship Type="http://schemas.openxmlformats.org/officeDocument/2006/relationships/slide" Target="/ppt/slides/slide9.xml" Id="R355bdabcab9a4498" /><Relationship Type="http://schemas.openxmlformats.org/officeDocument/2006/relationships/slide" Target="/ppt/slides/slide10.xml" Id="R110032c7985049ea" /><Relationship Type="http://schemas.openxmlformats.org/officeDocument/2006/relationships/slide" Target="/ppt/slides/slide11.xml" Id="R890c429b19294c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6d5993e03448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9a0078fd93490c" /><Relationship Type="http://schemas.openxmlformats.org/officeDocument/2006/relationships/notesMaster" Target="/ppt/notesMasters/notesMaster1.xml" Id="Re494f4a4e58343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7810a1d9454686" /><Relationship Type="http://schemas.openxmlformats.org/officeDocument/2006/relationships/notesMaster" Target="/ppt/notesMasters/notesMaster1.xml" Id="R14b03773afd842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6f4c70a4ec4eff" /><Relationship Type="http://schemas.openxmlformats.org/officeDocument/2006/relationships/notesMaster" Target="/ppt/notesMasters/notesMaster1.xml" Id="Rc5a6534c4e864f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a9e6eed44b44fb" /><Relationship Type="http://schemas.openxmlformats.org/officeDocument/2006/relationships/notesMaster" Target="/ppt/notesMasters/notesMaster1.xml" Id="Rc43fd1505efd4a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f11542ca244931" /><Relationship Type="http://schemas.openxmlformats.org/officeDocument/2006/relationships/notesMaster" Target="/ppt/notesMasters/notesMaster1.xml" Id="Re3e51852a4634b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3c46a7478c4ddd" /><Relationship Type="http://schemas.openxmlformats.org/officeDocument/2006/relationships/notesMaster" Target="/ppt/notesMasters/notesMaster1.xml" Id="Rc94c6ce6fdad40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7e8caac89f46ab" /><Relationship Type="http://schemas.openxmlformats.org/officeDocument/2006/relationships/notesMaster" Target="/ppt/notesMasters/notesMaster1.xml" Id="Rb5b4230d57af44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ad571742144a70" /><Relationship Type="http://schemas.openxmlformats.org/officeDocument/2006/relationships/notesMaster" Target="/ppt/notesMasters/notesMaster1.xml" Id="R10cb4ac4f33648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1dd8f447bb4962" /><Relationship Type="http://schemas.openxmlformats.org/officeDocument/2006/relationships/notesMaster" Target="/ppt/notesMasters/notesMaster1.xml" Id="R54e7e39062904c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83d228be934e01" /><Relationship Type="http://schemas.openxmlformats.org/officeDocument/2006/relationships/notesMaster" Target="/ppt/notesMasters/notesMaster1.xml" Id="R7b38fef3116d46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55fb57622e4d72" /><Relationship Type="http://schemas.openxmlformats.org/officeDocument/2006/relationships/notesMaster" Target="/ppt/notesMasters/notesMaster1.xml" Id="Rd4a605e1415441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020481a4f4d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99ac851dfb41b7" /><Relationship Type="http://schemas.openxmlformats.org/officeDocument/2006/relationships/slideLayout" Target="/ppt/slideLayouts/slideLayout1.xml" Id="R3f90fec1f80d4f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90fec1f80d4f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6875219ef49cc" /><Relationship Type="http://schemas.openxmlformats.org/officeDocument/2006/relationships/notesSlide" Target="/ppt/notesSlides/notesSlide1.xml" Id="R35d7bcc1d58442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ec489a7e94500" /><Relationship Type="http://schemas.openxmlformats.org/officeDocument/2006/relationships/notesSlide" Target="/ppt/notesSlides/notesSlide2.xml" Id="R75c8b563580049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6d56733fa459a" /><Relationship Type="http://schemas.openxmlformats.org/officeDocument/2006/relationships/notesSlide" Target="/ppt/notesSlides/notesSlide3.xml" Id="Rbb89f19c831a42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c68b1ea8e4f1e" /><Relationship Type="http://schemas.openxmlformats.org/officeDocument/2006/relationships/notesSlide" Target="/ppt/notesSlides/notesSlide4.xml" Id="R3882daae6ee64e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35305b547462b" /><Relationship Type="http://schemas.openxmlformats.org/officeDocument/2006/relationships/notesSlide" Target="/ppt/notesSlides/notesSlide5.xml" Id="R75d89a58eee745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e385cd64f4bb1" /><Relationship Type="http://schemas.openxmlformats.org/officeDocument/2006/relationships/notesSlide" Target="/ppt/notesSlides/notesSlide6.xml" Id="Ra62462a92bda45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a14650619449a" /><Relationship Type="http://schemas.openxmlformats.org/officeDocument/2006/relationships/notesSlide" Target="/ppt/notesSlides/notesSlide7.xml" Id="R0510a8bd7d6843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c08e2e6694007" /><Relationship Type="http://schemas.openxmlformats.org/officeDocument/2006/relationships/notesSlide" Target="/ppt/notesSlides/notesSlide8.xml" Id="R687f3412239748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6b81bce1c486e" /><Relationship Type="http://schemas.openxmlformats.org/officeDocument/2006/relationships/notesSlide" Target="/ppt/notesSlides/notesSlide9.xml" Id="R9ef0f6247f3347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0583009854198" /><Relationship Type="http://schemas.openxmlformats.org/officeDocument/2006/relationships/notesSlide" Target="/ppt/notesSlides/notesSlide10.xml" Id="Rf3e54652b59247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feea758a541c2" /><Relationship Type="http://schemas.openxmlformats.org/officeDocument/2006/relationships/notesSlide" Target="/ppt/notesSlides/notesSlide11.xml" Id="R2834a27867b54a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C8877A9-86A5-4042-B0EA-D5B5F067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9612B13-BEE2-48E9-8D7D-BF461E69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New York Driver's License Number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72A8A38-3FE7-4B50-A026-5DC1CB29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137142BB-2D22-49ED-BD5F-8C6D509D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1790425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E11C5FE8-5481-4DC4-ABD9-7C161683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New York Driver's License Number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Mason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2335 Silver Ridge Road,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Liam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2372 Golden Ridge Road,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Samuel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2409 Cedar Ridge Road,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Henry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2446 Willow Ridge Road,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Charlotte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2483 Maple Ridge Road,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100 200 005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Liam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2520 River Ridge Road,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Samuel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2557 Meadow Ridge Road,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Henry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2594 Highland Ridge Road,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Mason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2631 Sunset Ridge Road,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Liam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2668 Pine Ridge Road,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Samuel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2705 Lake Ridge Road,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Henry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2742 Forest Ridge Road,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Sophia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2779 Silver Glen Road,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Olivia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2816 Golden Glen Road,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Evelyn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2853 Cedar Glen Road,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100 200 015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B34628F2-D3D7-4A23-A73D-3FEB54B2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4A4B6A4F-E286-492C-98E3-9017463B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4355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989ABA5E-3D4B-4F7B-968C-34A59F60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New York Driver's License Number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Amelia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2890 Willow Glen Road,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Sophia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2927 Maple Glen Road,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Olivia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2964 River Glen Road,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100 200 018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Evelyn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3001 Meadow Glen Road,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Amelia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3038 Highland Glen Road,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Sophia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3075 Sunset Glen Road,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Olivia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3112 Pine Glen Road,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Evelyn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3149 Lake Glen Road,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Samuel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3186 Forest Glen Road,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Sophia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3223 Silver Brook Road,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Olivia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3260 Golden Brook Road,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100 200 026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Evelyn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3297 Cedar Brook Road,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Amelia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3334 Willow Brook Road,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100 200 028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Sophia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3371 Maple Brook Road,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Olivia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3408 River Brook Road,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100 200 030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76DAC12F-7DBF-4AF2-AC07-C7FFA51F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482A350C-3C76-4AD1-9C04-B4383740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27009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D462AB2B-73D2-4E96-A462-E78AAD93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New York Driver's License Number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Evelyn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3445 Meadow Brook Road,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100 200 031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Amelia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3482 Highland Brook Road,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Sophia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3519 Sunset Brook Road,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100 200 033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Olivia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3556 Pine Brook Road,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Evelyn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3593 Lake Brook Road,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100 200 035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Amelia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3630 Forest Brook Road,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Ethan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3667 Silver Field Road,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100 200 037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Caleb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3704 Golden Field Road,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Daniel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3741 Cedar Field Road,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100 200 039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James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3778 Willow Field Road,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Ethan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3815 Maple Field Road,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100 200 041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Caleb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3852 River Field Road,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Olivia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3889 Meadow Field Road,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100 200 043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James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3926 Highland Field Road,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Ethan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3963 Sunset Field Road,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100 200 045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D26DC3A3-A1E4-4E4F-A5E7-76C51553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2CC1E0EA-1247-4141-9BF5-712BE77B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43132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3598DFD8-3CA2-4B0E-AB33-460FF7C8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New York Driver's License Number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Caleb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4000 Pine Field Road,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100 200 046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Daniel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4037 Lake Field Road,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James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4074 Forest Field Road,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Ethan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4111 Silver View Road,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Caleb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4148 Golden View Road,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100 200 050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Daniel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4185 Cedar View Road,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James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4222 Willow View Road,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100 200 052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Ethan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4259 Maple View Road,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Caleb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4296 River View Road,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100 200 054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Daniel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4333 Meadow View Road,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James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4370 Highland View Road,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100 200 056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Ethan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4407 Sunset View Road,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Caleb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4444 Pine View Road,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100 200 058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Daniel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4481 Lake View Road,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James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4518 Forest View Road,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100 200 060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6D3EF85A-3726-4EE7-8F92-B4E59E92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5AD78AA8-ADD6-49F9-B990-91B386B8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844263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AE28D576-EF17-4F03-B987-5BF85D69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New York Driver's License Number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Ava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4555 Silver Park Road,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100 200 061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Ethan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4592 Golden Park Road,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Harper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4629 Cedar Park Road,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100 200 063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Mia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4666 Willow Park Road,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Ava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4703 Maple Park Road,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100 200 065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Chloe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4740 River Park Road,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Harper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4777 Meadow Park Road,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100 200 067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Mia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4814 Highland Park Road,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Ava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4851 Sunset Park Road,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100 200 069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Chloe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4888 Pine Park Road,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Harper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4925 Lake Park Road,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100 200 071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Mia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4962 Forest Park Road,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Ava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4999 Silver Hill Road,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100 200 073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Chloe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5036 Golden Hill Road,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Harper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5073 Cedar Hill Road,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100 200 075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9BFAAE7A-4610-4EED-A32E-8969FAA2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0038A93A-15E5-4BB9-B74A-EEE9972F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832953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531C13CE-389F-401E-9AB5-5FD3D128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New York Driver's License Number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Mia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5110 Willow Hill Road,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100 200 076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Ava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5147 Maple Hill Road,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Chloe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5184 River Hill Road,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100 200 078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Harper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5221 Meadow Hill Road,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Mia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5258 Highland Hill Road,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100 200 080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Ava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5295 Sunset Hill Road,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Chloe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5332 Pine Hill Road,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100 200 082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Harper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5369 Lake Hill Road,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Mia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5406 Forest Hill Road,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100 200 084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Noah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5443 Silver Creek Road,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Nathan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5480 Golden Creek Road,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100 200 086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Benjamin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5517 Cedar Creek Road,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Lucas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5554 Willow Creek Road,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100 200 088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Noah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5591 Maple Creek Road,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Nathan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5628 River Creek Road,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100 200 090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77648B04-C997-4B72-B051-1FFE0C59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0241750C-7DE9-45DF-B59F-BDE7529E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594742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5F4D6A68-CE11-4CC8-AA2C-D60C9E83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New York Driver's License Number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Benjamin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5665 Meadow Creek Road,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100 200 091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Lucas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5702 Highland Creek Road,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Noah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5739 Sunset Creek Road,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100 200 093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Nathan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5776 Pine Creek Road,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Benjamin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5813 Lake Creek Road,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100 200 095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Lucas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5850 Forest Creek Road,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Noah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5887 Silver Garden Road,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100 200 097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Nathan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5924 Golden Garden Road,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Benjamin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5961 Cedar Garden Road,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100 200 099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Lucas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5998 Willow Garden Road,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Noah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6035 Maple Garden Road,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Nathan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6072 River Garden Road,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Benjamin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6109 Meadow Garden Road,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Lucas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6146 Highland Garden Road,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Mia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6183 Sunset Garden Road,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100 200 105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EDB56A54-106D-42D8-ACDB-EAB5B8FB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9A64A47C-2428-40F4-A040-4011D407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692394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D525C196-58D9-4686-BE9F-ED24E960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New York Driver's License Number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Nathan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6220 Pine Garden Road,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Benjamin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6257 Lake Garden Road,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Lucas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6294 Forest Garden Road,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100 200 108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Emma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6331 Silver Valley Road,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Grace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6368 Golden Valley Road,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100 200 110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Charlotte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6405 Cedar Valley Road,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Isabella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6442 Willow Valley Road,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100 200 112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Emma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6479 Maple Valley Road,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Grace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6516 River Valley Road,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100 200 114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Charlotte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6553 Meadow Valley Road,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Isabella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6590 Highland Valley Road,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Emma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6627 Sunset Valley Road,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Grace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6664 Pine Valley Road,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100 200 118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Charlotte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6701 Lake Valley Road,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Isabella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6738 Forest Valley Road,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100 200 120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50D772F8-FC72-41C7-A582-C723C695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25594318-681D-45C8-AB75-7F503CFB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337926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2FEDB493-3AAC-4B03-A1FA-26AFB29D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New York Driver's License Number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Emma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6775 Silver Spring Road,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Grace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6812 Golden Spring Road,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Charlotte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6849 Cedar Spring Road,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Benjamin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6886 Willow Spring Road,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Emma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6923 Maple Spring Road,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Grace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6960 River Spring Road,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Charlotte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6997 Meadow Spring Road,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Isabella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7034 Highland Spring Road,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Emma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7071 Sunset Spring Road,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100 200 129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Grace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7108 Pine Spring Road,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Charlotte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7145 Lake Spring Road,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100 200 131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Isabella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7182 Forest Spring Road,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Liam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7219 Silver Oak Boulevard,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100 200 133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Samuel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7256 Golden Oak Boulevard,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Henry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7293 Cedar Oak Boulevard,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100 200 135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C71A38D9-4F60-4BF2-B0D7-26A7F912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95870649-48B2-46CB-A47B-5003E9F8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40026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23E49403-6018-40D0-A7EF-BBA499B0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New York Driver's License Number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Mason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7330 Willow Oak Boulevard,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100 200 136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Liam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7367 Maple Oak Boulevard,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Samuel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7404 River Oak Boulevard,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Henry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7441 Meadow Oak Boulevard,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Mason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7478 Highland Oak Boulevard,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100 200 140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Liam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7515 Sunset Oak Boulevard,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Samuel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7552 Pine Oak Boulevard,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Grace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7589 Lake Oak Boulevard,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Mason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7626 Forest Oak Boulevard,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100 200 144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Liam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7663 Silver Ridge Boulevard,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Samuel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7700 Golden Ridge Boulevard,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100 200 146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Henry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7737 Cedar Ridge Boulevard,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Mason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7774 Willow Ridge Boulevard,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Liam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7811 Maple Ridge Boulevard,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Samuel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7848 River Ridge Boulevard,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100 200 150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0EA61053-AF5E-4905-A137-01EB9285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9C64C7FB-09B9-4F3A-BB63-0A794BFD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134826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2026-07-30T10:49:16.1560000Z</dcterms:created>
  <dcterms:modified xsi:type="dcterms:W3CDTF">2026-07-30T10:49:16.1560000Z</dcterms:modified>
</coreProperties>
</file>
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4367bff7a74d2c" /><Relationship Type="http://schemas.openxmlformats.org/officeDocument/2006/relationships/extended-properties" Target="/docProps/app.xml" Id="Ra9cec05f847342e5" /><Relationship Type="http://schemas.openxmlformats.org/officeDocument/2006/relationships/officeDocument" Target="/ppt/presentation.xml" Id="R7ff9bf116eb5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436c9101d4598"/>
  </p:sldMasterIdLst>
  <p:notesMasterIdLst>
    <p:notesMasterId xmlns:r="http://schemas.openxmlformats.org/officeDocument/2006/relationships" r:id="R11103d9e5069463d"/>
  </p:notesMasterIdLst>
  <p:sldIdLst>
    <p:sldId xmlns:r="http://schemas.openxmlformats.org/officeDocument/2006/relationships" id="256" r:id="R2a04a60fc4854278"/>
    <p:sldId xmlns:r="http://schemas.openxmlformats.org/officeDocument/2006/relationships" id="257" r:id="Rf9db417b8e1e470c"/>
    <p:sldId xmlns:r="http://schemas.openxmlformats.org/officeDocument/2006/relationships" id="258" r:id="R5fa1d173dc8b4d83"/>
    <p:sldId xmlns:r="http://schemas.openxmlformats.org/officeDocument/2006/relationships" id="259" r:id="R5b13ac1520a04ebc"/>
    <p:sldId xmlns:r="http://schemas.openxmlformats.org/officeDocument/2006/relationships" id="260" r:id="Re305bc7f24ae44c3"/>
    <p:sldId xmlns:r="http://schemas.openxmlformats.org/officeDocument/2006/relationships" id="261" r:id="R90112f9d07f94338"/>
    <p:sldId xmlns:r="http://schemas.openxmlformats.org/officeDocument/2006/relationships" id="262" r:id="R18bed65e723a446c"/>
    <p:sldId xmlns:r="http://schemas.openxmlformats.org/officeDocument/2006/relationships" id="263" r:id="R576b42f483dc426c"/>
    <p:sldId xmlns:r="http://schemas.openxmlformats.org/officeDocument/2006/relationships" id="264" r:id="R36c9e0cfcbc1430d"/>
    <p:sldId xmlns:r="http://schemas.openxmlformats.org/officeDocument/2006/relationships" id="265" r:id="R2297073bb54244b3"/>
    <p:sldId xmlns:r="http://schemas.openxmlformats.org/officeDocument/2006/relationships" id="266" r:id="Rd93f96e67ac847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d6506439aa4691" /><Relationship Type="http://schemas.openxmlformats.org/officeDocument/2006/relationships/slideMaster" Target="/ppt/slideMasters/slideMaster1.xml" Id="Rbfb436c9101d4598" /><Relationship Type="http://schemas.openxmlformats.org/officeDocument/2006/relationships/notesMaster" Target="/ppt/notesMasters/notesMaster1.xml" Id="R11103d9e5069463d" /><Relationship Type="http://schemas.openxmlformats.org/officeDocument/2006/relationships/presProps" Target="/ppt/presProps.xml" Id="Rdbadb2b14d364d5b" /><Relationship Type="http://schemas.openxmlformats.org/officeDocument/2006/relationships/tableStyles" Target="/ppt/tableStyles.xml" Id="R0febf4d65aa940fd" /><Relationship Type="http://schemas.openxmlformats.org/officeDocument/2006/relationships/slide" Target="/ppt/slides/slide1.xml" Id="R2a04a60fc4854278" /><Relationship Type="http://schemas.openxmlformats.org/officeDocument/2006/relationships/slide" Target="/ppt/slides/slide2.xml" Id="Rf9db417b8e1e470c" /><Relationship Type="http://schemas.openxmlformats.org/officeDocument/2006/relationships/slide" Target="/ppt/slides/slide3.xml" Id="R5fa1d173dc8b4d83" /><Relationship Type="http://schemas.openxmlformats.org/officeDocument/2006/relationships/slide" Target="/ppt/slides/slide4.xml" Id="R5b13ac1520a04ebc" /><Relationship Type="http://schemas.openxmlformats.org/officeDocument/2006/relationships/slide" Target="/ppt/slides/slide5.xml" Id="Re305bc7f24ae44c3" /><Relationship Type="http://schemas.openxmlformats.org/officeDocument/2006/relationships/slide" Target="/ppt/slides/slide6.xml" Id="R90112f9d07f94338" /><Relationship Type="http://schemas.openxmlformats.org/officeDocument/2006/relationships/slide" Target="/ppt/slides/slide7.xml" Id="R18bed65e723a446c" /><Relationship Type="http://schemas.openxmlformats.org/officeDocument/2006/relationships/slide" Target="/ppt/slides/slide8.xml" Id="R576b42f483dc426c" /><Relationship Type="http://schemas.openxmlformats.org/officeDocument/2006/relationships/slide" Target="/ppt/slides/slide9.xml" Id="R36c9e0cfcbc1430d" /><Relationship Type="http://schemas.openxmlformats.org/officeDocument/2006/relationships/slide" Target="/ppt/slides/slide10.xml" Id="R2297073bb54244b3" /><Relationship Type="http://schemas.openxmlformats.org/officeDocument/2006/relationships/slide" Target="/ppt/slides/slide11.xml" Id="Rd93f96e67ac8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5f3890fe9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3569f38ae4383" /><Relationship Type="http://schemas.openxmlformats.org/officeDocument/2006/relationships/notesMaster" Target="/ppt/notesMasters/notesMaster1.xml" Id="Re4f5a3bf794c4e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9320d2335f4878" /><Relationship Type="http://schemas.openxmlformats.org/officeDocument/2006/relationships/notesMaster" Target="/ppt/notesMasters/notesMaster1.xml" Id="R4cb760f03fa14f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03b9f726940a9" /><Relationship Type="http://schemas.openxmlformats.org/officeDocument/2006/relationships/notesMaster" Target="/ppt/notesMasters/notesMaster1.xml" Id="Ra1a6e47de04e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3f13b16e74eef" /><Relationship Type="http://schemas.openxmlformats.org/officeDocument/2006/relationships/notesMaster" Target="/ppt/notesMasters/notesMaster1.xml" Id="Rf88c755b83824c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58808077f400e" /><Relationship Type="http://schemas.openxmlformats.org/officeDocument/2006/relationships/notesMaster" Target="/ppt/notesMasters/notesMaster1.xml" Id="Rb4cb6de8bc7947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c9a6f3e5874943" /><Relationship Type="http://schemas.openxmlformats.org/officeDocument/2006/relationships/notesMaster" Target="/ppt/notesMasters/notesMaster1.xml" Id="Rb9ed5799ed7842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aaae42f73e4429" /><Relationship Type="http://schemas.openxmlformats.org/officeDocument/2006/relationships/notesMaster" Target="/ppt/notesMasters/notesMaster1.xml" Id="Red1ca21b09bf45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04295b4314dfa" /><Relationship Type="http://schemas.openxmlformats.org/officeDocument/2006/relationships/notesMaster" Target="/ppt/notesMasters/notesMaster1.xml" Id="Ra46cb1fb04dc4b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95443dffd4cc2" /><Relationship Type="http://schemas.openxmlformats.org/officeDocument/2006/relationships/notesMaster" Target="/ppt/notesMasters/notesMaster1.xml" Id="R037d4d34b6fd47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75ebe0e813455e" /><Relationship Type="http://schemas.openxmlformats.org/officeDocument/2006/relationships/notesMaster" Target="/ppt/notesMasters/notesMaster1.xml" Id="R105d3e7cefb94c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b03eb372774dff" /><Relationship Type="http://schemas.openxmlformats.org/officeDocument/2006/relationships/notesMaster" Target="/ppt/notesMasters/notesMaster1.xml" Id="R1c804413c50a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05ad4e0294e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a917794934295" /><Relationship Type="http://schemas.openxmlformats.org/officeDocument/2006/relationships/slideLayout" Target="/ppt/slideLayouts/slideLayout1.xml" Id="Ra54aaac056d543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aaac056d543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255a6ee374c9d" /><Relationship Type="http://schemas.openxmlformats.org/officeDocument/2006/relationships/notesSlide" Target="/ppt/notesSlides/notesSlide1.xml" Id="Ra78d74b52d2c48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a84def6e462c" /><Relationship Type="http://schemas.openxmlformats.org/officeDocument/2006/relationships/notesSlide" Target="/ppt/notesSlides/notesSlide2.xml" Id="R0d19939015fc4e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42aa52d7d4ab1" /><Relationship Type="http://schemas.openxmlformats.org/officeDocument/2006/relationships/notesSlide" Target="/ppt/notesSlides/notesSlide3.xml" Id="Re0243e01471e45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3567e876d4b69" /><Relationship Type="http://schemas.openxmlformats.org/officeDocument/2006/relationships/notesSlide" Target="/ppt/notesSlides/notesSlide4.xml" Id="Ra78b9eb8657d44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db6e0e6ba4a50" /><Relationship Type="http://schemas.openxmlformats.org/officeDocument/2006/relationships/notesSlide" Target="/ppt/notesSlides/notesSlide5.xml" Id="Rc70a3e740b7345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6ac9c374643f9" /><Relationship Type="http://schemas.openxmlformats.org/officeDocument/2006/relationships/notesSlide" Target="/ppt/notesSlides/notesSlide6.xml" Id="R435525ebccc349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0e26a0b0842be" /><Relationship Type="http://schemas.openxmlformats.org/officeDocument/2006/relationships/notesSlide" Target="/ppt/notesSlides/notesSlide7.xml" Id="Rc7fcdeb74e5947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78d60b68d4805" /><Relationship Type="http://schemas.openxmlformats.org/officeDocument/2006/relationships/notesSlide" Target="/ppt/notesSlides/notesSlide8.xml" Id="R47cdbcfbe837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08997a30c4fe6" /><Relationship Type="http://schemas.openxmlformats.org/officeDocument/2006/relationships/notesSlide" Target="/ppt/notesSlides/notesSlide9.xml" Id="Rac0530464e4941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33ff4d6294ff0" /><Relationship Type="http://schemas.openxmlformats.org/officeDocument/2006/relationships/notesSlide" Target="/ppt/notesSlides/notesSlide10.xml" Id="R445ffcb40f3643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7ddf2e0c4003" /><Relationship Type="http://schemas.openxmlformats.org/officeDocument/2006/relationships/notesSlide" Target="/ppt/notesSlides/notesSlide11.xml" Id="Ra96638c8590847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10E230C-B176-4285-B120-32E68FF8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1D034A-34D1-4168-9ED4-CFFF568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Hong Kong Identity Card (HKID) Number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730D92-BBE9-49AA-847B-0BCB9F3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94AC3EB7-2080-4DCA-8FB9-7A8DA07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077798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4D96D148-C623-48E9-81A9-8C322C32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Chi Ho Yip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10/F, 946 Bamboo Bay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A100000(7)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Carmen Wong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11/F, 983 Castle Bay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B100001(8)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Vivian Tsang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12/F, 1020 Harbour Bay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C100002(9)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Tsz Ying Lam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13/F, 1057 Jade Bay Road, Tai Po,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D100003(A)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Wing Yan Tam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14/F, 1094 Kingfisher Bay Road, Tsim Sha Tsui,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E100004(0)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Carmen Chow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15/F, 1131 Lotus Bay Road, Yuen Long,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F100005(1)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Vivian 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16/F, 1168 Maple Bay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G100006(2)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Tsz Ying Yip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17/F, 1205 Orchid Bay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H100007(3)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Natalie Wing Yan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18/F, 1242 Pearl Bay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I100008(4)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Raymond Carmen Tsang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19/F, 1279 Phoenix Bay Road, Wan Chai,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J100009(5)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Vivian Simon Lam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20/F, 1316 Silver Bay Road, Kennedy Town,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K100010(1)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Kevin Tsz Ying Tam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21/F, 1353 Victoria Bay Road, Tsuen Wan,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L100011(2)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Karen Wing Yan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22/F, 1390 Bamboo Garden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M100012(3)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Jason Carmen 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23/F, 1427 Castle Garden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N100013(4)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Vivian Yip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24/F, 1464 Harbour Garden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O100014(5)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124BA5E7-929B-4497-8BC8-D5AF1852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1B6F33D-41A8-4F75-883C-DC038CA0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3943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FBE5C9C-E441-4EFE-A174-A852F601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 Hei Tsz Ying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25/F, 1501 Jade Garden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P100015(6)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Tsz Ying Wing Yan 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26/F, 1538 Kingfisher Garden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Q100016(7)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Pak Ho Carmen Lam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27/F, 1575 Lotus Garden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R100017(8)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Hoi Lam Vivian Tam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28/F, 1612 Maple Garden Road, Causeway Bay,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S100018(9)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Kin Wai Tsz Ying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29/F, 1649 Orchid Garden Road, Kowloon Tong,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T100019(A)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Siu Man Wing Yan Kwan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30/F, 1686 Pearl Garden Road, Sai Kung,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U100020(6)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 Ho Carmen Yip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31/F, 1723 Phoenix Garden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V100021(7)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Wing Yan Vivian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32/F, 1760 Silver Garden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W100022(8)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 Ming Tsz Ying 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33/F, 1797 Victoria Garden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X100023(9)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Wing Yan Cheng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34/F, 1834 Bamboo Heights Road, Central,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Y100024(A)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Martin Tam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35/F, 1871 Castle Heights Road, Mong Kok,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Z100025(0)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Kevin Ho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36/F, 1908 Harbour Heights Road, Sha Tin,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A100026(0)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Pak Ho Kwan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37/F, 1945 Jade Heights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B100027(1)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Ka Ming Lau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38/F, 1982 Kingfisher Heights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C100028(2)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Wing Yan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39/F, 2019 Lotus Heights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D100029(3)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0BF88A83-56D7-4002-A292-3E382777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7D17D70B-C02A-45DB-B42C-60A80B97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3458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8A718AF-27A9-44F1-A737-BA25394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Kevin 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40/F, 2056 Maple Heights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E100030(A)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Pak Ho Cheng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41/F, 2093 Orchid Heights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F100031(0)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Natalie Ka Ming Poon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42/F, 2130 Pearl Heights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G100032(1)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Raymond Martin Ho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43/F, 2167 Phoenix Heights Road, Wan Chai,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H100033(2)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Vivian Kevin Kwan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44/F, 2204 Silver Heights Road, Kennedy Town,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I100034(3)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Kevin Pak Ho Lau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45/F, 2241 Victoria Heights Road, Tsuen Wan,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J100035(4)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Karen Ka Ming Leung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46/F, 2278 Bamboo Hill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K100036(5)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Jason Martin 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47/F, 2315 Castle Hill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L100037(6)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Kevin Cheng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48/F, 2352 Harbour Hill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M100038(7)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 Hei Pak Ho Poon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49/F, 2389 Jade Hill Road, Tai Po,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N100039(8)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Tsz Ying Ka Ming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50/F, 2426 Kingfisher Hill Road, Tsim Sha Tsui,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O100040(4)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Pak Ho Martin Kwan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51/F, 2463 Lotus Hill Road, Yuen Long,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P100041(5)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Hoi Lam Kevin Lau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52/F, 2500 Maple Hill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Q100042(6)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Kin Wai Pak Ho Leung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53/F, 2537 Orchid Hill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R100043(7)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Siu Man Ka Ming 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54/F, 2574 Pearl Hill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S100044(8)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24E041F0-521D-4AFE-8561-42F61A3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F39629AE-0452-49F2-AE06-09CF0989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2126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3E90532C-CE96-4160-AD92-F9E86E00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 Ho Martin Cheng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55/F, 2611 Phoenix Hill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T100045(9)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Wing Yan Kevin Poon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56/F, 2648 Silver Hill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U100046(A)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 Ming Pak Ho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57/F, 2685 Victoria Hill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V100047(0)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Ka Ming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58/F, 2722 Bamboo Park Road, Central,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W100048(1)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Joanne Lau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59/F, 2759 Castle Park Road, Mong Kok,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X100049(2)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Karen Leung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10/F, 2796 Harbour Park Road, Sha Tin,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Y100050(9)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Hoi Lam 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11/F, 2833 Jade Park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Z100051(A)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Mei Ling Yeung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12/F, 2870 Kingfisher Park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A100052(A)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Joanne Poon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13/F, 2907 Lotus Park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B100053(0)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Karen 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14/F, 2944 Maple Park Road, Causeway Bay,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C100054(1)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Hoi Lam Chan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15/F, 2981 Orchid Park Road, Kowloon Tong,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D100055(2)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Natalie Mei Ling Kwok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16/F, 3018 Pearl Park Road, Sai Kung,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E100056(3)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Raymond Joanne Leung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17/F, 3055 Phoenix Park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F100057(4)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Vivian Karen Wan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18/F, 3092 Silver Park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G100058(5)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Kevin Hoi Lam Yeung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19/F, 3129 Victoria Park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H100059(6)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E61B6EC8-DC25-4C28-A194-A7E02D3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085D1932-EE2B-4BF5-8852-8BD4E3C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4576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A998DC36-BC8F-4B89-850F-783FCFD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Karen Mei Ling Fung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20/F, 3166 Bamboo Point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I100060(2)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Jason Joanne 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21/F, 3203 Castle Point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J100061(3)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Karen Chan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22/F, 3240 Harbour Point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K100062(4)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 Hei Hoi Lam Kwok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23/F, 3277 Jade Point Road, Tai Po,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L100063(5)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Tsz Ying Mei Ling Cheung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24/F, 3314 Kingfisher Point Road, Tsim Sha Tsui,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M100064(6)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Pak Ho Joanne Wan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25/F, 3351 Lotus Point Road, Yuen Long,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N100065(7)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Hoi Lam Karen Yeung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26/F, 3388 Maple Point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O100066(8)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Kin Wai Hoi Lam Fung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27/F, 3425 Orchid Point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P100067(9)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Siu Man Mei Ling Tang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28/F, 3462 Pearl Point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Q100068(A)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 Ho Joanne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29/F, 3499 Phoenix Point Road, Wan Chai,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R100069(0)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Wing Yan Karen Kwok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30/F, 3536 Silver Point Road, Kennedy Town,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S100070(7)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 Ming Hoi Lam Cheung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31/F, 3573 Victoria Point Road, Tsuen Wan,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T100071(8)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Pak Ho Mak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32/F, 3610 Bamboo Ridge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U100072(9)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Adrian Yeung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33/F, 3647 Castle Ridge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V100073(A)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Jason Fung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34/F, 3684 Harbour Ridge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W100074(0)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A38EAAE3-62C0-4F71-BE62-BA3C5597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CF3E1183-D080-43E2-9DDB-BC1FDB2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03389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390109FA-F244-4272-9228-B40A5CAB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Kin Wai Tang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35/F, 3721 Jade Ridge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X100075(1)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Derek Chan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36/F, 3758 Kingfisher Ridge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Y100076(2)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Adrian Kwok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37/F, 3795 Lotus Ridge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Z100077(3)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Jason Cheung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38/F, 3832 Maple Ridge Road, Causeway Bay,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A100078(3)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Kin Wai Mak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39/F, 3869 Orchid Ridge Road, Kowloon Tong,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B100079(4)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Natalie Derek Yeung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40/F, 3906 Pearl Ridge Road, Sai Kung,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C100080(0)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Raymond Adrian Fung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41/F, 3943 Phoenix Ridge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D100081(1)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Vivian Jason Tang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42/F, 3980 Silver Ridge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E100082(2)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Kevin Kin Wai Wong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43/F, 4017 Victoria Ridge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F100083(3)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Karen Derek Kwok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44/F, 4054 Bamboo Terrace Road, Central,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G100084(4)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Jason Adrian Cheung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45/F, 4091 Castle Terrace Road, Mong Kok,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H100085(5)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Jason Mak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46/F, 4128 Harbour Terrace Road, Sha Tin,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I100086(6)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 Hei Kin Wai Chow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47/F, 4165 Jade Terrace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J100087(7)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Tsz Ying Derek Fung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48/F, 4202 Kingfisher Terrace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K100088(8)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Pak Ho Adrian Tang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49/F, 4239 Lotus Terrace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L100089(9)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3FC1FE2B-9171-4ED5-99C3-C0E3433E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A059D70F-21B2-40C4-801F-A09D93D2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124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5CA21EED-4A86-49D2-88C8-383006C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Hoi Lam Jason Wong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50/F, 4276 Maple Terrace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M100090(5)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Kin Wai Karen Tsang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51/F, 4313 Orchid Terrace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N100091(6)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Siu Man Derek Cheung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52/F, 4350 Pearl Terrace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O100092(7)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 Ho Adrian Mak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53/F, 4387 Phoenix Terrace Road, Wan Chai,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P100093(8)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Wing Yan Jason Chow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54/F, 4424 Silver Terrace Road, Kennedy Town,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Q100094(9)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 Ming Kin Wai 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55/F, 4461 Victoria Terrace Road, Tsuen Wan,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R100095(A)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Derek Tang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56/F, 4498 Bamboo Valley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S100096(0)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Natalie Wong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57/F, 4535 Castle Valley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T100097(1)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Chloe Tsang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58/F, 4572 Harbour Valley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U100098(2)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Siu Man Lam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59/F, 4609 Jade Valley Road, Tai Po,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V100099(3)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Janice Mak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10/F, 4646 Kingfisher Valley Road, Tsim Sha Tsui,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W100100(3)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Natalie Chow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11/F, 4683 Lotus Valley Road, Yuen Long,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X100101(4)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Chloe 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12/F, 4720 Maple Valley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Y100102(5)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Siu Man Yip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13/F, 4757 Orchid Valley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Z100103(6)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Natalie Janice Wong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14/F, 4794 Pearl Valley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A100104(6)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07AD79D9-BC30-4C22-B431-DCBCB03E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5FDE7CD9-A4B9-4A1E-B6AD-AA2DAD76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3318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4C694DDE-C1F2-4181-BDC9-AF1D51A4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Raymond Natalie Tsang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15/F, 4831 Phoenix Valley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B100105(7)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Vivian Chloe Lam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16/F, 4868 Silver Valley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C100106(8)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Kevin Siu Man Tam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17/F, 4905 Victoria Valley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D100107(9)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Karen Janice Chow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18/F, 4942 Bamboo View Road, Central,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E100108(A)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Jason Natalie 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19/F, 4979 Castle View Road, Mong Kok,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F100109(0)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Adrian Yip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20/F, 5016 Harbour View Road, Sha Tin,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G100110(7)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 Hei Siu Man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21/F, 5053 Jade View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H100111(8)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Tsz Ying Janice Tsang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22/F, 5090 Kingfisher View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I100112(9)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Pak Ho Natalie Lam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23/F, 5127 Lotus View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J100113(A)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Hoi Lam Chloe Tam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24/F, 5164 Maple View Road, Causeway Bay,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K100114(0)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Kin Wai Siu Man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25/F, 5201 Orchid View Road, Kowloon Tong,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L100115(1)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Siu Man Janice 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26/F, 5238 Pearl View Road, Sai Kung,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M100116(2)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 Ho Natalie Yip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27/F, 5275 Phoenix View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N100117(3)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Wing Yan Chloe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28/F, 5312 Silver View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O100118(4)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 Ming Siu Man 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29/F, 5349 Victoria View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P100119(5)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9E6110AF-1B40-414A-9E26-76664BDC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0C6D0FA8-6A1C-4390-BB4B-E550308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64024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EC72F3F5-D585-4959-9490-1F10501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Janice Lam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30/F, 5386 Bamboo Walk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Q100120(1)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Raymond Tam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31/F, 5423 Castle Walk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R100121(2)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Man Hei Ho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32/F, 5460 Harbour Walk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S100122(3)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Chi Ho Kwan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33/F, 5497 Jade Walk Road, Tai Po,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T100123(4)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Simon Yip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34/F, 5534 Kingfisher Walk Road, Tsim Sha Tsui,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U100124(5)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Raymond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35/F, 5571 Lotus Walk Road, Yuen Long,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V100125(6)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Joanne Man Hei 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36/F, 5608 Maple Walk Road, Causeway Bay,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W100126(7)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Chi Ho Cheng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37/F, 5645 Orchid Walk Road, Kowloon Tong,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X100127(8)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Natalie Simon Tam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38/F, 5682 Pearl Walk Road, Sai Kung,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Y100128(9)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Raymond Janice Ho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39/F, 5719 Phoenix Walk Road, Wan Chai,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Z100129(A)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Vivian Man Hei Kwan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40/F, 5756 Silver Walk Road, Kennedy Town,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A100130(5)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Kevin Chi Ho Lau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41/F, 5793 Victoria Walk Road, Tsuen Wan,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B100131(6)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Karen Simon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42/F, 5830 Bamboo Wood Road, Central,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C100132(7)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Jason Raymond 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43/F, 5867 Castle Wood Road, Mong Kok,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D100133(8)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Man Hei Cheng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44/F, 5904 Harbour Wood Road, Sha Tin,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E100134(9)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AEA5395D-84F6-43A6-906F-1B53B9A7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48033D9E-2219-4F58-9C10-283C3A20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3262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EB7F0F69-758A-42EF-A8E3-025A4C47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Hong Kong Identity Card (HKID) Number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 Hei Chi Ho Poon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45/F, 5941 Jade Wood Road,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F100135(A)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Tsz Ying Simon Ho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46/F, 5978 Kingfisher Wood Road,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G100136(0)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Pak Ho Raymond Kwan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47/F, 6015 Lotus Wood Road,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H100137(1)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Hoi Lam Man Hei Lau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48/F, 6052 Maple Wood Road, Causeway Bay,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I100138(2)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Kin Wai Chi Ho Leung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49/F, 6089 Orchid Wood Road, Kowloon Tong,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J100139(3)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Siu Man Simon 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50/F, 6126 Pearl Wood Road, Sai Kung,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K100140(A)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 Ho Raymond Cheng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51/F, 6163 Phoenix Wood Road, Wan Chai, Hong Kong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L100141(0)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Wing Yan Man Hei Poon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52/F, 6200 Silver Wood Road, Kennedy Town,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M100142(1)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 Ming Chi Ho 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53/F, 6237 Victoria Wood Road, Tsuen Wan,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N100143(2)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Ling Simon Kwan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54/F, 6274 Bamboo Bay Street, Central, Hong Kong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O100144(3)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Derek Vivian Lau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55/F, 6311 Castle Bay Street, Mong Kok, Kowloon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P100145(4)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Janice Tsz Ying Leung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56/F, 6348 Harbour Bay Street, Sha Tin, New Territories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Q100146(5)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Simon Wing Yan Wan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57/F, 6385 Jade Bay Street, Tai Po,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R100147(6)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Chi Ho Cheng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58/F, 6422 Kingfisher Bay Street, Tsim Sha Tsui, Kowloon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S100148(7)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 Vivian Poon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59/F, 6459 Lotus Bay Street, Yuen Long, New Territories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T100149(8)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156A93DE-6820-43C0-A829-66DB511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279F381C-E87C-4D83-99A4-406FC3E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1084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2026-07-30T10:49:29.9560000Z</dcterms:created>
  <dcterms:modified xsi:type="dcterms:W3CDTF">2026-07-30T10:49:29.9560000Z</dcterms:modified>
</coreProperties>
</file>
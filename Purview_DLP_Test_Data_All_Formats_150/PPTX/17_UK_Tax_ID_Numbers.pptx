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706fc1acd84d7e" /><Relationship Type="http://schemas.openxmlformats.org/officeDocument/2006/relationships/extended-properties" Target="/docProps/app.xml" Id="Rc5529f872d0141fc" /><Relationship Type="http://schemas.openxmlformats.org/officeDocument/2006/relationships/officeDocument" Target="/ppt/presentation.xml" Id="R37fee04a5ad6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17067712b64ff0"/>
  </p:sldMasterIdLst>
  <p:notesMasterIdLst>
    <p:notesMasterId xmlns:r="http://schemas.openxmlformats.org/officeDocument/2006/relationships" r:id="R61bb8dc988c648e2"/>
  </p:notesMasterIdLst>
  <p:sldIdLst>
    <p:sldId xmlns:r="http://schemas.openxmlformats.org/officeDocument/2006/relationships" id="256" r:id="R5fc6d5d8acbc40ba"/>
    <p:sldId xmlns:r="http://schemas.openxmlformats.org/officeDocument/2006/relationships" id="257" r:id="R1104b436110347d4"/>
    <p:sldId xmlns:r="http://schemas.openxmlformats.org/officeDocument/2006/relationships" id="258" r:id="R26219a1a3b8b46d0"/>
    <p:sldId xmlns:r="http://schemas.openxmlformats.org/officeDocument/2006/relationships" id="259" r:id="R0b3e4cd37c044078"/>
    <p:sldId xmlns:r="http://schemas.openxmlformats.org/officeDocument/2006/relationships" id="260" r:id="R5a8fad9fdc574931"/>
    <p:sldId xmlns:r="http://schemas.openxmlformats.org/officeDocument/2006/relationships" id="261" r:id="R4be656abf270463a"/>
    <p:sldId xmlns:r="http://schemas.openxmlformats.org/officeDocument/2006/relationships" id="262" r:id="Ree293291466a4618"/>
    <p:sldId xmlns:r="http://schemas.openxmlformats.org/officeDocument/2006/relationships" id="263" r:id="R5d177493c426429b"/>
    <p:sldId xmlns:r="http://schemas.openxmlformats.org/officeDocument/2006/relationships" id="264" r:id="Rbe539dad1f45412d"/>
    <p:sldId xmlns:r="http://schemas.openxmlformats.org/officeDocument/2006/relationships" id="265" r:id="R57dba18412b44337"/>
    <p:sldId xmlns:r="http://schemas.openxmlformats.org/officeDocument/2006/relationships" id="266" r:id="R370c5917f0584e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3b7cb9aed4eb2" /><Relationship Type="http://schemas.openxmlformats.org/officeDocument/2006/relationships/slideMaster" Target="/ppt/slideMasters/slideMaster1.xml" Id="R5917067712b64ff0" /><Relationship Type="http://schemas.openxmlformats.org/officeDocument/2006/relationships/notesMaster" Target="/ppt/notesMasters/notesMaster1.xml" Id="R61bb8dc988c648e2" /><Relationship Type="http://schemas.openxmlformats.org/officeDocument/2006/relationships/presProps" Target="/ppt/presProps.xml" Id="R5f6167b481a24176" /><Relationship Type="http://schemas.openxmlformats.org/officeDocument/2006/relationships/tableStyles" Target="/ppt/tableStyles.xml" Id="R7ff3aff7c5e443f6" /><Relationship Type="http://schemas.openxmlformats.org/officeDocument/2006/relationships/slide" Target="/ppt/slides/slide1.xml" Id="R5fc6d5d8acbc40ba" /><Relationship Type="http://schemas.openxmlformats.org/officeDocument/2006/relationships/slide" Target="/ppt/slides/slide2.xml" Id="R1104b436110347d4" /><Relationship Type="http://schemas.openxmlformats.org/officeDocument/2006/relationships/slide" Target="/ppt/slides/slide3.xml" Id="R26219a1a3b8b46d0" /><Relationship Type="http://schemas.openxmlformats.org/officeDocument/2006/relationships/slide" Target="/ppt/slides/slide4.xml" Id="R0b3e4cd37c044078" /><Relationship Type="http://schemas.openxmlformats.org/officeDocument/2006/relationships/slide" Target="/ppt/slides/slide5.xml" Id="R5a8fad9fdc574931" /><Relationship Type="http://schemas.openxmlformats.org/officeDocument/2006/relationships/slide" Target="/ppt/slides/slide6.xml" Id="R4be656abf270463a" /><Relationship Type="http://schemas.openxmlformats.org/officeDocument/2006/relationships/slide" Target="/ppt/slides/slide7.xml" Id="Ree293291466a4618" /><Relationship Type="http://schemas.openxmlformats.org/officeDocument/2006/relationships/slide" Target="/ppt/slides/slide8.xml" Id="R5d177493c426429b" /><Relationship Type="http://schemas.openxmlformats.org/officeDocument/2006/relationships/slide" Target="/ppt/slides/slide9.xml" Id="Rbe539dad1f45412d" /><Relationship Type="http://schemas.openxmlformats.org/officeDocument/2006/relationships/slide" Target="/ppt/slides/slide10.xml" Id="R57dba18412b44337" /><Relationship Type="http://schemas.openxmlformats.org/officeDocument/2006/relationships/slide" Target="/ppt/slides/slide11.xml" Id="R370c5917f058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c1a0b2c43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291b4ce0304339" /><Relationship Type="http://schemas.openxmlformats.org/officeDocument/2006/relationships/notesMaster" Target="/ppt/notesMasters/notesMaster1.xml" Id="R9bdfdc40d383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3fa214665440f8" /><Relationship Type="http://schemas.openxmlformats.org/officeDocument/2006/relationships/notesMaster" Target="/ppt/notesMasters/notesMaster1.xml" Id="R918ce746f17c4b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b97e32024241bc" /><Relationship Type="http://schemas.openxmlformats.org/officeDocument/2006/relationships/notesMaster" Target="/ppt/notesMasters/notesMaster1.xml" Id="R63fdaf257781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c49761243429a" /><Relationship Type="http://schemas.openxmlformats.org/officeDocument/2006/relationships/notesMaster" Target="/ppt/notesMasters/notesMaster1.xml" Id="Rc29d869b2f7c45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f1d5bd8a64670" /><Relationship Type="http://schemas.openxmlformats.org/officeDocument/2006/relationships/notesMaster" Target="/ppt/notesMasters/notesMaster1.xml" Id="Rd687729e337647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52388093594d57" /><Relationship Type="http://schemas.openxmlformats.org/officeDocument/2006/relationships/notesMaster" Target="/ppt/notesMasters/notesMaster1.xml" Id="R5fe871d2a1da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4da10f3b84cf6" /><Relationship Type="http://schemas.openxmlformats.org/officeDocument/2006/relationships/notesMaster" Target="/ppt/notesMasters/notesMaster1.xml" Id="R8d15c1f417aa45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2ce3a26bf84ff6" /><Relationship Type="http://schemas.openxmlformats.org/officeDocument/2006/relationships/notesMaster" Target="/ppt/notesMasters/notesMaster1.xml" Id="Rc0d04ab8fd184d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bf1e78ad2436e" /><Relationship Type="http://schemas.openxmlformats.org/officeDocument/2006/relationships/notesMaster" Target="/ppt/notesMasters/notesMaster1.xml" Id="R30c8f173e2fd49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5dedfe44c340ff" /><Relationship Type="http://schemas.openxmlformats.org/officeDocument/2006/relationships/notesMaster" Target="/ppt/notesMasters/notesMaster1.xml" Id="R082349a93fba41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9e02abaaa54b80" /><Relationship Type="http://schemas.openxmlformats.org/officeDocument/2006/relationships/notesMaster" Target="/ppt/notesMasters/notesMaster1.xml" Id="R59086b243a53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3839d2fbf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af20ef7b94862" /><Relationship Type="http://schemas.openxmlformats.org/officeDocument/2006/relationships/slideLayout" Target="/ppt/slideLayouts/slideLayout1.xml" Id="R8b1eca7dfc18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eca7dfc18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d64ee5ccb4e14" /><Relationship Type="http://schemas.openxmlformats.org/officeDocument/2006/relationships/notesSlide" Target="/ppt/notesSlides/notesSlide1.xml" Id="R7b49b903d74b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b3b399e204cf5" /><Relationship Type="http://schemas.openxmlformats.org/officeDocument/2006/relationships/notesSlide" Target="/ppt/notesSlides/notesSlide2.xml" Id="R7433f230ec75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aa0dfe854eae" /><Relationship Type="http://schemas.openxmlformats.org/officeDocument/2006/relationships/notesSlide" Target="/ppt/notesSlides/notesSlide3.xml" Id="Rfca72564f4fe4c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01503603340ee" /><Relationship Type="http://schemas.openxmlformats.org/officeDocument/2006/relationships/notesSlide" Target="/ppt/notesSlides/notesSlide4.xml" Id="R684c3c853264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def13f63541ab" /><Relationship Type="http://schemas.openxmlformats.org/officeDocument/2006/relationships/notesSlide" Target="/ppt/notesSlides/notesSlide5.xml" Id="Re7b62a7fd86f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5c439112f4e5a" /><Relationship Type="http://schemas.openxmlformats.org/officeDocument/2006/relationships/notesSlide" Target="/ppt/notesSlides/notesSlide6.xml" Id="R57e8c6100a924b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0b58d92ea4ef1" /><Relationship Type="http://schemas.openxmlformats.org/officeDocument/2006/relationships/notesSlide" Target="/ppt/notesSlides/notesSlide7.xml" Id="Re2b2603cf3784b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4d2cd799b480d" /><Relationship Type="http://schemas.openxmlformats.org/officeDocument/2006/relationships/notesSlide" Target="/ppt/notesSlides/notesSlide8.xml" Id="Rbd9688d3292e42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1e38d12954af2" /><Relationship Type="http://schemas.openxmlformats.org/officeDocument/2006/relationships/notesSlide" Target="/ppt/notesSlides/notesSlide9.xml" Id="R7046fb26612e45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21634f5a4b6f" /><Relationship Type="http://schemas.openxmlformats.org/officeDocument/2006/relationships/notesSlide" Target="/ppt/notesSlides/notesSlide10.xml" Id="R65f5fb3cb1c54c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3d25173f468b" /><Relationship Type="http://schemas.openxmlformats.org/officeDocument/2006/relationships/notesSlide" Target="/ppt/notesSlides/notesSlide11.xml" Id="R90b6b9340e9045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395AF81-CE17-4191-81A4-BF0E5CFB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619DE86-6753-40E3-9CCA-838DAA51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UK Tax Identification Number / Unique Taxpayer Reference (UTR)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791F2C3-FA99-4F48-9DEA-4961581C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98382D9E-3A6E-4EE6-96EF-5DF29AAF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568251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EABB93CE-CFAE-4F6A-B952-D3BC14E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Sophie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3555 Abbey Mead Drive,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Lily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3592 Bramble Mead Drive,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Mia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3629 Cedar Mead Drive,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Amelia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3666 Church Mead Drive,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Sophie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3703 Crown Mead Drive,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Lily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3740 Elm Mead Drive,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Mia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3777 Hawthorn Mead Drive,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Amelia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3814 Kingfisher Mead Drive,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Sophie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3851 Mill Mead Drive,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Lily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3888 Orchard Mead Drive,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Mia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3925 Station Mead Drive,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Jack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3962 Victoria Mead Drive,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William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3999 Abbey Park Drive,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Charlie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4036 Bramble Park Drive,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Arthur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4073 Cedar Park Drive,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42897340-EB69-4D8F-BA9B-23EF87D1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C42036D-78DF-44C0-B55F-9FB1C34F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8460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D42348E9-A50F-4733-9157-1EFB2CF3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Edward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4110 Church Park Drive,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William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4147 Crown Park Drive,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Charlie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4184 Elm Park Drive,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Arthur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4221 Hawthorn Park Drive,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Edward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4258 Kingfisher Park Drive,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William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4295 Mill Park Drive,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Charlie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4332 Orchard Park Drive,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Arthur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4369 Station Park Drive,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Edward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4406 Victoria Park Drive,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William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4443 Abbey Rise Drive,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Charlie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4480 Bramble Rise Drive,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Arthur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4517 Cedar Rise Drive,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Edward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4554 Church Rise Drive,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William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4591 Crown Rise Drive,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Charlie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4628 Elm Rise Drive,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AB19C34A-6C36-46B0-8F21-02ECB97D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7CDC6DE9-CE2F-40DF-962B-7639045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86628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05FDE901-9AA4-4CCF-8CA1-9751C5FA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Lily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4665 Hawthorn Rise Drive,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Edward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4702 Kingfisher Rise Drive,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William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4739 Mill Rise Drive,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Charlie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4776 Orchard Rise Drive,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Arthur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4813 Station Rise Drive,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Edward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4850 Victoria Rise Drive,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Emily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4887 Abbey Vale Drive,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Grace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4924 Bramble Vale Drive,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4961 Cedar Vale Drive,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Lucy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4998 Church Vale Drive,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Emily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5035 Crown Vale Drive,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Grace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5072 Elm Vale Drive,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Ava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5109 Hawthorn Vale Drive,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Lucy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5146 Kingfisher Vale Drive,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Emily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5183 Mill Vale Drive,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B16548AD-B049-492E-94A4-2ABBDD8F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C92F6804-BD63-4079-8FEA-F63584D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347964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07D57632-533C-4FFC-856F-0C3DFB6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Grace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5220 Orchard Vale Drive,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Ava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5257 Station Vale Drive,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Lucy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5294 Victoria Vale Drive,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Emily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5331 Abbey View Drive,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William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5368 Bramble View Drive,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Ava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5405 Cedar View Drive,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Lucy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5442 Church View Drive,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Emily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5479 Crown View Drive,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Grace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5516 Elm View Drive,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Ava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5553 Hawthorn View Drive,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Lucy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5590 Kingfisher View Drive,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Emily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5627 Mill View Drive,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Grace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5664 Orchard View Drive,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Ava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5701 Station View Drive,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Lucy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5738 Victoria View Drive,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3C72BBE4-C161-4364-879F-CD7615E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88CDF549-2C73-428D-A6FC-434B1EB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5163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CEC29FE2-1460-4323-BD10-A8249AEC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Oscar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5775 Abbey Wood Drive,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Harry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5812 Bramble Wood Drive,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George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5849 Cedar Wood Drive,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Henry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5886 Church Wood Drive,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Oscar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5923 Crown Wood Drive,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Harry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5960 Elm Wood Drive,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George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5997 Hawthorn Wood Drive,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Henry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6034 Kingfisher Wood Drive,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Lucy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6071 Mill Wood Drive,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Harry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6108 Orchard Wood Drive,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George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6145 Station Wood Drive,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Henry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6182 Victoria Wood Drive,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Oscar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6219 Abbey Green Drive,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Harry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6256 Bramble Green Drive,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George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6293 Cedar Green Drive,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9CFF0887-73A5-4626-8CEE-FDCD420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30524111-426C-4C8B-B925-E8BB36E5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14383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7BC83635-51F0-4649-978C-6B19FDAB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Henry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6330 Church Green Drive,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Oscar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6367 Crown Green Drive,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Harry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6404 Elm Green Drive,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George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6441 Hawthorn Green Drive,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Henry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6478 Kingfisher Green Drive,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Oscar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6515 Mill Green Drive,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Harry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6552 Orchard Green Drive,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George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6589 Station Green Drive,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Henry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6626 Victoria Green Drive,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Freya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6663 Abbey Heath Drive,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Sophia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6700 Bramble Heath Drive,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Isla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6737 Cedar Heath Drive,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George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6774 Church Heath Drive,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Freya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6811 Crown Heath Drive,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Sophia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6848 Elm Heath Drive,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707EF6C0-9D3D-4DC7-9409-493E23CB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241D1E5A-C540-47B5-9ED3-1139F6FC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53893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15AE1699-C07E-4EF8-A992-1E52F26B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Isla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6885 Hawthorn Heath Drive,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Evie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6922 Kingfisher Heath Drive,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Freya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6959 Mill Heath Drive,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Sophia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6996 Orchard Heath Drive,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Isla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7033 Station Heath Drive,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Evie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7070 Victoria Heath Drive,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Freya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7107 Abbey Cross Drive,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Sophia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7144 Bramble Cross Drive,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Isla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7181 Cedar Cross Drive,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Evie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7218 Church Cross Drive,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Freya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7255 Crown Cross Drive,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Sophia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7292 Elm Cross Drive,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Isla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7329 Hawthorn Cross Drive,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Evie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7366 Kingfisher Cross Drive,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Freya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7403 Mill Cross Drive,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EF50E7A2-B2D2-40D8-BFE4-0884293A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AE27FC14-752C-4748-950F-A65E811F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777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AC7BA7B0-E8A3-4E6D-9DCD-D9B4348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Sophia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7440 Orchard Cross Drive,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Isla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7477 Station Cross Drive,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Evie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7514 Victoria Cross Drive,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Thomas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7551 Abbey Gate Drive,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Jack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7588 Bramble Gate Drive,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Oliver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7625 Cedar Gate Drive,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James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7662 Church Gate Drive,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Thomas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7699 Crown Gate Drive,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Jack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7736 Elm Gate Drive,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Oliver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7773 Hawthorn Gate Drive,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James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7810 Kingfisher Gate Drive,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Thomas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7847 Mill Gate Drive,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Jack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7884 Orchard Gate Drive,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Oliver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7921 Station Gate Drive,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James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7958 Victoria Gate Drive,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9102A635-A600-423D-A410-E87F4658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5E5AADC2-09CD-488C-96A8-352436AD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33055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6EC98663-8159-4ADE-8D33-8E9675BA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Thomas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7995 Abbey Close Way,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Jack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8032 Bramble Close Way,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Oliver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8069 Cedar Close Way,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James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8106 Church Close Way,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Thomas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8143 Crown Close Way,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Jack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8180 Elm Close Way,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Oliver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8217 Hawthorn Close Way,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James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8254 Kingfisher Close Way,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Thomas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8291 Mill Close Way,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Jack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8328 Orchard Close Way,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Sophia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8365 Station Close Way,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James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8402 Victoria Close Way,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Lily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8439 Abbey Grove Way,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Mia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8476 Bramble Grove Way,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Amelia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8513 Cedar Grove Way,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3B2DA9F0-4A0A-42AC-8D1D-DB3DE8D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5663B40F-BBB2-46D7-B746-08B7497F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9701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09E04669-D8FF-4A02-A29C-998B0D9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Tax Identification Number / Unique Taxpayer Reference (UTR)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Sophie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8550 Church Grove Way,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Lily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8587 Crown Grove Way,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Mia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8624 Elm Grove Way,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Amelia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8661 Hawthorn Grove Way,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Sophie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8698 Kingfisher Grove Way,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Lily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8735 Mill Grove Way,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Mia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8772 Orchard Grove Way,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Amelia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8809 Station Grove Way,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Sophie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8846 Victoria Grove Way,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Lily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8883 Abbey Mead Way,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Mia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8920 Bramble Mead Way,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Amelia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8957 Cedar Mead Way,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Sophie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8994 Church Mead Way,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Lily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9031 Crown Mead Way,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Thomas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9068 Elm Mead Way,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1200000150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8A565F32-3007-48C6-990D-EFB6DC99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C90AE942-E9ED-423C-9329-BFD10DC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1065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2026-07-30T10:49:28.2040000Z</dcterms:created>
  <dcterms:modified xsi:type="dcterms:W3CDTF">2026-07-30T10:49:28.2040000Z</dcterms:modified>
</coreProperties>
</file>
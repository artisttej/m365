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b27296ea474b71" /><Relationship Type="http://schemas.openxmlformats.org/officeDocument/2006/relationships/extended-properties" Target="/docProps/app.xml" Id="R692b4f0583b54442" /><Relationship Type="http://schemas.openxmlformats.org/officeDocument/2006/relationships/officeDocument" Target="/ppt/presentation.xml" Id="R6cc1f5ca671641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acacc244554687"/>
  </p:sldMasterIdLst>
  <p:notesMasterIdLst>
    <p:notesMasterId xmlns:r="http://schemas.openxmlformats.org/officeDocument/2006/relationships" r:id="Re1e52f057ea642f1"/>
  </p:notesMasterIdLst>
  <p:sldIdLst>
    <p:sldId xmlns:r="http://schemas.openxmlformats.org/officeDocument/2006/relationships" id="256" r:id="Rc6e5f56387f64f16"/>
    <p:sldId xmlns:r="http://schemas.openxmlformats.org/officeDocument/2006/relationships" id="257" r:id="R97e0d816c7704827"/>
    <p:sldId xmlns:r="http://schemas.openxmlformats.org/officeDocument/2006/relationships" id="258" r:id="Re7d257be2ba945f3"/>
    <p:sldId xmlns:r="http://schemas.openxmlformats.org/officeDocument/2006/relationships" id="259" r:id="Rbf3afd2c03e74bed"/>
    <p:sldId xmlns:r="http://schemas.openxmlformats.org/officeDocument/2006/relationships" id="260" r:id="R37cfd09e523647e3"/>
    <p:sldId xmlns:r="http://schemas.openxmlformats.org/officeDocument/2006/relationships" id="261" r:id="R5a7f052903734fcd"/>
    <p:sldId xmlns:r="http://schemas.openxmlformats.org/officeDocument/2006/relationships" id="262" r:id="R6d1cd2189e154caf"/>
    <p:sldId xmlns:r="http://schemas.openxmlformats.org/officeDocument/2006/relationships" id="263" r:id="Raacd2e70d7564f22"/>
    <p:sldId xmlns:r="http://schemas.openxmlformats.org/officeDocument/2006/relationships" id="264" r:id="R62337b317b1b4fa4"/>
    <p:sldId xmlns:r="http://schemas.openxmlformats.org/officeDocument/2006/relationships" id="265" r:id="R29dde2aeaf5f4885"/>
    <p:sldId xmlns:r="http://schemas.openxmlformats.org/officeDocument/2006/relationships" id="266" r:id="R700f4bddd2ec49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8d965396faf4819" /><Relationship Type="http://schemas.openxmlformats.org/officeDocument/2006/relationships/slideMaster" Target="/ppt/slideMasters/slideMaster1.xml" Id="R98acacc244554687" /><Relationship Type="http://schemas.openxmlformats.org/officeDocument/2006/relationships/notesMaster" Target="/ppt/notesMasters/notesMaster1.xml" Id="Re1e52f057ea642f1" /><Relationship Type="http://schemas.openxmlformats.org/officeDocument/2006/relationships/presProps" Target="/ppt/presProps.xml" Id="Rced2a360465e46b4" /><Relationship Type="http://schemas.openxmlformats.org/officeDocument/2006/relationships/tableStyles" Target="/ppt/tableStyles.xml" Id="R5df030d9d1c44754" /><Relationship Type="http://schemas.openxmlformats.org/officeDocument/2006/relationships/slide" Target="/ppt/slides/slide1.xml" Id="Rc6e5f56387f64f16" /><Relationship Type="http://schemas.openxmlformats.org/officeDocument/2006/relationships/slide" Target="/ppt/slides/slide2.xml" Id="R97e0d816c7704827" /><Relationship Type="http://schemas.openxmlformats.org/officeDocument/2006/relationships/slide" Target="/ppt/slides/slide3.xml" Id="Re7d257be2ba945f3" /><Relationship Type="http://schemas.openxmlformats.org/officeDocument/2006/relationships/slide" Target="/ppt/slides/slide4.xml" Id="Rbf3afd2c03e74bed" /><Relationship Type="http://schemas.openxmlformats.org/officeDocument/2006/relationships/slide" Target="/ppt/slides/slide5.xml" Id="R37cfd09e523647e3" /><Relationship Type="http://schemas.openxmlformats.org/officeDocument/2006/relationships/slide" Target="/ppt/slides/slide6.xml" Id="R5a7f052903734fcd" /><Relationship Type="http://schemas.openxmlformats.org/officeDocument/2006/relationships/slide" Target="/ppt/slides/slide7.xml" Id="R6d1cd2189e154caf" /><Relationship Type="http://schemas.openxmlformats.org/officeDocument/2006/relationships/slide" Target="/ppt/slides/slide8.xml" Id="Raacd2e70d7564f22" /><Relationship Type="http://schemas.openxmlformats.org/officeDocument/2006/relationships/slide" Target="/ppt/slides/slide9.xml" Id="R62337b317b1b4fa4" /><Relationship Type="http://schemas.openxmlformats.org/officeDocument/2006/relationships/slide" Target="/ppt/slides/slide10.xml" Id="R29dde2aeaf5f4885" /><Relationship Type="http://schemas.openxmlformats.org/officeDocument/2006/relationships/slide" Target="/ppt/slides/slide11.xml" Id="R700f4bddd2ec49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d7ca1340e148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f0255bcdef4006" /><Relationship Type="http://schemas.openxmlformats.org/officeDocument/2006/relationships/notesMaster" Target="/ppt/notesMasters/notesMaster1.xml" Id="R683dfb41db734a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796c7e765248b6" /><Relationship Type="http://schemas.openxmlformats.org/officeDocument/2006/relationships/notesMaster" Target="/ppt/notesMasters/notesMaster1.xml" Id="R1bd8584069f24c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3fa9e059ee4fff" /><Relationship Type="http://schemas.openxmlformats.org/officeDocument/2006/relationships/notesMaster" Target="/ppt/notesMasters/notesMaster1.xml" Id="R0ea9ee1aa2944e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6644bc131a41ab" /><Relationship Type="http://schemas.openxmlformats.org/officeDocument/2006/relationships/notesMaster" Target="/ppt/notesMasters/notesMaster1.xml" Id="R3ba804776cb64d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731860bb024761" /><Relationship Type="http://schemas.openxmlformats.org/officeDocument/2006/relationships/notesMaster" Target="/ppt/notesMasters/notesMaster1.xml" Id="R193841a1ab3d4b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ae247ccacb427b" /><Relationship Type="http://schemas.openxmlformats.org/officeDocument/2006/relationships/notesMaster" Target="/ppt/notesMasters/notesMaster1.xml" Id="R69e9ac216ff54dd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04e31365674aa7" /><Relationship Type="http://schemas.openxmlformats.org/officeDocument/2006/relationships/notesMaster" Target="/ppt/notesMasters/notesMaster1.xml" Id="Rab72c546c4484b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f55489ada84b05" /><Relationship Type="http://schemas.openxmlformats.org/officeDocument/2006/relationships/notesMaster" Target="/ppt/notesMasters/notesMaster1.xml" Id="R2f8c6b1223dd40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b89fbb016346b1" /><Relationship Type="http://schemas.openxmlformats.org/officeDocument/2006/relationships/notesMaster" Target="/ppt/notesMasters/notesMaster1.xml" Id="R205365f8b32f4c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9d822571f7b44a5" /><Relationship Type="http://schemas.openxmlformats.org/officeDocument/2006/relationships/notesMaster" Target="/ppt/notesMasters/notesMaster1.xml" Id="Recaebd9daf574f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5e0cff2c0a48ce" /><Relationship Type="http://schemas.openxmlformats.org/officeDocument/2006/relationships/notesMaster" Target="/ppt/notesMasters/notesMaster1.xml" Id="R4ad6d6dfc1dc44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8cf402443e4c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e8185b85eb41b0" /><Relationship Type="http://schemas.openxmlformats.org/officeDocument/2006/relationships/slideLayout" Target="/ppt/slideLayouts/slideLayout1.xml" Id="R552784cea1b145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2784cea1b145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134847f2954cee" /><Relationship Type="http://schemas.openxmlformats.org/officeDocument/2006/relationships/notesSlide" Target="/ppt/notesSlides/notesSlide1.xml" Id="Rfec8882d08634f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0fca50b424d19" /><Relationship Type="http://schemas.openxmlformats.org/officeDocument/2006/relationships/notesSlide" Target="/ppt/notesSlides/notesSlide2.xml" Id="Rca12d2bc519c4a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a705f88634bf3" /><Relationship Type="http://schemas.openxmlformats.org/officeDocument/2006/relationships/notesSlide" Target="/ppt/notesSlides/notesSlide3.xml" Id="R45d32ec363a84b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880abce364a19" /><Relationship Type="http://schemas.openxmlformats.org/officeDocument/2006/relationships/notesSlide" Target="/ppt/notesSlides/notesSlide4.xml" Id="R829cb0e0e5234e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3900e70c5e4994" /><Relationship Type="http://schemas.openxmlformats.org/officeDocument/2006/relationships/notesSlide" Target="/ppt/notesSlides/notesSlide5.xml" Id="Re0e39f6916a842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3c87401264902" /><Relationship Type="http://schemas.openxmlformats.org/officeDocument/2006/relationships/notesSlide" Target="/ppt/notesSlides/notesSlide6.xml" Id="Rfd7d365d031247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a8db6b96dc40a6" /><Relationship Type="http://schemas.openxmlformats.org/officeDocument/2006/relationships/notesSlide" Target="/ppt/notesSlides/notesSlide7.xml" Id="R3a19bd9e767f40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eb8470409347be" /><Relationship Type="http://schemas.openxmlformats.org/officeDocument/2006/relationships/notesSlide" Target="/ppt/notesSlides/notesSlide8.xml" Id="R2240d11d217248c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bd2504d494278" /><Relationship Type="http://schemas.openxmlformats.org/officeDocument/2006/relationships/notesSlide" Target="/ppt/notesSlides/notesSlide9.xml" Id="R9d380e845c0a49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5094fb8574cc8" /><Relationship Type="http://schemas.openxmlformats.org/officeDocument/2006/relationships/notesSlide" Target="/ppt/notesSlides/notesSlide10.xml" Id="Rdb9754a09ae642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05f063749e4246" /><Relationship Type="http://schemas.openxmlformats.org/officeDocument/2006/relationships/notesSlide" Target="/ppt/notesSlides/notesSlide11.xml" Id="R80f5cec19f564e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0BB6A74-590A-4926-89FB-0900B49D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38150"/>
            <a:ext cx="666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PURVIEW DLP TEST DATA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625BF7-FCDB-4E74-B376-9351FA15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UK Driving Licence Number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40DB295-00A7-4D84-AFB2-BBCB5F05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290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4B5563"/>
                </a:solidFill>
              </a:defRPr>
            </a:pPr>
            <a:r>
              <a:rPr sz="1950">
                <a:solidFill>
                  <a:srgbClr val="4B5563"/>
                </a:solidFill>
              </a:rPr>
              <a:t>150 fictional records with unique names and physical addresses</a:t>
            </a:r>
          </a:p>
        </p:txBody>
      </p:sp>
      <p:sp>
        <p:nvSpPr>
          <p:cNvPr id="4" name="notice">
            <a:extLst xmlns:a="http://schemas.openxmlformats.org/drawingml/2006/main">
              <a:ext uri="{FF2B5EF4-FFF2-40B4-BE49-F238E27FC236}">
                <a16:creationId xmlns:a16="http://schemas.microsoft.com/office/drawing/2014/main" id="{CBF04C76-E0FD-4639-A694-C9170B67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10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573"/>
                </a:solidFill>
              </a:defRPr>
            </a:pPr>
            <a:r>
              <a:rPr sz="1200" b="1">
                <a:solidFill>
                  <a:srgbClr val="5B6573"/>
                </a:solidFill>
              </a:rPr>
              <a:t>AUTHORIZED DLP TESTING ONLY</a:t>
            </a:r>
          </a:p>
        </p:txBody>
      </p:sp>
    </p:spTree>
    <p:extLst>
      <p:ext uri="{BB962C8B-B14F-4D97-AF65-F5344CB8AC3E}">
        <p14:creationId xmlns:p14="http://schemas.microsoft.com/office/powerpoint/2010/main" val="120665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0">
            <a:extLst xmlns:a="http://schemas.openxmlformats.org/drawingml/2006/main">
              <a:ext uri="{FF2B5EF4-FFF2-40B4-BE49-F238E27FC236}">
                <a16:creationId xmlns:a16="http://schemas.microsoft.com/office/drawing/2014/main" id="{72F767C9-EEE4-468B-8C3F-2A9088BA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Driving Licence Number — records 1–15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Thomas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6665 Hawthorn Close Street,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SMITH701010A910000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Jack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6702 Kingfisher Close Street,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DAVIE753010O910001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Oliver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6739 Mill Close Street,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WHITE704290I910002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Thomas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6776 Orchard Close Street,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WOOD9756270G910003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Jack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6813 Station Close Street,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WILLI708250A910004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Sophia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6850 Victoria Close Street,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THOMP760230A910005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James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6887 Abbey Grove Street,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THOMA712210M910006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Lily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6924 Bramble Grove Street,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JONES752181J910007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TEST-009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Mia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6961 Cedar Grove Street,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PATEL704181S910008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Amelia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6998 Church Grove Street,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ROBER756161H910009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Sophie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7035 Crown Grove Street,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HARRI708141G910010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Lily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7072 Elm Grove Street,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WILSO760121C910011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Mia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7109 Hawthorn Grove Street,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EVANS712101L910012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Amelia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7146 Kingfisher Grove Street,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CLARK752072T910013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Sophie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7183 Mill Grove Street,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TAYLO704062F910014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0">
            <a:extLst xmlns:a="http://schemas.openxmlformats.org/drawingml/2006/main">
              <a:ext uri="{FF2B5EF4-FFF2-40B4-BE49-F238E27FC236}">
                <a16:creationId xmlns:a16="http://schemas.microsoft.com/office/drawing/2014/main" id="{AF8F9221-F5A5-485C-89FA-FB9143D84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675E20A5-40B3-43FB-A0C6-AE52AB0B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215113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5">
            <a:extLst xmlns:a="http://schemas.openxmlformats.org/drawingml/2006/main">
              <a:ext uri="{FF2B5EF4-FFF2-40B4-BE49-F238E27FC236}">
                <a16:creationId xmlns:a16="http://schemas.microsoft.com/office/drawing/2014/main" id="{537E0F32-AEB6-4896-BCC1-D9ED18D3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Driving Licence Number — records 16–30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Lily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7220 Orchard Grove Street,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ROBIN756042O910015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Mia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7257 Station Grove Street,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GREEN708022E910016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Amelia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7294 Victoria Grove Street,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EDWAR759302W910017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Sophie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7331 Abbey Mead Street,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JOHNS711282S910018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Lily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7368 Bramble Mead Street,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WALKE751263J910019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Mia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7405 Cedar Mead Street,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JACKS703263E910020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Amelia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7442 Church Mead Street,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BROWN755243H910021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Sophie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7479 Crown Mead Street,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WRIGH707223L910022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Lily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7516 Elm Mead Street,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HALL9759193E910023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Thomas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7553 Hawthorn Mead Street,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JONES711173A910024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Amelia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7590 Kingfisher Mead Street,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PATEL751154O910025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Sophie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7627 Mill Mead Street,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ROBER703154I910026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Lily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7664 Orchard Mead Street,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HARRI755134G910027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Mia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7701 Station Mead Street,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WILSO707114A910028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Amelia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7738 Victoria Mead Street,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EVANS759084A910029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E3E07987-4F6C-46B1-8A1E-9F74ADA1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AA10444D-79D5-4357-9D81-4D434DBB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370848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0">
            <a:extLst xmlns:a="http://schemas.openxmlformats.org/drawingml/2006/main">
              <a:ext uri="{FF2B5EF4-FFF2-40B4-BE49-F238E27FC236}">
                <a16:creationId xmlns:a16="http://schemas.microsoft.com/office/drawing/2014/main" id="{7B1E0A44-6530-438C-9232-92ABDB63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Driving Licence Number — records 31–45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Sophie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7775 Abbey Park Street,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CLARK711064M910030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Charlie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7812 Bramble Park Street,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TAYLO751045J910031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Arthur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7849 Cedar Park Street,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ROBIN703045S910032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Edward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7886 Church Park Street,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GREEN755025H910033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William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7923 Crown Park Street,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EDWAR706305G910034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Charlie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7960 Elm Park Street,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JOHNS758285C910035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Arthur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7997 Hawthorn Park Street,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WALKE710265L910036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Edward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8034 Kingfisher Park Street,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JACKS762245T910037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TEST-039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William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8071 Mill Park Street,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BROWN702216F910038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Charlie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8108 Orchard Park Street,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WRIGH754206O910039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Arthur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8145 Station Park Street,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HALL9706186E910040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Edward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8182 Victoria Park Street,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SMITH758166W910041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William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8219 Abbey Rise Street,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DAVIE710146S910042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Sophie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8256 Bramble Rise Street,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WHITE762126J910043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Arthur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8293 Cedar Rise Street,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WOOD9702097E910044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30">
            <a:extLst xmlns:a="http://schemas.openxmlformats.org/drawingml/2006/main">
              <a:ext uri="{FF2B5EF4-FFF2-40B4-BE49-F238E27FC236}">
                <a16:creationId xmlns:a16="http://schemas.microsoft.com/office/drawing/2014/main" id="{02C55B17-987C-411E-AA14-5E476A39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30">
            <a:extLst xmlns:a="http://schemas.openxmlformats.org/drawingml/2006/main">
              <a:ext uri="{FF2B5EF4-FFF2-40B4-BE49-F238E27FC236}">
                <a16:creationId xmlns:a16="http://schemas.microsoft.com/office/drawing/2014/main" id="{C36E70A2-34D2-48F8-B75D-C9B3324C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459697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5">
            <a:extLst xmlns:a="http://schemas.openxmlformats.org/drawingml/2006/main">
              <a:ext uri="{FF2B5EF4-FFF2-40B4-BE49-F238E27FC236}">
                <a16:creationId xmlns:a16="http://schemas.microsoft.com/office/drawing/2014/main" id="{8ECABAFF-11E5-4A09-9687-E7312D86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Driving Licence Number — records 46–60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Edward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8330 Church Rise Street,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WILLI754097H910045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William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8367 Crown Rise Street,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THOMP706077L910046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Charlie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8404 Elm Rise Street,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THOMA758057E910047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Arthur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8441 Hawthorn Rise Street,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TAYLO710037A910048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Edward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8478 Kingfisher Rise Street,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ROBIN762017O910049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William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8515 Mill Rise Street,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GREEN701298I910050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Charlie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8552 Orchard Rise Street,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EDWAR753298G910051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Arthur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8589 Station Rise Street,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JOHNS705278A910052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Edward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8626 Victoria Rise Street,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WALKE757258A910053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William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8663 Abbey Vale Street,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JACKS709228M910054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Grace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8700 Bramble Vale Street,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BROWN761208J910055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Ava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8737 Cedar Vale Street,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WRIGH701189S910056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Lucy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8774 Church Vale Street,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HALL9753189H910057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TEST-059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Emily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8811 Crown Vale Street,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SMITH705169G910058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Grace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8848 Elm Vale Street,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DAVIE757149C910059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45">
            <a:extLst xmlns:a="http://schemas.openxmlformats.org/drawingml/2006/main">
              <a:ext uri="{FF2B5EF4-FFF2-40B4-BE49-F238E27FC236}">
                <a16:creationId xmlns:a16="http://schemas.microsoft.com/office/drawing/2014/main" id="{38481844-E7B2-4A4B-B8BC-071269DB5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45">
            <a:extLst xmlns:a="http://schemas.openxmlformats.org/drawingml/2006/main">
              <a:ext uri="{FF2B5EF4-FFF2-40B4-BE49-F238E27FC236}">
                <a16:creationId xmlns:a16="http://schemas.microsoft.com/office/drawing/2014/main" id="{D9882882-2570-4B73-964F-89E70192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885600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0">
            <a:extLst xmlns:a="http://schemas.openxmlformats.org/drawingml/2006/main">
              <a:ext uri="{FF2B5EF4-FFF2-40B4-BE49-F238E27FC236}">
                <a16:creationId xmlns:a16="http://schemas.microsoft.com/office/drawing/2014/main" id="{A15632E4-1740-4D25-B6E5-30153CFE6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Driving Licence Number — records 61–75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Ava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8885 Hawthorn Vale Street,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WHITE709119L910060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Lucy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8922 Kingfisher Vale Street,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WOOD9761099T910061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Edward White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8959 Mill Vale Street,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WILLI801070F910062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Grace Williams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8996 Orchard Vale Street,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THOMP853060O910063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Ava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9033 Station Vale Street,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THOMA805040E910064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Lucy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9070 Victoria Vale Street,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JONES857020W910065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Emily Wood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9107 Abbey View Street,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PATEL808300S910066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Grace Thompson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9144 Bramble View Street,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ROBER860280J910067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TEST-069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Ava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9181 Cedar View Street,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HARRI812260E910068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Lucy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9218 Church View Street,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WILSO852231H910069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Emily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9255 Crown View Street,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EVANS804231L910070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Grace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9292 Elm View Street,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CLARK856211E910071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Ava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9329 Hawthorn View Street,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BROWN808191A910072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Lucy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9366 Kingfisher View Street,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WRIGH860171O910073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Emily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9403 Mill View Street,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HALL9812151I910074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60">
            <a:extLst xmlns:a="http://schemas.openxmlformats.org/drawingml/2006/main">
              <a:ext uri="{FF2B5EF4-FFF2-40B4-BE49-F238E27FC236}">
                <a16:creationId xmlns:a16="http://schemas.microsoft.com/office/drawing/2014/main" id="{DBF75B38-57BB-4DBF-AAEE-AA0F7DCA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60">
            <a:extLst xmlns:a="http://schemas.openxmlformats.org/drawingml/2006/main">
              <a:ext uri="{FF2B5EF4-FFF2-40B4-BE49-F238E27FC236}">
                <a16:creationId xmlns:a16="http://schemas.microsoft.com/office/drawing/2014/main" id="{B15B63B7-69CC-44C1-B830-2CC76975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08992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5">
            <a:extLst xmlns:a="http://schemas.openxmlformats.org/drawingml/2006/main">
              <a:ext uri="{FF2B5EF4-FFF2-40B4-BE49-F238E27FC236}">
                <a16:creationId xmlns:a16="http://schemas.microsoft.com/office/drawing/2014/main" id="{AB7D6058-5CB4-4C6D-B662-F8D1A58B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Driving Licence Number — records 76–90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Grace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9440 Orchard View Street,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SMITH852122G910075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Ava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9477 Station View Street,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DAVIE804122A910076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Lucy Williams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9514 Victoria View Street,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WHITE856102A910077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TEST-079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Emily Thomas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13, 9551 Abbey Wood Street,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WOOD9808082M910078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Harry Patel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14, 9588 Bramble Wood Street,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WILLI860062J910079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George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15, 9625 Cedar Wood Street,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THOMP812042S910080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Ava Thompson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16, 9662 Church Wood Street,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THOMA852013H910081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Oscar Jones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17, 9699 Crown Wood Street,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JONES804013G910082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Harry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18, 9736 Elm Wood Street,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PATEL855303C910083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George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19, 9773 Hawthorn Wood Street,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ROBER807283L910084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Henry Thomas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20, 9810 Kingfisher Wood Street,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HARRI859253T910085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Oscar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21, 9847 Mill Wood Street,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WILSO811233F910086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Harry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22, 9884 Orchard Wood Street,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EVANS851214O910087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TEST-089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George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23, 41 Station Wood Street,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CLARK803204E910088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Henry Jones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24, 78 Victoria Wood Street,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TAYLO855184W910089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75">
            <a:extLst xmlns:a="http://schemas.openxmlformats.org/drawingml/2006/main">
              <a:ext uri="{FF2B5EF4-FFF2-40B4-BE49-F238E27FC236}">
                <a16:creationId xmlns:a16="http://schemas.microsoft.com/office/drawing/2014/main" id="{722C8A06-6AF8-456F-980E-4347FA7F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75">
            <a:extLst xmlns:a="http://schemas.openxmlformats.org/drawingml/2006/main">
              <a:ext uri="{FF2B5EF4-FFF2-40B4-BE49-F238E27FC236}">
                <a16:creationId xmlns:a16="http://schemas.microsoft.com/office/drawing/2014/main" id="{414D50FE-7A84-432F-82AE-E8F60E38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0091652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90">
            <a:extLst xmlns:a="http://schemas.openxmlformats.org/drawingml/2006/main">
              <a:ext uri="{FF2B5EF4-FFF2-40B4-BE49-F238E27FC236}">
                <a16:creationId xmlns:a16="http://schemas.microsoft.com/office/drawing/2014/main" id="{1B954775-932C-4FF1-90CE-9A1F2C93F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Driving Licence Number — records 91–105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Oscar Roberts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25, 115 Abbey Green Street,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ROBIN807164S910090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Harry Wilson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26, 152 Bramble Green Street,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GREEN859134J910091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George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27, 189 Cedar Green Street,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EDWAR811114E910092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Henry Patel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28, 226 Church Green Street,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JOHNS851095H910093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Oscar Harris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29, 263 Crown Green Street,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WALKE803095L910094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Harry Evans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30, 300 Elm Green Street,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JACKS855075E910095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George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31, 337 Hawthorn Green Street,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WILLI807055A910096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Henry Roberts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32, 374 Kingfisher Green Street,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THOMP859025O910097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TEST-099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Oscar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33, 411 Mill Green Street,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THOMA810315I910098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Harry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34, 448 Orchard Green Street,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JONES862295G910099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George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35, 485 Station Green Street,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PATEL802266A910100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Henry Harris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36, 522 Victoria Green Street,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ROBER854266A910101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Oscar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37, 559 Abbey Heath Street,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HARRI806246M910102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Sophia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38, 596 Bramble Heath Street, Newcastle, NE1 4LP,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WILSO858226J910103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Isla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39, 633 Cedar Heath Street,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EVANS810206S910104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90">
            <a:extLst xmlns:a="http://schemas.openxmlformats.org/drawingml/2006/main">
              <a:ext uri="{FF2B5EF4-FFF2-40B4-BE49-F238E27FC236}">
                <a16:creationId xmlns:a16="http://schemas.microsoft.com/office/drawing/2014/main" id="{570973FA-576A-4AC7-900F-79DDC58E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90">
            <a:extLst xmlns:a="http://schemas.openxmlformats.org/drawingml/2006/main">
              <a:ext uri="{FF2B5EF4-FFF2-40B4-BE49-F238E27FC236}">
                <a16:creationId xmlns:a16="http://schemas.microsoft.com/office/drawing/2014/main" id="{BA0F483A-BAA7-4F1E-BCB9-B2F5CD5E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034395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05">
            <a:extLst xmlns:a="http://schemas.openxmlformats.org/drawingml/2006/main">
              <a:ext uri="{FF2B5EF4-FFF2-40B4-BE49-F238E27FC236}">
                <a16:creationId xmlns:a16="http://schemas.microsoft.com/office/drawing/2014/main" id="{75C093E8-688F-44B5-A336-65ED4B12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Driving Licence Number — records 106–120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Evie Wilson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40, 670 Church Heath Street,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CLARK862186H910105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Freya Clarke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41, 707 Crown Heath Street,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TAYLO802157G910106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Sophia Robinson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42, 744 Elm Heath Street,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ROBIN854157C910107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TEST-109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Isla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43, 781 Hawthorn Heath Street,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GREEN806137L910108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Evie Evans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44, 818 Kingfisher Heath Street,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EDWAR858117T910109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Freya Taylor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45, 855 Mill Heath Street,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JOHNS810097F910110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Sophia Green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46, 892 Orchard Heath Street,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WALKE862077O910111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Isla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47, 929 Station Heath Street,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JACKS802048E910112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Evie Clarke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48, 966 Victoria Heath Street,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BROWN854038W910113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Freya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49, 1003 Abbey Cross Street,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WRIGH806018S910114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Sophia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50, 1040 Bramble Cross Street,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HALL9857308J910115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Isla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51, 1077 Cedar Cross Street,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SMITH809278E910116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Evie Taylor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52, 1114 Church Cross Street,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DAVIE861258H910117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TEST-119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Freya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53, 1151 Crown Cross Street, Glasgow, G1 2FF,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WHITE801239L910118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Sophia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54, 1188 Elm Cross Street,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WOOD9853239E910119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05">
            <a:extLst xmlns:a="http://schemas.openxmlformats.org/drawingml/2006/main">
              <a:ext uri="{FF2B5EF4-FFF2-40B4-BE49-F238E27FC236}">
                <a16:creationId xmlns:a16="http://schemas.microsoft.com/office/drawing/2014/main" id="{4AD4E7A1-0D71-4220-A254-FA8B5766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05">
            <a:extLst xmlns:a="http://schemas.openxmlformats.org/drawingml/2006/main">
              <a:ext uri="{FF2B5EF4-FFF2-40B4-BE49-F238E27FC236}">
                <a16:creationId xmlns:a16="http://schemas.microsoft.com/office/drawing/2014/main" id="{2D146DF5-98B7-49F3-B1CA-0458B613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48407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20">
            <a:extLst xmlns:a="http://schemas.openxmlformats.org/drawingml/2006/main">
              <a:ext uri="{FF2B5EF4-FFF2-40B4-BE49-F238E27FC236}">
                <a16:creationId xmlns:a16="http://schemas.microsoft.com/office/drawing/2014/main" id="{9179AC4F-88A1-4B82-BB9A-42E970C7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Driving Licence Number — records 121–135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Isla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55, 1225 Hawthorn Cross Street, Manchester, M1 2WD,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WILSO805219A910120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Evie Robinson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56, 1262 Kingfisher Cross Street, Nottingham, NG1 2AS,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EVANS857199O910121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Freya Edwards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57, 1299 Mill Cross Street, London, SW1A 2AA,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CLARK809169I910122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Sophia Walker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58, 1336 Orchard Cross Street, Edinburgh, EH1 1YZ,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TAYLO861149G910123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Harry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59, 1373 Station Cross Street, Cambridge, CB1 1BH,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ROBIN901120A910124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Evie Green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60, 1410 Victoria Cross Street, Cardiff, CF10 2HE,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GREEN953120A910125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Amelia Freya Johnson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61, 1447 Abbey Gate Street, Sheffield, S1 2BJ,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EDWAR905100M910126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Edward Jack Jackson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62, 1484 Bramble Gate Street, Leeds, LS1 4AP,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JOHNS957080J910127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TEST-129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Lucy Oliver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63, 1521 Cedar Gate Street, Leicester, LE1 5YP,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WALKE909050S910128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Henry James Edwards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64, 1558 Church Gate Street, Birmingham, B1 1BB,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JACKS961030H910129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TEST-131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Evie Thomas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65, 1595 Crown Gate Street, Liverpool, L1 8JQ,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BROWN901011G910130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James Jack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66, 1632 Elm Gate Street, Aberdeen, AB10 1AN,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WRIGH953011C910131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TEST-133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Sophie Oliver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67, 1669 Hawthorn Gate Street, Bristol, BS1 4ST,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HALL9904291L910132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William James Johnson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68, 1706 Kingfisher Gate Street, Oxford, OX1 1AA,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SMITH956271T910133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Emily Thomas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69, 1743 Mill Gate Street, Glasgow, G1 2FF,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DAVIE908251F910134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20">
            <a:extLst xmlns:a="http://schemas.openxmlformats.org/drawingml/2006/main">
              <a:ext uri="{FF2B5EF4-FFF2-40B4-BE49-F238E27FC236}">
                <a16:creationId xmlns:a16="http://schemas.microsoft.com/office/drawing/2014/main" id="{A931A558-0A90-414A-9546-6C83368C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20">
            <a:extLst xmlns:a="http://schemas.openxmlformats.org/drawingml/2006/main">
              <a:ext uri="{FF2B5EF4-FFF2-40B4-BE49-F238E27FC236}">
                <a16:creationId xmlns:a16="http://schemas.microsoft.com/office/drawing/2014/main" id="{1ECB1077-4C95-4C4C-936F-395611A9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233500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135">
            <a:extLst xmlns:a="http://schemas.openxmlformats.org/drawingml/2006/main">
              <a:ext uri="{FF2B5EF4-FFF2-40B4-BE49-F238E27FC236}">
                <a16:creationId xmlns:a16="http://schemas.microsoft.com/office/drawing/2014/main" id="{AF9D7473-8E7F-4BCD-94DE-4A268F3D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1391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UK Driving Licence Number — records 136–150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400050" y="990600"/>
          <a:ext xmlns:a="http://schemas.openxmlformats.org/drawingml/2006/main" cx="11391900" cy="5010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2333625"/>
                <a:gridCol w="5334000"/>
                <a:gridCol w="2771775"/>
              </a:tblGrid>
              <a:tr h="31313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Record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Full name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Physical address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Sensitive data</a:t>
                      </a:r>
                    </a:p>
                  </a:txBody>
                  <a:tcPr marL="76200" marR="76200" marT="47625" marB="47625" anchor="ctr">
                    <a:solidFill>
                      <a:srgbClr val="17365D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Oscar Jack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70, 1780 Orchard Gate Street, Newcastle, NE1 4LP,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WHITE960231O910135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Freya Oliver Smith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71, 1817 Station Gate Street, Manchester, M1 2WD,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WOOD9912211E910136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Thomas James Walker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72, 1854 Victoria Gate Street, Nottingham, NG1 2AS,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WILLI952182W910137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TEST-139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Lily Thomas Brown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1, 1891 Abbey Close Lane, London, SW1A 2AA,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THOMP904172S910138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Charlie Jack Hall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2, 1928 Bramble Close Lane, Edinburgh, EH1 1YZ,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THOMA956152J910139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TEST-141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Grace Oliver Davies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3, 1965 Cedar Close Lane, Cambridge, CB1 1BH,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JONES908132E910140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TEST-142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Harry James Jackson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4, 2002 Church Close Lane, Cardiff, CF10 2HE,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PATEL960112H910141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TEST-143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Sophia Thomas Wright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5, 2039 Crown Close Lane, Sheffield, S1 2BJ,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ROBER912092L910142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TEST-144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 Freya Smith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6, 2076 Elm Close Lane, Leeds, LS1 4AP,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HARRI952063E910143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TEST-145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Mia Oliver White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7, 2113 Hawthorn Close Lane, Leicester, LE1 5YP,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JOHNS904063A910144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TEST-146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Arthur James Brown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8, 2150 Kingfisher Close Lane, Birmingham, B1 1BB,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WALKE956043O910145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TEST-147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Ava Thomas Hall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9, 2187 Mill Close Lane, Liverpool, L1 8JQ,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JACKS908023I910146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George Jack Davies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10, 2224 Orchard Close Lane, Aberdeen, AB10 1AN,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BROWN959303G910147</a:t>
                      </a:r>
                    </a:p>
                  </a:txBody>
                  <a:tcPr marL="76200" marR="76200" marT="38100" marB="38100" anchor="ctr"/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TEST-149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Isla Oliver Wood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11, 2261 Station Close Lane, Bristol, BS1 4ST, United Kingdom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WRIGH911283A910148</a:t>
                      </a:r>
                    </a:p>
                  </a:txBody>
                  <a:tcPr marL="76200" marR="76200" marT="38100" marB="38100" anchor="ctr">
                    <a:solidFill>
                      <a:srgbClr val="F3F6F9"/>
                    </a:solidFill>
                  </a:tcPr>
                </a:tc>
              </a:tr>
              <a:tr h="31313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TEST-150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Oliver James Wright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Flat 12, 2298 Victoria Close Lane, Oxford, OX1 1AA, United Kingdom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</a:rPr>
                        <a:t>HALL9951264A910149</a:t>
                      </a:r>
                    </a:p>
                  </a:txBody>
                  <a:tcPr marL="76200" marR="76200" marT="38100" marB="38100" anchor="ctr"/>
                </a:tc>
              </a:tr>
            </a:tbl>
          </a:graphicData>
        </a:graphic>
      </p:graphicFrame>
      <p:sp>
        <p:nvSpPr>
          <p:cNvPr id="3" name="footer-135">
            <a:extLst xmlns:a="http://schemas.openxmlformats.org/drawingml/2006/main">
              <a:ext uri="{FF2B5EF4-FFF2-40B4-BE49-F238E27FC236}">
                <a16:creationId xmlns:a16="http://schemas.microsoft.com/office/drawing/2014/main" id="{7ED09218-E603-4A0E-A7D7-0DF3F46B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2935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Fictional synthetic data | Sources retained in the companion CSV/XLSX/DOCX/TXT files</a:t>
            </a:r>
          </a:p>
        </p:txBody>
      </p:sp>
      <p:sp>
        <p:nvSpPr>
          <p:cNvPr id="4" name="page-135">
            <a:extLst xmlns:a="http://schemas.openxmlformats.org/drawingml/2006/main">
              <a:ext uri="{FF2B5EF4-FFF2-40B4-BE49-F238E27FC236}">
                <a16:creationId xmlns:a16="http://schemas.microsoft.com/office/drawing/2014/main" id="{85B80D7E-4C59-4415-A7C4-83043D9F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293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573"/>
                </a:solidFill>
              </a:defRPr>
            </a:pPr>
            <a:r>
              <a:rPr sz="1050">
                <a:solidFill>
                  <a:srgbClr val="5B65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02164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2026-07-30T10:49:25.6830000Z</dcterms:created>
  <dcterms:modified xsi:type="dcterms:W3CDTF">2026-07-30T10:49:25.6830000Z</dcterms:modified>
</coreProperties>
</file>
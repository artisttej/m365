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02fa3145144fb2" /><Relationship Type="http://schemas.openxmlformats.org/officeDocument/2006/relationships/extended-properties" Target="/docProps/app.xml" Id="R80b2a07ade6e4dbf" /><Relationship Type="http://schemas.openxmlformats.org/officeDocument/2006/relationships/officeDocument" Target="/ppt/presentation.xml" Id="Rb6723ac8668c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9d25b063314a0e"/>
  </p:sldMasterIdLst>
  <p:notesMasterIdLst>
    <p:notesMasterId xmlns:r="http://schemas.openxmlformats.org/officeDocument/2006/relationships" r:id="R883e42d9eace4057"/>
  </p:notesMasterIdLst>
  <p:sldIdLst>
    <p:sldId xmlns:r="http://schemas.openxmlformats.org/officeDocument/2006/relationships" id="256" r:id="R7e87a806f75f4b35"/>
    <p:sldId xmlns:r="http://schemas.openxmlformats.org/officeDocument/2006/relationships" id="257" r:id="Rdd2500f379504b41"/>
    <p:sldId xmlns:r="http://schemas.openxmlformats.org/officeDocument/2006/relationships" id="258" r:id="R328a013b0980405c"/>
    <p:sldId xmlns:r="http://schemas.openxmlformats.org/officeDocument/2006/relationships" id="259" r:id="Rb92542fdcb7c4c00"/>
    <p:sldId xmlns:r="http://schemas.openxmlformats.org/officeDocument/2006/relationships" id="260" r:id="Rb731893676d24c74"/>
    <p:sldId xmlns:r="http://schemas.openxmlformats.org/officeDocument/2006/relationships" id="261" r:id="R9d1eb97f824a4247"/>
    <p:sldId xmlns:r="http://schemas.openxmlformats.org/officeDocument/2006/relationships" id="262" r:id="R7e1b64ea01674bad"/>
    <p:sldId xmlns:r="http://schemas.openxmlformats.org/officeDocument/2006/relationships" id="263" r:id="R85fef163584f4a48"/>
    <p:sldId xmlns:r="http://schemas.openxmlformats.org/officeDocument/2006/relationships" id="264" r:id="Rb73f4992da22457e"/>
    <p:sldId xmlns:r="http://schemas.openxmlformats.org/officeDocument/2006/relationships" id="265" r:id="R2dfdf06abce5490c"/>
    <p:sldId xmlns:r="http://schemas.openxmlformats.org/officeDocument/2006/relationships" id="266" r:id="Rc832e048256148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a680a2bce743e4" /><Relationship Type="http://schemas.openxmlformats.org/officeDocument/2006/relationships/slideMaster" Target="/ppt/slideMasters/slideMaster1.xml" Id="R769d25b063314a0e" /><Relationship Type="http://schemas.openxmlformats.org/officeDocument/2006/relationships/notesMaster" Target="/ppt/notesMasters/notesMaster1.xml" Id="R883e42d9eace4057" /><Relationship Type="http://schemas.openxmlformats.org/officeDocument/2006/relationships/presProps" Target="/ppt/presProps.xml" Id="Re8d59fc55a1548a8" /><Relationship Type="http://schemas.openxmlformats.org/officeDocument/2006/relationships/tableStyles" Target="/ppt/tableStyles.xml" Id="Raa2182bcdd0448e3" /><Relationship Type="http://schemas.openxmlformats.org/officeDocument/2006/relationships/slide" Target="/ppt/slides/slide1.xml" Id="R7e87a806f75f4b35" /><Relationship Type="http://schemas.openxmlformats.org/officeDocument/2006/relationships/slide" Target="/ppt/slides/slide2.xml" Id="Rdd2500f379504b41" /><Relationship Type="http://schemas.openxmlformats.org/officeDocument/2006/relationships/slide" Target="/ppt/slides/slide3.xml" Id="R328a013b0980405c" /><Relationship Type="http://schemas.openxmlformats.org/officeDocument/2006/relationships/slide" Target="/ppt/slides/slide4.xml" Id="Rb92542fdcb7c4c00" /><Relationship Type="http://schemas.openxmlformats.org/officeDocument/2006/relationships/slide" Target="/ppt/slides/slide5.xml" Id="Rb731893676d24c74" /><Relationship Type="http://schemas.openxmlformats.org/officeDocument/2006/relationships/slide" Target="/ppt/slides/slide6.xml" Id="R9d1eb97f824a4247" /><Relationship Type="http://schemas.openxmlformats.org/officeDocument/2006/relationships/slide" Target="/ppt/slides/slide7.xml" Id="R7e1b64ea01674bad" /><Relationship Type="http://schemas.openxmlformats.org/officeDocument/2006/relationships/slide" Target="/ppt/slides/slide8.xml" Id="R85fef163584f4a48" /><Relationship Type="http://schemas.openxmlformats.org/officeDocument/2006/relationships/slide" Target="/ppt/slides/slide9.xml" Id="Rb73f4992da22457e" /><Relationship Type="http://schemas.openxmlformats.org/officeDocument/2006/relationships/slide" Target="/ppt/slides/slide10.xml" Id="R2dfdf06abce5490c" /><Relationship Type="http://schemas.openxmlformats.org/officeDocument/2006/relationships/slide" Target="/ppt/slides/slide11.xml" Id="Rc832e048256148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7d75103e5b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b4d23b4974d6d" /><Relationship Type="http://schemas.openxmlformats.org/officeDocument/2006/relationships/notesMaster" Target="/ppt/notesMasters/notesMaster1.xml" Id="Rbacf5d4351304f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2cd00e15a14405" /><Relationship Type="http://schemas.openxmlformats.org/officeDocument/2006/relationships/notesMaster" Target="/ppt/notesMasters/notesMaster1.xml" Id="Rea36029b0d6040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711dd50fc0447d" /><Relationship Type="http://schemas.openxmlformats.org/officeDocument/2006/relationships/notesMaster" Target="/ppt/notesMasters/notesMaster1.xml" Id="R3de6a43f615b46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6ed114691148bb" /><Relationship Type="http://schemas.openxmlformats.org/officeDocument/2006/relationships/notesMaster" Target="/ppt/notesMasters/notesMaster1.xml" Id="R7dd218b5d6b749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ba5336d4a04aeb" /><Relationship Type="http://schemas.openxmlformats.org/officeDocument/2006/relationships/notesMaster" Target="/ppt/notesMasters/notesMaster1.xml" Id="Rfe78cf6cda014a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f3e6aa19874640" /><Relationship Type="http://schemas.openxmlformats.org/officeDocument/2006/relationships/notesMaster" Target="/ppt/notesMasters/notesMaster1.xml" Id="R39439985120a45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ce79a91ed4caf" /><Relationship Type="http://schemas.openxmlformats.org/officeDocument/2006/relationships/notesMaster" Target="/ppt/notesMasters/notesMaster1.xml" Id="Reab7b3e8317d4b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0ac35035974204" /><Relationship Type="http://schemas.openxmlformats.org/officeDocument/2006/relationships/notesMaster" Target="/ppt/notesMasters/notesMaster1.xml" Id="R63f6be6ffa204f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2c5a6d6aee4fc8" /><Relationship Type="http://schemas.openxmlformats.org/officeDocument/2006/relationships/notesMaster" Target="/ppt/notesMasters/notesMaster1.xml" Id="Rda7e90beb50146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4b320f45c74989" /><Relationship Type="http://schemas.openxmlformats.org/officeDocument/2006/relationships/notesMaster" Target="/ppt/notesMasters/notesMaster1.xml" Id="R34639016f21947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a33ff0df064d72" /><Relationship Type="http://schemas.openxmlformats.org/officeDocument/2006/relationships/notesMaster" Target="/ppt/notesMasters/notesMaster1.xml" Id="R1c704f5a113042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f8bb1068741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1b2e77387e45b5" /><Relationship Type="http://schemas.openxmlformats.org/officeDocument/2006/relationships/slideLayout" Target="/ppt/slideLayouts/slideLayout1.xml" Id="R87db95626c384a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db95626c384a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7e191364d477d" /><Relationship Type="http://schemas.openxmlformats.org/officeDocument/2006/relationships/notesSlide" Target="/ppt/notesSlides/notesSlide1.xml" Id="Ra9990a9b34cc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b4283b92b4827" /><Relationship Type="http://schemas.openxmlformats.org/officeDocument/2006/relationships/notesSlide" Target="/ppt/notesSlides/notesSlide2.xml" Id="R3c7daa34bfd14a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c9ee6c20b4fbb" /><Relationship Type="http://schemas.openxmlformats.org/officeDocument/2006/relationships/notesSlide" Target="/ppt/notesSlides/notesSlide3.xml" Id="R66a647d432ed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f0fb46c784081" /><Relationship Type="http://schemas.openxmlformats.org/officeDocument/2006/relationships/notesSlide" Target="/ppt/notesSlides/notesSlide4.xml" Id="R41b5ef6c01284d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60c9e1ceb49ce" /><Relationship Type="http://schemas.openxmlformats.org/officeDocument/2006/relationships/notesSlide" Target="/ppt/notesSlides/notesSlide5.xml" Id="R4fbfaa8977384a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bfb0873e04589" /><Relationship Type="http://schemas.openxmlformats.org/officeDocument/2006/relationships/notesSlide" Target="/ppt/notesSlides/notesSlide6.xml" Id="R723911a2c2f449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396ab305d4263" /><Relationship Type="http://schemas.openxmlformats.org/officeDocument/2006/relationships/notesSlide" Target="/ppt/notesSlides/notesSlide7.xml" Id="R7e9ca883cec244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fc21d4a64402b" /><Relationship Type="http://schemas.openxmlformats.org/officeDocument/2006/relationships/notesSlide" Target="/ppt/notesSlides/notesSlide8.xml" Id="Ra3115e8ff14e40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faa5784934173" /><Relationship Type="http://schemas.openxmlformats.org/officeDocument/2006/relationships/notesSlide" Target="/ppt/notesSlides/notesSlide9.xml" Id="R371c5a6a6fc243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43740e4e64a45" /><Relationship Type="http://schemas.openxmlformats.org/officeDocument/2006/relationships/notesSlide" Target="/ppt/notesSlides/notesSlide10.xml" Id="R71f79fe19bc143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7d78caeee4d89" /><Relationship Type="http://schemas.openxmlformats.org/officeDocument/2006/relationships/notesSlide" Target="/ppt/notesSlides/notesSlide11.xml" Id="R738e45626437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9C0A92A-6687-4B62-82DD-A702C419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0028D6-478A-4E60-86DC-0356B6A0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Japanese Corporate My Number / 法人番号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4171A84-6C92-4DB4-AC5D-2180F93A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83F07AA3-C1FA-4F64-992C-63AEF785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60648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C862FF46-8921-4ABD-AB8A-DF57AB1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Akari Sasaki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1-1-972 Aoba-Chuo-dori,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Sakura Takahashi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2-1-1009 Asahi-Chuo-dori,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Kaori Inoue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3-1-1046 Fuji-Chuo-dori,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Shota 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4-1-1083 Hikari-Chuo-dori,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Riku Yamazaki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5-1-1120 Kaede-Chuo-dori,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Yuto Kato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6-1-1157 Midori-Chuo-dori,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Hiroshi Ikeda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7-1-1194 Nishi-Chuo-dori,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Shota Sasaki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8-1-1231 Sakura-Chuo-dori,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Riku Takahashi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9-1-1268 Shin-Chuo-dori,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Yuto Kimura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1-2-1305 Takara-Chuo-dori,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Hiroshi 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2-2-1342 Ume-Chuo-dori,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Shota Yamazaki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3-2-1379 Yamato-Chuo-dori,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Riku Kato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4-2-1416 Aoba-Higashi-dori,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Yuto Hashimoto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5-2-1453 Asahi-Higashi-dori,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Hiroshi Sasaki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6-2-1490 Fuji-Higashi-dori,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6012345600014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D93FC642-5CC8-4259-AD7B-8E31ECEF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11531827-79FB-4D91-B870-32EFE0E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09075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B96A613B-C11D-4568-93CA-0500B06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Shota Takahashi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7-2-1527 Hikari-Higashi-dori,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Yuna Kimura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8-2-1564 Kaede-Higashi-dori,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Yuto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9-2-1601 Midori-Higashi-dori,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Hiroshi Yamazaki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1-3-1638 Nishi-Higashi-dori,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Shota Kato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2-3-1675 Sakura-Higashi-dori,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Riku Hashimoto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3-3-1712 Shin-Higashi-dori,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Yuto Yamaguchi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4-3-1749 Takara-Higashi-dori,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Hiroshi Takahashi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5-3-1786 Ume-Higashi-dori,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Shota Kimura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6-3-1823 Yamato-Higashi-dori,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Riku Yamamoto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7-3-1860 Aoba-Kita-dori,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Yuto Mori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8-3-1897 Asahi-Kita-dori,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Hiroshi Kato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9-3-1934 Fuji-Kita-dori,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Mio Hashimoto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1-4-1971 Hikari-Kita-dori,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Mei Yamaguchi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2-4-2008 Kaede-Kita-dori,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Aoi Tanaka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3-4-2045 Midori-Kita-dori,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8012345600029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17B6B422-E719-4A26-A5BA-662C4AF0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2903C95F-6827-445E-BCCC-10A5FC3F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8252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AFFA95B4-50EF-401B-98FC-055EEBEE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Aya Kimura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4-4-2082 Nishi-Kita-dori,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Mio Yamamoto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5-4-2119 Sakura-Kita-dori,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Mei Mori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6-4-2156 Shin-Kita-dori,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Aoi Yoshida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7-4-2193 Takara-Kita-dori,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Aya Hashimoto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8-4-2230 Ume-Kita-dori,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Hiroshi Yamaguchi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9-4-2267 Yamato-Kita-dori,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Mei Tanaka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1-5-2304 Aoba-Minami-dori,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Aoi Hayashi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2-5-2341 Asahi-Minami-dori,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Aya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3-5-2378 Fuji-Minami-dori,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Mio Mori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4-5-2415 Hikari-Minami-dori,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Mei Yoshida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5-5-2452 Kaede-Minami-dori,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Aoi Sato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6-5-2489 Midori-Minami-dori,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Aya Yamaguchi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7-5-2526 Nishi-Minami-dori,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Mio Tanaka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8-5-2563 Sakura-Minami-dori,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Mei Hayashi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9-5-2600 Shin-Minami-dori,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9012345600044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3C84DB9E-73AB-4483-A184-A56BDCA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D6EE898E-F0EC-4445-BE33-C24D88FD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46444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2953045F-347F-4943-BD93-EEB9768A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Aoi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1-6-2637 Takara-Minami-dori,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Aya Mori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2-6-2674 Ume-Minami-dori,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Mio Yoshida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3-6-2711 Yamato-Minami-dori,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Mei Sato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4-6-2748 Aoba-Mori-dori,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Aoi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5-6-2785 Asahi-Mori-dori,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Aya Tanaka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6-6-2822 Fuji-Mori-dori,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Takumi Hayashi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7-6-2859 Hikari-Mori-dori,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Kaito Nakamura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8-6-2896 Kaede-Mori-dori,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Ren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9-6-2933 Midori-Mori-dori,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Aoi Yoshida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1-7-2970 Nishi-Mori-dori,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Takumi Sato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2-7-3007 Sakura-Mori-dori,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Kaito Matsumoto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3-7-3044 Shin-Mori-dori,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Ren Watanabe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4-7-3081 Takara-Mori-dori,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Naoki Hayashi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5-7-3118 Ume-Mori-dori,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Takumi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6-7-3155 Yamato-Mori-dori,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BE281ECD-71B0-4F65-98B9-E8DEAF76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24406E00-2AE5-40AB-B0E4-D039D665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452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F158C435-4BC4-459A-AA92-682998F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Kaito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7-7-3192 Aoba-Sakae-dori,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Ren Yamada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8-7-3229 Asahi-Sakae-dori,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Naoki Sato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9-7-3266 Fuji-Sakae-dori,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Takumi Matsumoto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1-8-3303 Hikari-Sakae-dori,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Kaito Watanabe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2-8-3340 Kaede-Sakae-dori,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Ren Shimizu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3-8-3377 Midori-Sakae-dori,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Naoki Nakamura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4-8-3414 Nishi-Sakae-dori,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Takumi 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5-8-3451 Sakura-Sakae-dori,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Kaito Yamada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6-8-3488 Shin-Sakae-dori,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Ren Suzuki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7-8-3525 Takara-Sakae-dori,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Naoki Matsumoto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8-8-3562 Ume-Sakae-dori,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Takumi Watanabe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9-8-3599 Yamato-Sakae-dori,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6012345600071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Kaito Shimizu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1-9-3636 Aoba-Shiro-dori,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Ren Kobayashi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2-9-3673 Asahi-Shiro-dori,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Naoki Abe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3-9-3710 Fuji-Shiro-dori,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3012345600074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60808239-087F-4642-AFC4-07E99EC5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252916AB-DBD2-4FE5-AF1F-278FEA65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5949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243F3CDF-2614-42EB-9050-1CBE0EF0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Rin Yamada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4-9-3747 Hikari-Shiro-dori,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Hina Suzuki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5-9-3784 Kaede-Shiro-dori,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Yui Inoue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6-9-3821 Midori-Shiro-dori,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Emi Watanabe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7-9-3858 Nishi-Shiro-dori,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Rin Shimizu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8-9-3895 Sakura-Shiro-dori,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Hina Kobayashi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9-9-3932 Shin-Shiro-dori,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Yui Ikeda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1-1-3969 Takara-Shiro-dori,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Emi Yamada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2-1-4006 Ume-Shiro-dori,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Rin Suzuki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3-1-4043 Yamato-Shiro-dori,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Hina Inoue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4-1-4080 Aoba-Tani-dori,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Yui 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5-1-4117 Asahi-Tani-dori,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9012345600085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Emi Shimizu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6-1-4154 Fuji-Tani-dori,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Rin Kobayashi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7-1-4191 Hikari-Tani-dori,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Hina Ikeda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8-1-4228 Kaede-Tani-dori,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Yui Sasaki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9-1-4265 Midori-Tani-dori,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5012345600089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2C1DE6DF-3742-41A5-8316-BD62383D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9CED2CC1-20C8-4016-83E9-35B1D15C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980723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CF23CCC1-32D0-4DED-BBE0-219D23D9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Emi Suzuki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1-2-4302 Nishi-Tani-dori,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Rin Inoue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2-2-4339 Sakura-Tani-dori,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2012345600091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Hina Ito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3-2-4376 Shin-Tani-dori,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1012345600092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Yui Yamazaki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4-2-4413 Takara-Tani-dori,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9012345600093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Emi Kobayashi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5-2-4450 Ume-Tani-dori,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8012345600094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Rin Ikeda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6-2-4487 Yamato-Tani-dori,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7012345600095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Hina Sasaki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7-2-4524 Aoba-Yama-dori,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6012345600096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Kaito Takahashi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8-2-4561 Asahi-Yama-dori,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5012345600097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Emi Inoue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9-2-4598 Fuji-Yama-dori,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4012345600098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Daiki 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1-3-4635 Hikari-Yama-dori,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3012345600099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Sota Yamazaki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2-3-4672 Kaede-Yama-dori,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2012345600100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Haruto Kato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3-3-4709 Midori-Yama-dori,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Kenji Ikeda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4-3-4746 Nishi-Yama-dori,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9012345600102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Daiki Sasaki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5-3-4783 Sakura-Yama-dori,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Sota Takahashi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6-3-4820 Shin-Yama-dori,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7012345600104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A2B13697-29E9-46FC-A951-F85CE9B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61D3FD73-DE31-4009-9D58-EE956D5D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83155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B7F0BCC4-E3DA-4234-85F8-847BE212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Haruto Kimura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7-3-4857 Takara-Yama-dori,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6012345600105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Kenji Ito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8-3-4894 Ume-Yama-dori,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5012345600106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Daiki Yamazaki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9-3-4931 Yamato-Yama-dori,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4012345600107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Sota Kato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1-4-4968 Aoba-Hana-dori,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3012345600108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Haruto Hashimoto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2-4-5005 Asahi-Hana-dori,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2012345600109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Kenji Sasaki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3-4-5042 Fuji-Hana-dori,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9012345600110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Daiki Takahashi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4-4-5079 Hikari-Hana-dori,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8012345600111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Sota Kimura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5-4-5116 Kaede-Hana-dori,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7012345600112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Haruto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6-4-5153 Midori-Hana-dori,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6012345600113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Kenji Yamazaki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7-4-5190 Nishi-Hana-dori,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5012345600114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Daiki Kato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8-4-5227 Sakura-Hana-dori,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4012345600115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Rin Hashimoto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9-4-5264 Shin-Hana-dori,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3012345600116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Haruto Yamaguchi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1-5-5301 Takara-Hana-dori,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2012345600117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Kenji Takahashi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2-5-5338 Ume-Hana-dori,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1012345600118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Daiki Kimura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3-5-5375 Yamato-Hana-dori,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9012345600119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1E57BB74-5373-4EE7-BC37-C37FA94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88548F63-54A1-45E6-B666-7A3EFA7C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6769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41705E07-E7E9-4483-9E13-59AD3B3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Sota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4-5-5412 Aoba-Kawa-dori,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7012345600120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Haruto Mori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5-5-5449 Asahi-Kawa-dori,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6012345600121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Kenji Kato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6-5-5486 Fuji-Kawa-dori,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5012345600122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Akari Hashimoto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7-5-5523 Hikari-Kawa-dori, Naka-ku, Hiroshima 730-0001,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Sakura Yamaguchi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8-5-5560 Kaede-Kawa-dori, Chuo-ku, Sapporo 060-0001,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3012345600124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Kaori Takahashi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9-5-5597 Midori-Kawa-dori, Chuo-ku, Chiba 260-0001,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2012345600125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Naoki Yuna Kimura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1-6-5634 Nishi-Kawa-dori, Nakagyo-ku, Kyoto 604-8001,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1012345600126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 Akari Yamamoto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2-6-5671 Sakura-Kawa-dori, Kita-ku, Osaka 530-0001,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9012345600127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Kenji Sakura Mori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3-6-5708 Shin-Kawa-dori, Chuo-ku, Kobe 650-0001,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8012345600128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Yuna Kaori Kato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4-6-5745 Takara-Kawa-dori, Hakata-ku, Fukuoka 812-0011,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7012345600129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Shota Yuna Hashimoto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5-6-5782 Ume-Kawa-dori, Aoba-ku, Yokohama 225-0001,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5012345600130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Mio Akari Yamaguchi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6-6-5819 Yamato-Kawa-dori, Aoba-ku, Sendai 980-0001,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4012345600131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Takumi Sakura Tanaka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7-6-5856 Aoba-Machi-dori, Chiyoda-ku, Tokyo 100-0001,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3012345600132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Rin Kaori Kimura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8-6-5893 Asahi-Machi-dori, Naka-ku, Nagoya 460-0001,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Daiki Yuna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9-6-5930 Fuji-Machi-dori, Naka-ku, Yokohama 231-0001,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1012345600134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AA819390-A272-482D-80F2-25A3A0A9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099A2A30-0D20-4FB3-A263-343B2A2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0692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EED525D7-AE25-4763-A7FB-97E8CB88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Japanese Corporate My Number / 法人番号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Akari Kenji Mori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1-7-5967 Hikari-Machi-dori,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9012345600135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Riku Sakura Yoshida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2-7-6004 Kaede-Machi-dori,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8012345600136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Mei Kaori Hashimoto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3-7-6041 Midori-Machi-dori,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7012345600137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Kaito Yuna Yamaguchi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4-7-6078 Nishi-Machi-dori, Nakagyo-ku, Kyoto 604-8001,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6012345600138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Hina Akari Tanaka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5-7-6115 Sakura-Machi-dori, Kita-ku, Osaka 530-0001,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5012345600139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Sota Sakura Hayashi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6-7-6152 Shin-Machi-dori, Chuo-ku, Kobe 650-0001,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3012345600140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Sakura Kaori Yamamoto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7-7-6189 Takara-Machi-dori, Hakata-ku, Fukuoka 812-0011,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2012345600141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Yuto Yuna Mori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8-7-6226 Ume-Machi-dori, Aoba-ku, Yokohama 225-0001,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1012345600142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Aoi Akari Yoshida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9-7-6263 Yamato-Machi-dori, Aoba-ku, Sendai 980-0001,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9012345600143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Ren Sakura Sato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1-8-6300 Aoba-Chuo-michi, Chiyoda-ku, Tokyo 100-0001,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8012345600144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Yui Kaori Yamaguchi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2-8-6337 Asahi-Chuo-michi, Naka-ku, Nagoya 460-0001,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7012345600145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Haruto Yuna Tanaka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3-8-6374 Fuji-Chuo-michi, Naka-ku, Yokohama 231-0001,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6012345600146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Kaori Riku Hayashi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4-8-6411 Hikari-Chuo-michi, Naka-ku, Hiroshima 730-0001,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5012345600147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Hiroshi Yuto Nakamura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5-8-6448 Kaede-Chuo-michi, Chuo-ku, Sapporo 060-0001, Japan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4012345600148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Aya Hiroshi Mori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6-8-6485 Midori-Chuo-michi, Chuo-ku, Chiba 260-0001, Japan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3012345600149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CF34B7C3-9803-45D8-B8D8-61E32079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B28F59BB-E6A7-44E5-960C-7B988635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1805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2026-07-30T10:49:35.1630000Z</dcterms:created>
  <dcterms:modified xsi:type="dcterms:W3CDTF">2026-07-30T10:49:35.1630000Z</dcterms:modified>
</coreProperties>
</file>
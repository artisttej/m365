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36a0014f9c4e4f" /><Relationship Type="http://schemas.openxmlformats.org/officeDocument/2006/relationships/extended-properties" Target="/docProps/app.xml" Id="Rb8a46039faab47f2" /><Relationship Type="http://schemas.openxmlformats.org/officeDocument/2006/relationships/officeDocument" Target="/ppt/presentation.xml" Id="R494c50bf007b45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a0d3b4074d4ca3"/>
  </p:sldMasterIdLst>
  <p:notesMasterIdLst>
    <p:notesMasterId xmlns:r="http://schemas.openxmlformats.org/officeDocument/2006/relationships" r:id="R4bae18fb1e9c4b6f"/>
  </p:notesMasterIdLst>
  <p:sldIdLst>
    <p:sldId xmlns:r="http://schemas.openxmlformats.org/officeDocument/2006/relationships" id="256" r:id="R845d993b46f1477a"/>
    <p:sldId xmlns:r="http://schemas.openxmlformats.org/officeDocument/2006/relationships" id="257" r:id="R241bd812f2f54877"/>
    <p:sldId xmlns:r="http://schemas.openxmlformats.org/officeDocument/2006/relationships" id="258" r:id="Rfdefb485e6fa4085"/>
    <p:sldId xmlns:r="http://schemas.openxmlformats.org/officeDocument/2006/relationships" id="259" r:id="Rce673fa697444149"/>
    <p:sldId xmlns:r="http://schemas.openxmlformats.org/officeDocument/2006/relationships" id="260" r:id="R8d6b27566fd144ad"/>
    <p:sldId xmlns:r="http://schemas.openxmlformats.org/officeDocument/2006/relationships" id="261" r:id="R07caebf2fff34ffe"/>
    <p:sldId xmlns:r="http://schemas.openxmlformats.org/officeDocument/2006/relationships" id="262" r:id="R12845ad15b604bf5"/>
    <p:sldId xmlns:r="http://schemas.openxmlformats.org/officeDocument/2006/relationships" id="263" r:id="R5c903eeddea14c79"/>
    <p:sldId xmlns:r="http://schemas.openxmlformats.org/officeDocument/2006/relationships" id="264" r:id="Rc2151d6a52744c77"/>
    <p:sldId xmlns:r="http://schemas.openxmlformats.org/officeDocument/2006/relationships" id="265" r:id="R0c57ca3d40f44288"/>
    <p:sldId xmlns:r="http://schemas.openxmlformats.org/officeDocument/2006/relationships" id="266" r:id="R6d292a84966d402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d0a813a1184b4d" /><Relationship Type="http://schemas.openxmlformats.org/officeDocument/2006/relationships/slideMaster" Target="/ppt/slideMasters/slideMaster1.xml" Id="Rd8a0d3b4074d4ca3" /><Relationship Type="http://schemas.openxmlformats.org/officeDocument/2006/relationships/notesMaster" Target="/ppt/notesMasters/notesMaster1.xml" Id="R4bae18fb1e9c4b6f" /><Relationship Type="http://schemas.openxmlformats.org/officeDocument/2006/relationships/presProps" Target="/ppt/presProps.xml" Id="R05f31bc8c4c843fd" /><Relationship Type="http://schemas.openxmlformats.org/officeDocument/2006/relationships/tableStyles" Target="/ppt/tableStyles.xml" Id="R9c6d1880afd34a67" /><Relationship Type="http://schemas.openxmlformats.org/officeDocument/2006/relationships/slide" Target="/ppt/slides/slide1.xml" Id="R845d993b46f1477a" /><Relationship Type="http://schemas.openxmlformats.org/officeDocument/2006/relationships/slide" Target="/ppt/slides/slide2.xml" Id="R241bd812f2f54877" /><Relationship Type="http://schemas.openxmlformats.org/officeDocument/2006/relationships/slide" Target="/ppt/slides/slide3.xml" Id="Rfdefb485e6fa4085" /><Relationship Type="http://schemas.openxmlformats.org/officeDocument/2006/relationships/slide" Target="/ppt/slides/slide4.xml" Id="Rce673fa697444149" /><Relationship Type="http://schemas.openxmlformats.org/officeDocument/2006/relationships/slide" Target="/ppt/slides/slide5.xml" Id="R8d6b27566fd144ad" /><Relationship Type="http://schemas.openxmlformats.org/officeDocument/2006/relationships/slide" Target="/ppt/slides/slide6.xml" Id="R07caebf2fff34ffe" /><Relationship Type="http://schemas.openxmlformats.org/officeDocument/2006/relationships/slide" Target="/ppt/slides/slide7.xml" Id="R12845ad15b604bf5" /><Relationship Type="http://schemas.openxmlformats.org/officeDocument/2006/relationships/slide" Target="/ppt/slides/slide8.xml" Id="R5c903eeddea14c79" /><Relationship Type="http://schemas.openxmlformats.org/officeDocument/2006/relationships/slide" Target="/ppt/slides/slide9.xml" Id="Rc2151d6a52744c77" /><Relationship Type="http://schemas.openxmlformats.org/officeDocument/2006/relationships/slide" Target="/ppt/slides/slide10.xml" Id="R0c57ca3d40f44288" /><Relationship Type="http://schemas.openxmlformats.org/officeDocument/2006/relationships/slide" Target="/ppt/slides/slide11.xml" Id="R6d292a84966d40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ba419f9ee84a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7516640c80479d" /><Relationship Type="http://schemas.openxmlformats.org/officeDocument/2006/relationships/notesMaster" Target="/ppt/notesMasters/notesMaster1.xml" Id="Rae4c9171fae74d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2708ecad1d4a34" /><Relationship Type="http://schemas.openxmlformats.org/officeDocument/2006/relationships/notesMaster" Target="/ppt/notesMasters/notesMaster1.xml" Id="Rc80036a617c748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d680f2a66946e7" /><Relationship Type="http://schemas.openxmlformats.org/officeDocument/2006/relationships/notesMaster" Target="/ppt/notesMasters/notesMaster1.xml" Id="R7f11094f2b244e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99f4aa06b54073" /><Relationship Type="http://schemas.openxmlformats.org/officeDocument/2006/relationships/notesMaster" Target="/ppt/notesMasters/notesMaster1.xml" Id="R00f4345604ae44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77648c02694ccf" /><Relationship Type="http://schemas.openxmlformats.org/officeDocument/2006/relationships/notesMaster" Target="/ppt/notesMasters/notesMaster1.xml" Id="Re30c41c28fe04a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61a25519984654" /><Relationship Type="http://schemas.openxmlformats.org/officeDocument/2006/relationships/notesMaster" Target="/ppt/notesMasters/notesMaster1.xml" Id="R05ff663a06174b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d0700e6a274d1a" /><Relationship Type="http://schemas.openxmlformats.org/officeDocument/2006/relationships/notesMaster" Target="/ppt/notesMasters/notesMaster1.xml" Id="Rfa607584f5e442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be037610b341ea" /><Relationship Type="http://schemas.openxmlformats.org/officeDocument/2006/relationships/notesMaster" Target="/ppt/notesMasters/notesMaster1.xml" Id="Rd905944c680543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717ce194f54b4f" /><Relationship Type="http://schemas.openxmlformats.org/officeDocument/2006/relationships/notesMaster" Target="/ppt/notesMasters/notesMaster1.xml" Id="R3f65ac3fc1e54b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1e6c528b3045f2" /><Relationship Type="http://schemas.openxmlformats.org/officeDocument/2006/relationships/notesMaster" Target="/ppt/notesMasters/notesMaster1.xml" Id="Ra8a23110e3a74c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7fcdaaf2ae42ae" /><Relationship Type="http://schemas.openxmlformats.org/officeDocument/2006/relationships/notesMaster" Target="/ppt/notesMasters/notesMaster1.xml" Id="Rd8bc79d1f8f647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02561b63b343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fb36844ac34e93" /><Relationship Type="http://schemas.openxmlformats.org/officeDocument/2006/relationships/slideLayout" Target="/ppt/slideLayouts/slideLayout1.xml" Id="Rad43b775f09140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43b775f09140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02cb4b6394972" /><Relationship Type="http://schemas.openxmlformats.org/officeDocument/2006/relationships/notesSlide" Target="/ppt/notesSlides/notesSlide1.xml" Id="R4ab4c6f080814c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aa9e8f8004087" /><Relationship Type="http://schemas.openxmlformats.org/officeDocument/2006/relationships/notesSlide" Target="/ppt/notesSlides/notesSlide2.xml" Id="R3ac0476353944a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9d8c231f942d3" /><Relationship Type="http://schemas.openxmlformats.org/officeDocument/2006/relationships/notesSlide" Target="/ppt/notesSlides/notesSlide3.xml" Id="Rf399e4db5c8241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8929bfa3248fb" /><Relationship Type="http://schemas.openxmlformats.org/officeDocument/2006/relationships/notesSlide" Target="/ppt/notesSlides/notesSlide4.xml" Id="Ra50fefc4850249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cf8d2bb1f439c" /><Relationship Type="http://schemas.openxmlformats.org/officeDocument/2006/relationships/notesSlide" Target="/ppt/notesSlides/notesSlide5.xml" Id="R4ecb38707d004e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c1c6954204a52" /><Relationship Type="http://schemas.openxmlformats.org/officeDocument/2006/relationships/notesSlide" Target="/ppt/notesSlides/notesSlide6.xml" Id="R45ecc7ddadaa48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a41bfd2f44fa3" /><Relationship Type="http://schemas.openxmlformats.org/officeDocument/2006/relationships/notesSlide" Target="/ppt/notesSlides/notesSlide7.xml" Id="R61871d7529b44e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da5c430b8481d" /><Relationship Type="http://schemas.openxmlformats.org/officeDocument/2006/relationships/notesSlide" Target="/ppt/notesSlides/notesSlide8.xml" Id="R706dd542871846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ed72592c341b9" /><Relationship Type="http://schemas.openxmlformats.org/officeDocument/2006/relationships/notesSlide" Target="/ppt/notesSlides/notesSlide9.xml" Id="R2829ded6c56b4c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510b8a80c4e8c" /><Relationship Type="http://schemas.openxmlformats.org/officeDocument/2006/relationships/notesSlide" Target="/ppt/notesSlides/notesSlide10.xml" Id="Rfa8c8ea524c941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893ed1ba04a15" /><Relationship Type="http://schemas.openxmlformats.org/officeDocument/2006/relationships/notesSlide" Target="/ppt/notesSlides/notesSlide11.xml" Id="R81a8771508e843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D796C458-4843-4138-BD71-B6C3A794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ECE94BF-50EA-4E91-80C5-27627DE1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Adoption Taxpayer Identification Number (ATIN)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C3B9995-EFC5-4001-A24B-7D899895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FA47DFCB-057C-42EE-B5C2-ED7F03F6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1988107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976A9AF6-6309-40E5-9CDE-E080329F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Adoption Taxpayer ID (ATIN)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Henry Garcia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7885 Meadow Ridge Boulevard,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900-93-1000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Mason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7922 Highland Ridge Boulevard,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901-93-1001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Liam Lewis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7959 Sunset Ridge Boulevard,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902-93-1002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Samuel Anderson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7996 Pine Ridge Boulevard,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903-93-1003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Henry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8033 Lake Ridge Boulevard,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904-93-1004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Mason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8070 Forest Ridge Boulevard,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905-93-1005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Olivia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8107 Silver Glen Boulevard,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906-93-1006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Evelyn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8144 Golden Glen Boulevard,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907-93-1007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Amelia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8181 Cedar Glen Boulevard,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908-93-1008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Sophia Lewis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8218 Willow Glen Boulevard,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909-93-1009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Olivia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8255 Maple Glen Boulevard,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910-93-1010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Liam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8292 River Glen Boulevard,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911-93-1011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Amelia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8329 Meadow Glen Boulevard,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912-93-1012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Sophia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8366 Highland Glen Boulevard,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913-93-1013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Olivia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8403 Sunset Glen Boulevard,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914-93-1014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826025E1-C258-40A2-895D-F859217C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54E31846-3F59-4DD5-AB13-81C657F3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070074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A9932807-7FFE-4A9F-B3ED-EFC1019D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Adoption Taxpayer ID (ATIN)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Evelyn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8440 Pine Glen Boulevard,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915-93-1015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Amelia Lewis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8477 Lake Glen Boulevard,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916-93-1016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Sophia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8514 Forest Glen Boulevard,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917-93-1017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Olivia Allen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8551 Silver Brook Boulevard,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918-93-1018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Evelyn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8588 Golden Brook Boulevard,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919-93-1019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Amelia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8625 Cedar Brook Boulevard,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920-93-1020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Sophia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8662 Willow Brook Boulevard,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921-93-1021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Olivia Moore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8699 Maple Brook Boulevard,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922-93-1022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Evelyn Lewis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8736 River Brook Boulevard,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923-93-1023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Amelia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8773 Meadow Brook Boulevard,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924-93-1024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Sophia Allen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8810 Highland Brook Boulevard,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925-93-1025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Olivia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8847 Sunset Brook Boulevard,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926-93-1026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Evelyn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8884 Pine Brook Boulevard,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927-93-1027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Amelia Martinez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8921 Lake Brook Boulevard,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928-93-1028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Sophia Moore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8958 Forest Brook Boulevard,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929-93-1029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2A1099DA-76FF-4140-BE20-853A3EE2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E2C6FBBA-5B38-4937-B970-A6B01270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610539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E9E8360C-5F63-4149-BED0-A47EB7C8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Adoption Taxpayer ID (ATIN)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Sophia Lewis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8995 Silver Field Boulevard,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930-93-1030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Daniel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9032 Golden Field Boulevard,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931-93-1031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James Allen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9069 Cedar Field Boulevard,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932-93-1032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Ethan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9106 Willow Field Boulevard,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933-93-1033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Caleb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9143 Maple Field Boulevard,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934-93-1034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Daniel Martinez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9180 River Field Boulevard,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935-93-1035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James Moore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9217 Meadow Field Boulevard,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936-93-1036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Ethan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9254 Highland Field Boulevard,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937-93-1037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Caleb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9291 Sunset Field Boulevard,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938-93-1038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Daniel Allen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9328 Pine Field Boulevard,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939-93-1039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James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9365 Lake Field Boulevard,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940-93-1040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Ethan Davis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9402 Forest Field Boulevard,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941-93-1041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Caleb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9439 Silver View Boulevard,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942-93-1042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Daniel Moore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9476 Golden View Boulevard,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943-93-1043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James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9513 Cedar View Boulevard,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944-93-1044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F7624A83-7B07-4D07-A484-498AF4D7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26C908ED-0611-4F0B-BE66-68AB67D1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480576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30C1274E-4922-44BB-A12E-EB90A31E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Adoption Taxpayer ID (ATIN)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Ethan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9550 Willow View Boulevard,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945-93-1045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Caleb Allen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9587 Maple View Boulevard,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946-93-1046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Daniel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9624 River View Boulevard,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947-93-1047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James Davis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9661 Meadow View Boulevard,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948-93-1048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Ethan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9698 Highland View Boulevard,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949-93-1049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Caleb Moore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9735 Sunset View Boulevard,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950-93-1050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Daniel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9772 Pine View Boulevard,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951-93-1051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James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9809 Lake View Boulevard,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952-93-1052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Ethan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9846 Forest View Boulevard,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953-93-1053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Chloe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9883 Silver Park Boulevard,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954-93-1054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Harper Davis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 Golden Park Boulevard,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955-93-1055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Mia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77 Cedar Park Boulevard,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956-93-1056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Ava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114 Willow Park Boulevard,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957-93-1057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Chloe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151 Maple Park Boulevard,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958-93-1058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Harper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188 River Park Boulevard,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959-93-1059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65473FB7-76DE-4F5E-AE89-93975347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F6A52D41-BBA2-4F27-8F70-C3E6C81B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169651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21D6DD41-9F1F-42A7-9DA3-35D111C0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Adoption Taxpayer ID (ATIN)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Mia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225 Meadow Park Boulevard,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960-93-1060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Ava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262 Highland Park Boulevard,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961-93-1061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Chloe Davis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299 Sunset Park Boulevard,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962-93-1062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Harper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336 Pine Park Boulevard,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963-93-1063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Mia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373 Lake Park Boulevard,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964-93-1064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Ava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410 Forest Park Boulevard,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965-93-1065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Chloe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447 Silver Hill Boulevard,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966-93-1066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Harper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484 Golden Hill Boulevard,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967-93-1067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Mia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521 Cedar Hill Boulevard,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968-93-1068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Ava Miller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558 Willow Hill Boulevard,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969-93-1069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Chloe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595 Maple Hill Boulevard,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970-93-1070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Harper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632 River Hill Boulevard,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971-93-1071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Mia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669 Meadow Hill Boulevard,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972-93-1072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James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706 Highland Hill Boulevard,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973-93-1073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Chloe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743 Sunset Hill Boulevard,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974-93-1074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F1438114-B6AB-49F3-BCAB-950D0CAF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ABF5A509-8A54-407D-9BEF-88FC442E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984066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7C78F7D2-5965-46CD-9A7F-10DF4CE6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Adoption Taxpayer ID (ATIN)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Harper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780 Pine Hill Boulevard,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975-93-1075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Mia Miller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817 Lake Hill Boulevard,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976-93-1076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Ava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854 Forest Hill Boulevard,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977-93-1077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Nathan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891 Silver Creek Boulevard,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978-93-1078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Benjamin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928 Golden Creek Boulevard,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979-93-1079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Lucas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965 Cedar Creek Boulevard,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980-93-1080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Noah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1002 Willow Creek Boulevard,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981-93-1081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Nathan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1039 Maple Creek Boulevard,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982-93-1082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Benjamin Miller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1076 River Creek Boulevard,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983-93-1083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Lucas Clark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1113 Meadow Creek Boulevard,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984-93-1084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Noah Anderson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1150 Highland Creek Boulevard,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985-93-1085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Nathan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1187 Sunset Creek Boulevard,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986-93-1086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Benjamin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1224 Pine Creek Boulevard,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987-93-1087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Lucas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1261 Lake Creek Boulevard,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988-93-1088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Noah Garcia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1298 Forest Creek Boulevard,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989-93-1089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8DF23D45-3DEB-49E4-99E4-77841B3A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4D6E17A5-76AF-483E-AE18-FFBBE5AB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757178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3A5D8896-33D7-4027-A581-59684E82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Adoption Taxpayer ID (ATIN)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Nathan Miller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1335 Silver Garden Boulevard,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990-93-1090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Benjamin Clark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1372 Golden Garden Boulevard,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991-93-1091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Harper Anderson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1409 Cedar Garden Boulevard,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992-93-1092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Noah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1446 Willow Garden Boulevard,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993-93-1093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Nathan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1483 Maple Garden Boulevard,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994-93-1094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Benjamin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1520 River Garden Boulevard,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995-93-1095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Lucas Garcia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1557 Meadow Garden Boulevard,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996-93-1096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Noah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1594 Highland Garden Boulevard,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997-93-1097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Nathan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1631 Sunset Garden Boulevard,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998-93-1098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Benjamin Anderson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1668 Pine Garden Boulevard,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999-93-1099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Lucas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1705 Lake Garden Boulevard,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900-93-1100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Noah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1742 Forest Garden Boulevard,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901-93-1101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Grace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1779 Silver Valley Boulevard,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902-93-1102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Charlotte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1816 Golden Valley Boulevard,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903-93-1103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Isabella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1853 Cedar Valley Boulevard,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904-93-1104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BBC2916E-5D3C-4E41-A160-0A70BD08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150E891F-6C42-4733-B39F-23913550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89622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40189A5B-7F9F-426E-8464-CA26B8B3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Adoption Taxpayer ID (ATIN)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Emma Lewis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1890 Willow Valley Boulevard,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905-93-1105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Grace Anderson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1927 Maple Valley Boulevard,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906-93-1106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Charlotte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1964 River Valley Boulevard,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907-93-1107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Isabella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2001 Meadow Valley Boulevard,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908-93-1108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Emma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2038 Highland Valley Boulevard,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909-93-1109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Grace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2075 Sunset Valley Boulevard,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910-93-1110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Nathan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2112 Pine Valley Boulevard,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911-93-1111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Isabella Lewis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2149 Lake Valley Boulevard,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912-93-1112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Emma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2186 Forest Valley Boulevard,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913-93-1113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Grace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2223 Silver Spring Boulevard,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914-93-1114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Charlotte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2260 Golden Spring Boulevard,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915-93-1115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Isabella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2297 Cedar Spring Boulevard,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916-93-1116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Emma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2334 Willow Spring Boulevard,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917-93-1117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Grace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2371 Maple Spring Boulevard,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918-93-1118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Charlotte Lewis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2408 River Spring Boulevard,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919-93-1119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11A5ACB8-2A1C-4FE6-B29C-AE7FE8A4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9EC59912-35AF-422B-8E7F-095F01F7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451552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83A9CB40-076E-4D23-8DD6-B64BB6AD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Adoption Taxpayer ID (ATIN)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Isabella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2445 Meadow Spring Boulevard,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920-93-1120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Emma Allen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2482 Highland Spring Boulevard,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921-93-1121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Grace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2519 Sunset Spring Boulevard,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922-93-1122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Charlotte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2556 Pine Spring Boulevard,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923-93-1123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Isabella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2593 Lake Spring Boulevard,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924-93-1124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Emma Moore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2630 Forest Spring Boulevard,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925-93-1125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Samuel Lewis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2667 Silver Oak Lane,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926-93-1126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Henry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2704 Golden Oak Lane,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927-93-1127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Mason Allen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2741 Cedar Oak Lane,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928-93-1128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Liam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2778 Willow Oak Lane,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929-93-1129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Emma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2815 Maple Oak Lane,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930-93-1130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Henry Martinez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2852 River Oak Lane,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931-93-1131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Mason Moore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2889 Meadow Oak Lane,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932-93-1132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Liam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2926 Highland Oak Lane,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933-93-1133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Samuel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2963 Sunset Oak Lane,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934-93-1134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43EE8DA1-AE30-4121-B1AA-B4DAD833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BB00DF4F-BF70-4884-93A0-D5444EF4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126138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B30989D9-1F65-4F78-AB0E-4614BD30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Adoption Taxpayer ID (ATIN)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Henry Allen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3000 Pine Oak Lane,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935-93-1135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Mason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3037 Lake Oak Lane,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936-93-1136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Liam Davis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3074 Forest Oak Lane,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937-93-1137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Samuel Martinez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3111 Silver Ridge Lane,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938-93-1138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Henry Moore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3148 Golden Ridge Lane,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939-93-1139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Mason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3185 Cedar Ridge Lane,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940-93-1140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Liam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3222 Willow Ridge Lane,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941-93-1141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Samuel Allen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3259 Maple Ridge Lane,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942-93-1142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Henry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3296 River Ridge Lane,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943-93-1143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Mason Davis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3333 Meadow Ridge Lane,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944-93-1144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Liam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3370 Highland Ridge Lane,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945-93-1145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Samuel Moore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3407 Sunset Ridge Lane,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946-93-1146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Henry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3444 Pine Ridge Lane,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947-93-1147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Mason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3481 Lake Ridge Lane,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948-93-1148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Liam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3518 Forest Ridge Lane,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949-93-1149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CD9356A6-C3B0-4964-8473-6AB36D2E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777FDEA6-5F05-4831-9BB1-80AE9FEE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787492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2026-07-30T10:49:17.0830000Z</dcterms:created>
  <dcterms:modified xsi:type="dcterms:W3CDTF">2026-07-30T10:49:17.0830000Z</dcterms:modified>
</coreProperties>
</file>
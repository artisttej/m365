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b6ade11d3e4497" /><Relationship Type="http://schemas.openxmlformats.org/officeDocument/2006/relationships/extended-properties" Target="/docProps/app.xml" Id="R63b3c437879644dc" /><Relationship Type="http://schemas.openxmlformats.org/officeDocument/2006/relationships/officeDocument" Target="/ppt/presentation.xml" Id="R9fdd080980d447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672ab42d3446d3"/>
  </p:sldMasterIdLst>
  <p:notesMasterIdLst>
    <p:notesMasterId xmlns:r="http://schemas.openxmlformats.org/officeDocument/2006/relationships" r:id="R303f587197b445cc"/>
  </p:notesMasterIdLst>
  <p:sldIdLst>
    <p:sldId xmlns:r="http://schemas.openxmlformats.org/officeDocument/2006/relationships" id="256" r:id="R4175ecf5a5f24688"/>
    <p:sldId xmlns:r="http://schemas.openxmlformats.org/officeDocument/2006/relationships" id="257" r:id="Ra7cbed944d584e79"/>
    <p:sldId xmlns:r="http://schemas.openxmlformats.org/officeDocument/2006/relationships" id="258" r:id="R31b455ac48e7436e"/>
    <p:sldId xmlns:r="http://schemas.openxmlformats.org/officeDocument/2006/relationships" id="259" r:id="R94aa332e67514620"/>
    <p:sldId xmlns:r="http://schemas.openxmlformats.org/officeDocument/2006/relationships" id="260" r:id="R70174bdc4c744669"/>
    <p:sldId xmlns:r="http://schemas.openxmlformats.org/officeDocument/2006/relationships" id="261" r:id="R52928b790b5d4d74"/>
    <p:sldId xmlns:r="http://schemas.openxmlformats.org/officeDocument/2006/relationships" id="262" r:id="R27f674531b7140a4"/>
    <p:sldId xmlns:r="http://schemas.openxmlformats.org/officeDocument/2006/relationships" id="263" r:id="R6fa8642278564810"/>
    <p:sldId xmlns:r="http://schemas.openxmlformats.org/officeDocument/2006/relationships" id="264" r:id="R87a3054adddb4afa"/>
    <p:sldId xmlns:r="http://schemas.openxmlformats.org/officeDocument/2006/relationships" id="265" r:id="R7935674de71c4b70"/>
    <p:sldId xmlns:r="http://schemas.openxmlformats.org/officeDocument/2006/relationships" id="266" r:id="Re3d409c632e64e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0e96e0d8af4cba" /><Relationship Type="http://schemas.openxmlformats.org/officeDocument/2006/relationships/slideMaster" Target="/ppt/slideMasters/slideMaster1.xml" Id="Ra9672ab42d3446d3" /><Relationship Type="http://schemas.openxmlformats.org/officeDocument/2006/relationships/notesMaster" Target="/ppt/notesMasters/notesMaster1.xml" Id="R303f587197b445cc" /><Relationship Type="http://schemas.openxmlformats.org/officeDocument/2006/relationships/presProps" Target="/ppt/presProps.xml" Id="Ra8ed38603db048d7" /><Relationship Type="http://schemas.openxmlformats.org/officeDocument/2006/relationships/tableStyles" Target="/ppt/tableStyles.xml" Id="R7e1b2cd3471f4f9c" /><Relationship Type="http://schemas.openxmlformats.org/officeDocument/2006/relationships/slide" Target="/ppt/slides/slide1.xml" Id="R4175ecf5a5f24688" /><Relationship Type="http://schemas.openxmlformats.org/officeDocument/2006/relationships/slide" Target="/ppt/slides/slide2.xml" Id="Ra7cbed944d584e79" /><Relationship Type="http://schemas.openxmlformats.org/officeDocument/2006/relationships/slide" Target="/ppt/slides/slide3.xml" Id="R31b455ac48e7436e" /><Relationship Type="http://schemas.openxmlformats.org/officeDocument/2006/relationships/slide" Target="/ppt/slides/slide4.xml" Id="R94aa332e67514620" /><Relationship Type="http://schemas.openxmlformats.org/officeDocument/2006/relationships/slide" Target="/ppt/slides/slide5.xml" Id="R70174bdc4c744669" /><Relationship Type="http://schemas.openxmlformats.org/officeDocument/2006/relationships/slide" Target="/ppt/slides/slide6.xml" Id="R52928b790b5d4d74" /><Relationship Type="http://schemas.openxmlformats.org/officeDocument/2006/relationships/slide" Target="/ppt/slides/slide7.xml" Id="R27f674531b7140a4" /><Relationship Type="http://schemas.openxmlformats.org/officeDocument/2006/relationships/slide" Target="/ppt/slides/slide8.xml" Id="R6fa8642278564810" /><Relationship Type="http://schemas.openxmlformats.org/officeDocument/2006/relationships/slide" Target="/ppt/slides/slide9.xml" Id="R87a3054adddb4afa" /><Relationship Type="http://schemas.openxmlformats.org/officeDocument/2006/relationships/slide" Target="/ppt/slides/slide10.xml" Id="R7935674de71c4b70" /><Relationship Type="http://schemas.openxmlformats.org/officeDocument/2006/relationships/slide" Target="/ppt/slides/slide11.xml" Id="Re3d409c632e64e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2c7c511f2e4a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a5bc3963514648" /><Relationship Type="http://schemas.openxmlformats.org/officeDocument/2006/relationships/notesMaster" Target="/ppt/notesMasters/notesMaster1.xml" Id="R205a90416bd247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8e493e08324212" /><Relationship Type="http://schemas.openxmlformats.org/officeDocument/2006/relationships/notesMaster" Target="/ppt/notesMasters/notesMaster1.xml" Id="R7938aef15c254c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b6b629c3ec4446" /><Relationship Type="http://schemas.openxmlformats.org/officeDocument/2006/relationships/notesMaster" Target="/ppt/notesMasters/notesMaster1.xml" Id="R480c17a0c96942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040f8e2b3b4de9" /><Relationship Type="http://schemas.openxmlformats.org/officeDocument/2006/relationships/notesMaster" Target="/ppt/notesMasters/notesMaster1.xml" Id="R010a8f3b092c4f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6b20e7914b4295" /><Relationship Type="http://schemas.openxmlformats.org/officeDocument/2006/relationships/notesMaster" Target="/ppt/notesMasters/notesMaster1.xml" Id="R65b78fa696d64c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36907f1712420f" /><Relationship Type="http://schemas.openxmlformats.org/officeDocument/2006/relationships/notesMaster" Target="/ppt/notesMasters/notesMaster1.xml" Id="R6a9b858a2d6f4a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8197fe13d84fc4" /><Relationship Type="http://schemas.openxmlformats.org/officeDocument/2006/relationships/notesMaster" Target="/ppt/notesMasters/notesMaster1.xml" Id="R229f7d6b308e48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40d9760b0c4798" /><Relationship Type="http://schemas.openxmlformats.org/officeDocument/2006/relationships/notesMaster" Target="/ppt/notesMasters/notesMaster1.xml" Id="R23609cb765d446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e7fb48457b410e" /><Relationship Type="http://schemas.openxmlformats.org/officeDocument/2006/relationships/notesMaster" Target="/ppt/notesMasters/notesMaster1.xml" Id="R38f1adb734bc46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fdcbd96edc4580" /><Relationship Type="http://schemas.openxmlformats.org/officeDocument/2006/relationships/notesMaster" Target="/ppt/notesMasters/notesMaster1.xml" Id="R22c11e24f62349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d103f6d52d4477" /><Relationship Type="http://schemas.openxmlformats.org/officeDocument/2006/relationships/notesMaster" Target="/ppt/notesMasters/notesMaster1.xml" Id="Rea85a27b8ee641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ff2e0231b4f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9e739b465e4054" /><Relationship Type="http://schemas.openxmlformats.org/officeDocument/2006/relationships/slideLayout" Target="/ppt/slideLayouts/slideLayout1.xml" Id="Rb83e4da152364d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3e4da152364d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9491c636c4b72" /><Relationship Type="http://schemas.openxmlformats.org/officeDocument/2006/relationships/notesSlide" Target="/ppt/notesSlides/notesSlide1.xml" Id="R07dd0111dd8f42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b3de7e71445fd" /><Relationship Type="http://schemas.openxmlformats.org/officeDocument/2006/relationships/notesSlide" Target="/ppt/notesSlides/notesSlide2.xml" Id="R1b3ccab566cc4c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e7ad61d864d7d" /><Relationship Type="http://schemas.openxmlformats.org/officeDocument/2006/relationships/notesSlide" Target="/ppt/notesSlides/notesSlide3.xml" Id="Rfcd769df6a2d4c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9e1f45bf8496c" /><Relationship Type="http://schemas.openxmlformats.org/officeDocument/2006/relationships/notesSlide" Target="/ppt/notesSlides/notesSlide4.xml" Id="Re875512e997248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4ed15e0f0473e" /><Relationship Type="http://schemas.openxmlformats.org/officeDocument/2006/relationships/notesSlide" Target="/ppt/notesSlides/notesSlide5.xml" Id="Rff8e09b8da1d45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df1f34b7a4f20" /><Relationship Type="http://schemas.openxmlformats.org/officeDocument/2006/relationships/notesSlide" Target="/ppt/notesSlides/notesSlide6.xml" Id="R8d7d6a1286a84e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2e55452d948d1" /><Relationship Type="http://schemas.openxmlformats.org/officeDocument/2006/relationships/notesSlide" Target="/ppt/notesSlides/notesSlide7.xml" Id="R9f04784142904a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167a60a774800" /><Relationship Type="http://schemas.openxmlformats.org/officeDocument/2006/relationships/notesSlide" Target="/ppt/notesSlides/notesSlide8.xml" Id="R0b01a7e033c543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0c57e32f5464a" /><Relationship Type="http://schemas.openxmlformats.org/officeDocument/2006/relationships/notesSlide" Target="/ppt/notesSlides/notesSlide9.xml" Id="R019324712e1e4d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4d09eb6244237" /><Relationship Type="http://schemas.openxmlformats.org/officeDocument/2006/relationships/notesSlide" Target="/ppt/notesSlides/notesSlide10.xml" Id="R3063a06a7d0f4d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bee02a0f2445a" /><Relationship Type="http://schemas.openxmlformats.org/officeDocument/2006/relationships/notesSlide" Target="/ppt/notesSlides/notesSlide11.xml" Id="Rf1c5157da7f247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459BCAB8-EAEB-426F-AAA8-551E2EF1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34657E-281E-45FC-9BA6-8581084E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Permanent Account Number (PAN)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A9805B0-1688-4D50-B762-D1F4F646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57F7A2FF-193D-4C66-A4B2-6BB7188D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3233596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91838328-12EA-4737-984F-B81F4DCF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Permanent Account Number (PAN)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Riya Vihaan Reddy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7, 6509 Lotus Enclave Marg, Pune, Maharashtra 411001,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AARPS1000A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Aman Kabir Sharma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8, 6546 Mango Enclave Marg, Mumbai, Maharashtra 400001,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AADPM1001B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Neha Aarav Khanna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9, 6583 Narmada Enclave Marg, Ahmedabad, Gujarat 380001,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VIVPK1002C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Karan Aman Singh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10, 6620 Peepal Enclave Marg, Chennai, Tamil Nadu 600001,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ANAPS1003D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Priya Vihaan Menon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11, 6657 Saffron Enclave Marg, Chandigarh, Chandigarh 160017,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ARJPG1004E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Rahul Kabir Malhotra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12, 6694 Yamuna Enclave Marg, Jaipur, Rajasthan 302001,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DIYPJ1005F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Nisha Aarav Sethi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13, 6731 Ashoka Garden Marg, New Delhi, Delhi 110001,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KABPS1006G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Vihaan Aman Reddy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14, 6768 Banyan Garden Marg, Hyderabad, Telangana 500001,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ISHPV1007H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Kavya Vihaan Sharma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15, 6805 Cauvery Garden Marg, Bengaluru, Karnataka 560001,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ROHPI1008I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Aditya Kabir Khanna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16, 6842 Gulmohar Garden Marg, Lucknow, Uttar Pradesh 226001,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MEEPB1009J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Meera Aarav Gupta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17, 6879 Jasmine Garden Marg, Kolkata, West Bengal 700001,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ADIPA1010K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Rohan Aman Menon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18, 6916 Kaveri Garden Marg, Kochi, Kerala 682001,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KAVPM1011L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Ishita Vihaan Malhotra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19, 6953 Lotus Garden Marg, Pune, Maharashtra 411001,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VIHPB1012M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Kabir Nisha Sethi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20, 6990 Mango Garden Marg, Mumbai, Maharashtra 400001,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NISPA1013N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Diya Aarav Joshi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21, 7027 Narmada Garden Marg, Ahmedabad, Gujarat 380001,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RAHPP1014O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61A0389F-0DED-40B0-8D72-BEF90C4D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C26204D3-5451-4770-AAE7-B028A56B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53217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0B6F473E-B1B2-48BA-88EC-38505F76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Permanent Account Number (PAN)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Arjun Aman Sharma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22, 7064 Peepal Garden Marg, Chennai, Tamil Nadu 600001,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PRIPN1015P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Ananya Vihaan Khanna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23, 7101 Saffron Garden Marg, Chandigarh, Chandigarh 160017,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KARPD1016Q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Vivaan Kabir Gupta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24, 7138 Yamuna Garden Marg, Jaipur, Rajasthan 302001,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NEHPK1017R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Aadhya Aarav Saxena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25, 7175 Ashoka Heights Marg, New Delhi, Delhi 110001,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AMAPK1018S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Aarav Aman Malhotra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26, 7212 Banyan Heights Marg, Hyderabad, Telangana 500001,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RIYPC1019T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Simran Kavya Sethi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27, 7249 Cauvery Heights Marg, Bengaluru, Karnataka 560001,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DEVPR1020U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Sahil Diya Joshi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28, 7286 Gulmohar Heights Marg, Lucknow, Uttar Pradesh 226001,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TARPS1021V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Tara Simran Sharma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29, 7323 Jasmine Heights Marg, Kolkata, West Bengal 700001,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SAHPR1022W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Dev Neha Khanna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30, 7360 Kaveri Heights Marg, Kochi, Kerala 682001,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SIMPM1023X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Riya Kavya Gupta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31, 7397 Lotus Heights Marg, Pune, Maharashtra 411001,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AARPV1024Y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Aman Diya Saxena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32, 7434 Mango Heights Marg, Mumbai, Maharashtra 400001,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AADPI1025Z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Neha Simran Malhotra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33, 7471 Narmada Heights Marg, Ahmedabad, Gujarat 380001,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VIVPB1026A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Karan Neha Sethi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34, 7508 Peepal Heights Marg, Chennai, Tamil Nadu 600001,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ANAPA1027B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Priya Kavya Joshi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35, 7545 Saffron Heights Marg, Chandigarh, Chandigarh 160017,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ARJPM1028C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Rahul Diya Verma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36, 7582 Yamuna Heights Marg, Jaipur, Rajasthan 302001,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DIYPB1029D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5F0A26DC-4E53-4DE5-A0DB-E73678CB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AC1C090A-932F-4FF8-B787-BEA50CF0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232281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82C4A721-BD6A-4BA6-87EB-5D126D2E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Permanent Account Number (PAN)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Nisha Simran Khanna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37, 7619 Ashoka Nagar Marg, New Delhi, Delhi 110001,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KABPA1030E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Vihaan Neha Gupta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38, 7656 Banyan Nagar Marg, Hyderabad, Telangana 500001,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ISHPP1031F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Kavya Aman Saxena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39, 7693 Cauvery Nagar Marg, Bengaluru, Karnataka 560001,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ROHPN1032G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Aditya Diya Iyer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40, 7730 Gulmohar Nagar Marg, Lucknow, Uttar Pradesh 226001,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MEEPD1033H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Meera Simran Sethi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41, 7767 Jasmine Nagar Marg, Kolkata, West Bengal 700001,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ADIPK1034I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Rohan Neha Joshi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42, 7804 Kaveri Nagar Marg, Kochi, Kerala 682001,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KAVPK1035J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Ishita Kavya Verma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43, 7841 Lotus Nagar Marg, Pune, Maharashtra 411001,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VIHPC1036K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Kabir Diya Bhatia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44, 7878 Mango Nagar Marg, Mumbai, Maharashtra 400001,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NISPR1037L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Diya Simran Gupta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45, 7915 Narmada Nagar Marg, Ahmedabad, Gujarat 380001,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RAHPS1038M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Arjun Neha Saxena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46, 7952 Peepal Nagar Marg, Chennai, Tamil Nadu 600001,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PRIPR1039N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Ananya Kavya Iyer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47, 7989 Saffron Nagar Marg, Chandigarh, Chandigarh 160017,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KARPM1040O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Vivaan Diya Arora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48, 8026 Yamuna Nagar Marg, Jaipur, Rajasthan 302001,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NEHPS1041P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Aadhya Simran Joshi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49, 8063 Ashoka Park Marg, New Delhi, Delhi 110001,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AMAPM1042Q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Aarav Neha Verma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50, 8100 Banyan Park Marg, Hyderabad, Telangana 500001,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RIYPK1043R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Simran Aditya Bhatia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51, 8137 Cauvery Park Marg, Bengaluru, Karnataka 560001,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DEVPS1044S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9C8ED6A0-83C5-4F1B-B3B4-D43544EC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BD9A28F7-471E-448D-8490-5E66DFB7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433308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FAB22C98-8231-4FFB-BFF4-6A05F35B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Permanent Account Number (PAN)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Sahil Arjun Mehta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52, 8174 Gulmohar Park Marg, Lucknow, Uttar Pradesh 226001,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TARPG1045T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Tara Sahil Saxena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53, 8211 Jasmine Park Marg, Kolkata, West Bengal 700001,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SAHPJ1046U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Dev Karan Iyer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54, 8248 Kaveri Park Marg, Kochi, Kerala 682001,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SIMPS1047V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Riya Aditya Arora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55, 8285 Lotus Park Marg, Pune, Maharashtra 411001,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AARPP1048W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Aman Arjun Bose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56, 8322 Mango Park Marg, Mumbai, Maharashtra 400001,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AADPN1049X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Neha Sahil Verma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57, 8359 Narmada Park Marg, Ahmedabad, Gujarat 380001,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VIVPD1050Y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Karan Simran Bhatia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58, 8396 Peepal Park Marg, Chennai, Tamil Nadu 600001,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ANAPK1051Z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Priya Aditya Mehta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59, 8433 Saffron Park Marg, Chandigarh, Chandigarh 160017,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ARJPK1052A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Rahul Arjun Agarwal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60, 8470 Yamuna Park Marg, Jaipur, Rajasthan 302001,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DIYPC1053B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Nisha Sahil Iyer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61, 8507 Ashoka Vihar Marg, New Delhi, Delhi 110001,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KABPR1054C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Vihaan Karan Arora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62, 8544 Banyan Vihar Marg, Hyderabad, Telangana 500001,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ISHPS1055D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Kavya Aditya Bose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63, 8581 Cauvery Vihar Marg, Bengaluru, Karnataka 560001,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ROHPR1056E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Aditya Arjun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64, 8618 Gulmohar Vihar Marg, Lucknow, Uttar Pradesh 226001,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MEEPM1057F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Meera Sahil Bhatia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65, 8655 Jasmine Vihar Marg, Kolkata, West Bengal 700001,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ADIPS1058G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Rohan Karan Mehta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66, 8692 Kaveri Vihar Marg, Kochi, Kerala 682001,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KAVPM1059H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2EFE3D5B-F0D1-48FD-8F48-F76B258B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C5ECA00F-AF78-4BAC-AB2F-43F3A925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369590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2B9E11C1-9922-446C-A483-3FFF373D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Permanent Account Number (PAN)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Ishita Aditya Agarwal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67, 8729 Lotus Vihar Marg, Pune, Maharashtra 411001,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VIHPK1060I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Kabir Arjun Nair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68, 8766 Mango Vihar Marg, Mumbai, Maharashtra 400001,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NISPS1061J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Diya Sahil Arora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69, 8803 Narmada Vihar Marg, Ahmedabad, Gujarat 380001,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RAHPG1062K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Arjun Karan Bose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70, 8840 Peepal Vihar Marg, Chennai, Tamil Nadu 600001,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PRIPJ1063L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Ananya Aditya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71, 8877 Saffron Vihar Marg, Chandigarh, Chandigarh 160017,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KARPS1064M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Vivaan Arjun Desai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72, 8914 Yamuna Vihar Marg, Jaipur, Rajasthan 302001,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NEHPV1065N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Aadhya Sahil Mehta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8951 Ashoka View Marg, New Delhi, Delhi 110001,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AMAPI1066O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Aarav Karan Agarwal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8988 Banyan View Marg, Hyderabad, Telangana 500001,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RIYPB1067P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Simran Meera Nair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9025 Cauvery View Marg, Bengaluru, Karnataka 560001,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DEVPA1068Q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Sahil Ananya Kohli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9062 Gulmohar View Marg, Lucknow, Uttar Pradesh 226001,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TARPM1069R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Tara Arjun Bose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9099 Jasmine View Marg, Kolkata, West Bengal 700001,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SAHPB1070S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Dev Priya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9136 Kaveri View Marg, Kochi, Kerala 682001,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SIMPA1071T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Riya Meera Desai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7, 9173 Lotus View Marg, Pune, Maharashtra 411001,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AARPS1072U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Aman Ananya Kapoor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8, 9210 Mango View Marg, Mumbai, Maharashtra 400001,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AADPR1073V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Neha Tara Agarwal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9, 9247 Narmada View Marg, Ahmedabad, Gujarat 380001,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VIVPM1074W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783E42A1-BAED-4533-9970-F54BA720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A2FD67A4-9114-4DB5-B243-0CA36E2E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068852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1AC54BD5-4058-4481-9AEC-953D5A76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Permanent Account Number (PAN)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Karan Priya Nair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10, 9284 Peepal View Marg, Chennai, Tamil Nadu 600001,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ANAPS1075X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Priya Meera Kohli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11, 9321 Saffron View Marg, Chandigarh, Chandigarh 160017,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ARJPM1076Y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Rahul Ananya Chopra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12, 9358 Yamuna View Marg, Jaipur, Rajasthan 302001,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DIYPK1077Z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Nisha Tara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13, 9395 Ashoka Colony Marg, New Delhi, Delhi 110001,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KABPS1078A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Vihaan Priya Desai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14, 9432 Banyan Colony Marg, Hyderabad, Telangana 500001,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ISHPG1079B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Kavya Meera Kapoor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15, 9469 Cauvery Colony Marg, Bengaluru, Karnataka 560001,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ROHPJ1080C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Aditya Ananya Rao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16, 9506 Gulmohar Colony Marg, Lucknow, Uttar Pradesh 226001,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MEEPS1081D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Meera Tara Nair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17, 9543 Jasmine Colony Marg, Kolkata, West Bengal 700001,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ADIPV1082E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Rohan Priya Kohli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18, 9580 Kaveri Colony Marg, Kochi, Kerala 682001,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KAVPI1083F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Ishita Meera Chopra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19, 9617 Lotus Colony Marg, Pune, Maharashtra 411001,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VIHPB1084G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Kabir Ananya Singh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20, 9654 Mango Colony Marg, Mumbai, Maharashtra 400001,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NISPA1085H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Diya Tara Desai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21, 9691 Narmada Colony Marg, Ahmedabad, Gujarat 380001,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RAHPM1086I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Arjun Priya Kapoor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22, 9728 Peepal Colony Marg, Chennai, Tamil Nadu 600001,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PRIPB1087J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Ananya Meera Rao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23, 9765 Saffron Colony Marg, Chandigarh, Chandigarh 160017,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KARPA1088K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Vivaan Ananya Reddy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24, 9802 Yamuna Colony Marg, Jaipur, Rajasthan 302001,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NEHPP1089L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9507503D-D0AE-4006-AEB4-AEA04F2C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6B795837-E64A-42AB-9EC1-B4D8E22A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766474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264B9E43-E643-4C7C-A96A-1B180C6D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Permanent Account Number (PAN)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Aadhya Tara Kohli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25, 9839 Ashoka Residency Marg, New Delhi, Delhi 110001,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AMAPN1090M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Aarav Priya Chopra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26, 9876 Banyan Residency Marg, Hyderabad, Telangana 500001,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RIYPD1091N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Simran Rohan Singh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27, 33 Cauvery Residency Marg, Bengaluru, Karnataka 560001,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DEVPK1092O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Sahil Vivaan Menon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28, 70 Gulmohar Residency Marg, Lucknow, Uttar Pradesh 226001,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TARPK1093P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Tara Dev Kapoor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29, 107 Jasmine Residency Marg, Kolkata, West Bengal 700001,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SAHPC1094Q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Dev Rahul Rao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30, 144 Kaveri Residency Marg, Kochi, Kerala 682001,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SIMPR1095R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Riya Rohan Reddy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31, 181 Lotus Residency Marg, Pune, Maharashtra 411001,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AARPG1096S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Aman Vivaan Sharma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32, 218 Mango Residency Marg, Mumbai, Maharashtra 400001,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AADPJ1097T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Neha Dev Chopra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33, 255 Narmada Residency Marg, Ahmedabad, Gujarat 380001,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VIVPS1098U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Karan Rahul Singh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34, 292 Peepal Residency Marg, Chennai, Tamil Nadu 600001,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ANAPV1099V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Priya Rohan Menon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35, 329 Saffron Residency Marg, Chandigarh, Chandigarh 160017,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ARJPI1100W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Rahul Vivaan Malhotra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36, 366 Yamuna Residency Marg, Jaipur, Rajasthan 302001,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DIYPB1101X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Nisha Dev Rao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37, 403 Ashoka Square Marg, New Delhi, Delhi 110001,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KABPA1102Y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Vihaan Rahul Reddy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38, 440 Banyan Square Marg, Hyderabad, Telangana 500001,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ISHPM1103Z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Kavya Rohan Sharma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39, 477 Cauvery Square Marg, Bengaluru, Karnataka 560001,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ROHPB1104A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67C959E5-71D7-464C-972B-C427E6D5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7CEC6845-A99D-4D05-9CBB-FB87BB75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619092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63770FAE-8259-42D8-8A61-FDF955F3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Permanent Account Number (PAN)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Aditya Vivaan Khanna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40, 514 Gulmohar Square Marg, Lucknow, Uttar Pradesh 226001,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MEEPA1105B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Meera Dev Singh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41, 551 Jasmine Square Marg, Kolkata, West Bengal 700001,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ADIPP1106C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Rohan Rahul Menon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42, 588 Kaveri Square Marg, Kochi, Kerala 682001,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KAVPN1107D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Ishita Rohan Malhotra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43, 625 Lotus Square Marg, Pune, Maharashtra 411001,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VIHPD1108E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Kabir Vivaan Sethi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44, 662 Mango Square Marg, Mumbai, Maharashtra 400001,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NISPK1109F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Diya Dev Reddy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45, 699 Narmada Square Marg, Ahmedabad, Gujarat 380001,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RAHPK1110G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Arjun Rahul Sharma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46, 736 Peepal Square Marg, Chennai, Tamil Nadu 600001,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PRIPC1111H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Ananya Rohan Khanna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47, 773 Saffron Square Marg, Chandigarh, Chandigarh 160017,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KARPR1112I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Vivaan Meera Gupta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48, 810 Yamuna Square Marg, Jaipur, Rajasthan 302001,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NEHPS1113J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Aadhya Dev Menon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49, 847 Ashoka Terrace Marg, New Delhi, Delhi 110001,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AMAPR1114K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Aarav Rahul Malhotra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50, 884 Banyan Terrace Marg, Hyderabad, Telangana 500001,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RIYPM1115L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Simran Ishita Sethi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51, 921 Cauvery Terrace Marg, Bengaluru, Karnataka 560001,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DEVPS1116M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Sahil Aadhya Joshi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52, 958 Gulmohar Terrace Marg, Lucknow, Uttar Pradesh 226001,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TARPM1117N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Tara Riya Sharma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53, 995 Jasmine Terrace Marg, Kolkata, West Bengal 700001,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SAHPK1118O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Dev Nisha Khanna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54, 1032 Kaveri Terrace Marg, Kochi, Kerala 682001,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SIMPS1119P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FD14B5AC-FF93-4179-BA4D-841F0F10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693C12A6-C09B-4168-9BEB-53334950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792032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742FED9D-91F5-4C70-A625-FA4D4E05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Permanent Account Number (PAN)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Riya Ishita Gupta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55, 1069 Lotus Terrace Marg, Pune, Maharashtra 411001,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AARPM1120Q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Aman Aadhya Saxena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56, 1106 Mango Terrace Marg, Mumbai, Maharashtra 400001,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AADPB1121R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Neha Riya Malhotra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57, 1143 Narmada Terrace Marg, Ahmedabad, Gujarat 380001,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VIVPA1122S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Karan Nisha Sethi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58, 1180 Peepal Terrace Marg, Chennai, Tamil Nadu 600001,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ANAPP1123T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Priya Ishita Joshi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59, 1217 Saffron Terrace Marg, Chandigarh, Chandigarh 160017,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ARJPN1124U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Rahul Aadhya Verma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60, 1254 Yamuna Terrace Marg, Jaipur, Rajasthan 302001,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DIYPD1125V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Nisha Riya Khanna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61, 1291 Ashoka Valley Marg, New Delhi, Delhi 110001,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KABPK1126W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Vihaan Nisha Gupta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62, 1328 Banyan Valley Marg, Hyderabad, Telangana 500001,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ISHPK1127X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Kavya Ishita Saxena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63, 1365 Cauvery Valley Marg, Bengaluru, Karnataka 560001,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ROHPC1128Y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Aditya Aadhya Iyer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64, 1402 Gulmohar Valley Marg, Lucknow, Uttar Pradesh 226001,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MEEPR1129Z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Meera Riya Sethi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65, 1439 Jasmine Valley Marg, Kolkata, West Bengal 700001,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ADIPS1130A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Rohan Nisha Joshi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66, 1476 Kaveri Valley Marg, Kochi, Kerala 682001,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KAVPR1131B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Ishita Rahul Verma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67, 1513 Lotus Valley Marg, Pune, Maharashtra 411001,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VIHPM1132C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Kabir Aadhya Bhatia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68, 1550 Mango Valley Marg, Mumbai, Maharashtra 400001,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NISPS1133D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Diya Riya Gupta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69, 1587 Narmada Valley Marg, Ahmedabad, Gujarat 380001,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RAHPM1134E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30DF1AF1-5B14-4F60-9E13-0B2D856D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A0B926A4-0955-4FBC-B38B-97227A56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005091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0C447DB9-62EB-4443-8422-906CDAFA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Permanent Account Number (PAN)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Arjun Nisha Saxena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70, 1624 Peepal Valley Marg, Chennai, Tamil Nadu 600001,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PRIPK1135F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Ananya Ishita Iyer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71, 1661 Saffron Valley Marg, Chandigarh, Chandigarh 160017,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KARPS1136G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Vivaan Aadhya Arora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72, 1698 Yamuna Valley Marg, Jaipur, Rajasthan 302001,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NEHPG1137H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Aadhya Riya Joshi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1735 Ashoka Enclave Avenue, New Delhi, Delhi 110001,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AMAPJ1138I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Aarav Nisha Verma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1772 Banyan Enclave Avenue, Hyderabad, Telangana 500001,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RIYPS1139J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Simran Kabir Bhatia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1809 Cauvery Enclave Avenue, Bengaluru, Karnataka 560001,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DEVPV1140K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Sahil Aarav Mehta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1846 Gulmohar Enclave Avenue, Lucknow, Uttar Pradesh 226001,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TARPI1141L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Tara Aman Saxena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1883 Jasmine Enclave Avenue, Kolkata, West Bengal 700001,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SAHPB1142M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Dev Vihaan Iyer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1920 Kaveri Enclave Avenue, Kochi, Kerala 682001,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SIMPA1143N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Riya Kabir Arora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7, 1957 Lotus Enclave Avenue, Pune, Maharashtra 411001,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AARPK1144O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Aman Aarav Bose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8, 1994 Mango Enclave Avenue, Mumbai, Maharashtra 400001,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AADPC1145P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Neha Aman Verma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9, 2031 Narmada Enclave Avenue, Ahmedabad, Gujarat 380001,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VIVPR1146Q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Karan Vihaan Bhatia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10, 2068 Peepal Enclave Avenue, Chennai, Tamil Nadu 600001,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ANAPS1147R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Priya Kabir Mehta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11, 2105 Saffron Enclave Avenue, Chandigarh, Chandigarh 160017,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ARJPR1148S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Rahul Aarav Agarwal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12, 2142 Yamuna Enclave Avenue, Jaipur, Rajasthan 302001,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DIYPM1149T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2663D985-DD3B-43F3-A511-6ACB44E4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1DE24616-B385-4750-90F4-A269BD03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39614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2026-07-30T10:49:31.6380000Z</dcterms:created>
  <dcterms:modified xsi:type="dcterms:W3CDTF">2026-07-30T10:49:31.6380000Z</dcterms:modified>
</coreProperties>
</file>
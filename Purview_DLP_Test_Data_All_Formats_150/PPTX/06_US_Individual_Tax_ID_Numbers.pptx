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967cb1ae8482e" /><Relationship Type="http://schemas.openxmlformats.org/officeDocument/2006/relationships/extended-properties" Target="/docProps/app.xml" Id="Rf9b609c231ea4952" /><Relationship Type="http://schemas.openxmlformats.org/officeDocument/2006/relationships/officeDocument" Target="/ppt/presentation.xml" Id="Rfbc8d71682c442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64548034f7451c"/>
  </p:sldMasterIdLst>
  <p:notesMasterIdLst>
    <p:notesMasterId xmlns:r="http://schemas.openxmlformats.org/officeDocument/2006/relationships" r:id="R5dabdcafb4d04aab"/>
  </p:notesMasterIdLst>
  <p:sldIdLst>
    <p:sldId xmlns:r="http://schemas.openxmlformats.org/officeDocument/2006/relationships" id="256" r:id="R31002b6ad4b6433b"/>
    <p:sldId xmlns:r="http://schemas.openxmlformats.org/officeDocument/2006/relationships" id="257" r:id="Rbc5f3f7ce7424c9b"/>
    <p:sldId xmlns:r="http://schemas.openxmlformats.org/officeDocument/2006/relationships" id="258" r:id="Rcd06edf695d14d44"/>
    <p:sldId xmlns:r="http://schemas.openxmlformats.org/officeDocument/2006/relationships" id="259" r:id="R114f3c9c0f144922"/>
    <p:sldId xmlns:r="http://schemas.openxmlformats.org/officeDocument/2006/relationships" id="260" r:id="Rc9f7fc2977c64ab7"/>
    <p:sldId xmlns:r="http://schemas.openxmlformats.org/officeDocument/2006/relationships" id="261" r:id="R638e4cb900e447f0"/>
    <p:sldId xmlns:r="http://schemas.openxmlformats.org/officeDocument/2006/relationships" id="262" r:id="R3fe8128e4e5a4f1b"/>
    <p:sldId xmlns:r="http://schemas.openxmlformats.org/officeDocument/2006/relationships" id="263" r:id="Rf4e48654e8cf49a1"/>
    <p:sldId xmlns:r="http://schemas.openxmlformats.org/officeDocument/2006/relationships" id="264" r:id="Re1d57d66a6744120"/>
    <p:sldId xmlns:r="http://schemas.openxmlformats.org/officeDocument/2006/relationships" id="265" r:id="R3d7671926daa41ef"/>
    <p:sldId xmlns:r="http://schemas.openxmlformats.org/officeDocument/2006/relationships" id="266" r:id="R3ba0ec21402047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687d341a324374" /><Relationship Type="http://schemas.openxmlformats.org/officeDocument/2006/relationships/slideMaster" Target="/ppt/slideMasters/slideMaster1.xml" Id="Rd964548034f7451c" /><Relationship Type="http://schemas.openxmlformats.org/officeDocument/2006/relationships/notesMaster" Target="/ppt/notesMasters/notesMaster1.xml" Id="R5dabdcafb4d04aab" /><Relationship Type="http://schemas.openxmlformats.org/officeDocument/2006/relationships/presProps" Target="/ppt/presProps.xml" Id="Rcb2877121d604a23" /><Relationship Type="http://schemas.openxmlformats.org/officeDocument/2006/relationships/tableStyles" Target="/ppt/tableStyles.xml" Id="R1cbdee54539845cd" /><Relationship Type="http://schemas.openxmlformats.org/officeDocument/2006/relationships/slide" Target="/ppt/slides/slide1.xml" Id="R31002b6ad4b6433b" /><Relationship Type="http://schemas.openxmlformats.org/officeDocument/2006/relationships/slide" Target="/ppt/slides/slide2.xml" Id="Rbc5f3f7ce7424c9b" /><Relationship Type="http://schemas.openxmlformats.org/officeDocument/2006/relationships/slide" Target="/ppt/slides/slide3.xml" Id="Rcd06edf695d14d44" /><Relationship Type="http://schemas.openxmlformats.org/officeDocument/2006/relationships/slide" Target="/ppt/slides/slide4.xml" Id="R114f3c9c0f144922" /><Relationship Type="http://schemas.openxmlformats.org/officeDocument/2006/relationships/slide" Target="/ppt/slides/slide5.xml" Id="Rc9f7fc2977c64ab7" /><Relationship Type="http://schemas.openxmlformats.org/officeDocument/2006/relationships/slide" Target="/ppt/slides/slide6.xml" Id="R638e4cb900e447f0" /><Relationship Type="http://schemas.openxmlformats.org/officeDocument/2006/relationships/slide" Target="/ppt/slides/slide7.xml" Id="R3fe8128e4e5a4f1b" /><Relationship Type="http://schemas.openxmlformats.org/officeDocument/2006/relationships/slide" Target="/ppt/slides/slide8.xml" Id="Rf4e48654e8cf49a1" /><Relationship Type="http://schemas.openxmlformats.org/officeDocument/2006/relationships/slide" Target="/ppt/slides/slide9.xml" Id="Re1d57d66a6744120" /><Relationship Type="http://schemas.openxmlformats.org/officeDocument/2006/relationships/slide" Target="/ppt/slides/slide10.xml" Id="R3d7671926daa41ef" /><Relationship Type="http://schemas.openxmlformats.org/officeDocument/2006/relationships/slide" Target="/ppt/slides/slide11.xml" Id="R3ba0ec214020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2e68f22b9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c50c2ca32a4aa9" /><Relationship Type="http://schemas.openxmlformats.org/officeDocument/2006/relationships/notesMaster" Target="/ppt/notesMasters/notesMaster1.xml" Id="Rc35cc1348e44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10c2a14e0f4d80" /><Relationship Type="http://schemas.openxmlformats.org/officeDocument/2006/relationships/notesMaster" Target="/ppt/notesMasters/notesMaster1.xml" Id="R7551318bcc8c47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0c29d2a10947fb" /><Relationship Type="http://schemas.openxmlformats.org/officeDocument/2006/relationships/notesMaster" Target="/ppt/notesMasters/notesMaster1.xml" Id="Rc382f02dcd184a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b60d43a6b34fea" /><Relationship Type="http://schemas.openxmlformats.org/officeDocument/2006/relationships/notesMaster" Target="/ppt/notesMasters/notesMaster1.xml" Id="R67ba26833e56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298c6d12b74005" /><Relationship Type="http://schemas.openxmlformats.org/officeDocument/2006/relationships/notesMaster" Target="/ppt/notesMasters/notesMaster1.xml" Id="R85fca1abcb8143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959eb4dad4026" /><Relationship Type="http://schemas.openxmlformats.org/officeDocument/2006/relationships/notesMaster" Target="/ppt/notesMasters/notesMaster1.xml" Id="R9b54bdfe5e2b48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107c344ac44a8b" /><Relationship Type="http://schemas.openxmlformats.org/officeDocument/2006/relationships/notesMaster" Target="/ppt/notesMasters/notesMaster1.xml" Id="R01ea783319b841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82a670d8c5423f" /><Relationship Type="http://schemas.openxmlformats.org/officeDocument/2006/relationships/notesMaster" Target="/ppt/notesMasters/notesMaster1.xml" Id="R57519b8efcf848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45d4cba0d4412c" /><Relationship Type="http://schemas.openxmlformats.org/officeDocument/2006/relationships/notesMaster" Target="/ppt/notesMasters/notesMaster1.xml" Id="R1493ba4cf1a943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3dcf6f78954b4c" /><Relationship Type="http://schemas.openxmlformats.org/officeDocument/2006/relationships/notesMaster" Target="/ppt/notesMasters/notesMaster1.xml" Id="Rd0547058822540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ed6465025d4066" /><Relationship Type="http://schemas.openxmlformats.org/officeDocument/2006/relationships/notesMaster" Target="/ppt/notesMasters/notesMaster1.xml" Id="R2f4d5ae0a876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8ec23354b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577d06022c4cef" /><Relationship Type="http://schemas.openxmlformats.org/officeDocument/2006/relationships/slideLayout" Target="/ppt/slideLayouts/slideLayout1.xml" Id="Rd2117d91ad77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17d91ad77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c86e69e2e483e" /><Relationship Type="http://schemas.openxmlformats.org/officeDocument/2006/relationships/notesSlide" Target="/ppt/notesSlides/notesSlide1.xml" Id="R4eb3d1b2b790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194867d744472" /><Relationship Type="http://schemas.openxmlformats.org/officeDocument/2006/relationships/notesSlide" Target="/ppt/notesSlides/notesSlide2.xml" Id="Rdcfc62dd741a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4320e6880401a" /><Relationship Type="http://schemas.openxmlformats.org/officeDocument/2006/relationships/notesSlide" Target="/ppt/notesSlides/notesSlide3.xml" Id="Re8b44f4af29746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d778963f24175" /><Relationship Type="http://schemas.openxmlformats.org/officeDocument/2006/relationships/notesSlide" Target="/ppt/notesSlides/notesSlide4.xml" Id="R337da5d36cd645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973c50fc84a08" /><Relationship Type="http://schemas.openxmlformats.org/officeDocument/2006/relationships/notesSlide" Target="/ppt/notesSlides/notesSlide5.xml" Id="R058d37affa6e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dea21d994ce0" /><Relationship Type="http://schemas.openxmlformats.org/officeDocument/2006/relationships/notesSlide" Target="/ppt/notesSlides/notesSlide6.xml" Id="Rec1b0dd177b84b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287c2297b42e4" /><Relationship Type="http://schemas.openxmlformats.org/officeDocument/2006/relationships/notesSlide" Target="/ppt/notesSlides/notesSlide7.xml" Id="R0b852fad834542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75cca298a4d29" /><Relationship Type="http://schemas.openxmlformats.org/officeDocument/2006/relationships/notesSlide" Target="/ppt/notesSlides/notesSlide8.xml" Id="Rba5a268a8a7046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2ab5efd72482c" /><Relationship Type="http://schemas.openxmlformats.org/officeDocument/2006/relationships/notesSlide" Target="/ppt/notesSlides/notesSlide9.xml" Id="R6a5e0d2e8e9746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4946df57540ca" /><Relationship Type="http://schemas.openxmlformats.org/officeDocument/2006/relationships/notesSlide" Target="/ppt/notesSlides/notesSlide10.xml" Id="R98ebaa6ae52e4c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5f6bc25de4a04" /><Relationship Type="http://schemas.openxmlformats.org/officeDocument/2006/relationships/notesSlide" Target="/ppt/notesSlides/notesSlide11.xml" Id="R723a011f8b8040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7AEF022-0037-4244-8E2D-7F240D08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FB1B3B-C7A9-44A7-92A7-2EA4B3EF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Individual Taxpayer Identification Number (ITIN)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9A73E6C-E87F-4BCE-95C3-9B97886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D2614901-346E-4D68-B102-788B6521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218751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2BA31D42-91B4-4D6E-B360-6E35577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Olivia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9105 Meadow Glen Drive,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900-50-1000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Evelyn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9142 Highland Glen Drive,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901-51-1001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Amelia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9179 Sunset Glen Drive,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902-52-1002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Sophia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9216 Pine Glen Drive,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903-53-1003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Olivia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9253 Lake Glen Drive,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904-54-1004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Evelyn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9290 Forest Glen Drive,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905-55-1005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Amelia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9327 Silver Brook Drive,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906-56-1006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Sophia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9364 Golden Brook Drive,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907-57-1007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Olivia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9401 Cedar Brook Drive,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908-58-1008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Evelyn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9438 Willow Brook Drive,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909-59-1009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Amelia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9475 Maple Brook Drive,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910-60-1010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Henry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9512 River Brook Drive,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911-61-1011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Olivia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9549 Meadow Brook Drive,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912-62-1012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Evelyn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9586 Highland Brook Drive,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913-63-1013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Amelia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9623 Sunset Brook Drive,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914-64-1014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6DC16E8F-9115-45C5-AF7C-A2811EEF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5625B5B-A452-4C36-8364-0303169A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5719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6A5C2070-6EC7-4D4C-8804-1EAC4D1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Sophia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9660 Pine Brook Drive,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915-65-1015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Olivia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9697 Lake Brook Drive,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916-70-1016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Evelyn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9734 Forest Brook Drive,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917-71-1017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James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9771 Silver Field Drive,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918-72-1018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Ethan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9808 Golden Field Drive,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919-73-1019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Caleb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9845 Cedar Field Drive,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920-74-1020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Daniel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9882 Willow Field Drive,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921-75-1021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James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 Maple Field Drive,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922-76-1022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Ethan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 River Field Drive,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923-77-1023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Caleb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113 Meadow Field Drive,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924-78-1024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Daniel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150 Highland Field Drive,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925-79-1025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James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187 Sunset Field Drive,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926-80-1026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Ethan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224 Pine Field Drive,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927-81-1027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Caleb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261 Lake Field Drive,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928-82-1028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Daniel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298 Forest Field Drive,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929-83-1029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16B5B799-9644-4EAC-8745-5A60A809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B4EB991E-A274-416E-815A-24265373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4885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B472672D-3B49-4D16-B1D7-50A1640D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Evelyn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335 Silver View Drive,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930-84-1030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Ethan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372 Golden View Drive,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931-85-1031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Caleb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409 Cedar View Drive,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932-86-1032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Daniel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446 Willow View Drive,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933-87-1033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James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483 Maple View Drive,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934-88-1034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Ethan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520 River View Drive,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935-90-1035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Caleb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557 Meadow View Drive,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936-91-1036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Daniel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594 Highland View Drive,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937-92-1037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James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631 Sunset View Drive,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938-94-1038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Ethan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668 Pine View Drive,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939-95-1039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Caleb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705 Lake View Drive,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940-96-1040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Daniel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742 Forest View Drive,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941-97-1041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Mia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779 Silver Park Drive,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942-98-1042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Ava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816 Golden Park Drive,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943-99-1043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Chloe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853 Cedar Park Drive,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944-50-1044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91F91B63-8831-4CB1-989D-28A8C121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46ABFDD8-A071-4A21-841D-76D7E7B4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5322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1217E8D7-8890-4890-83A1-03CDD2D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Harper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890 Willow Park Drive,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945-51-1045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Mia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927 Maple Park Drive,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946-52-1046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Ava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964 River Park Drive,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947-53-1047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Chloe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1001 Meadow Park Drive,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948-54-1048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Caleb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1038 Highland Park Drive,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949-55-1049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Mia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1075 Sunset Park Drive,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950-56-1050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Ava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1112 Pine Park Drive,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951-57-1051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Chloe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1149 Lake Park Drive,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952-58-1052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Harper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1186 Forest Park Drive,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953-59-1053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Mia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1223 Silver Hill Drive,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954-60-1054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Ava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1260 Golden Hill Drive,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955-61-1055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Chloe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1297 Cedar Hill Drive,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956-62-1056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Harper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1334 Willow Hill Drive,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957-63-1057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Mia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1371 Maple Hill Drive,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958-64-1058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Ava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1408 River Hill Drive,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959-65-1059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FE9C894F-1928-40D9-88C7-7A573E14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1421396C-BC38-4F47-A6E8-987B0734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5747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FAD791BC-C85C-4520-8429-4697346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Chloe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1445 Meadow Hill Drive,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960-70-1060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Harper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1482 Highland Hill Drive,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961-71-1061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1519 Sunset Hill Drive,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962-72-1062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Ava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1556 Pine Hill Drive,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963-73-1063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Chloe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1593 Lake Hill Drive,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964-74-1064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Harper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1630 Forest Hill Drive,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965-75-1065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Lucas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1667 Silver Creek Drive,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966-76-1066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Noah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1704 Golden Creek Drive,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967-77-1067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Ava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1741 Cedar Creek Drive,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968-78-1068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Benjamin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1778 Willow Creek Drive,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969-79-1069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Lucas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1815 Maple Creek Drive,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970-80-1070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Noah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1852 River Creek Drive,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971-81-1071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Nathan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1889 Meadow Creek Drive,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972-82-1072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Benjamin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1926 Highland Creek Drive,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973-83-1073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Lucas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1963 Sunset Creek Drive,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974-84-1074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8560FEC6-9273-4A0E-AA35-4A460F8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E96D668F-24AC-4D8D-930A-F937A73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32109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86108069-F05A-465E-BAC2-A030343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Noah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2000 Pine Creek Drive,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975-85-1075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Nathan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2037 Lake Creek Drive,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976-86-1076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Benjamin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2074 Forest Creek Drive,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977-87-1077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Lucas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2111 Silver Garden Drive,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978-88-1078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Noah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2148 Golden Garden Drive,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979-90-1079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Nathan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2185 Cedar Garden Drive,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980-91-1080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Benjamin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2222 Willow Garden Drive,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981-92-1081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Lucas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2259 Maple Garden Drive,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982-94-1082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Noah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2296 River Garden Drive,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983-95-1083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Nathan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2333 Meadow Garden Drive,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984-96-1084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Benjamin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2370 Highland Garden Drive,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985-97-1085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Lucas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2407 Sunset Garden Drive,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986-98-1086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Noah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2444 Pine Garden Drive,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987-99-1087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Nathan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2481 Lake Garden Drive,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988-50-1088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Benjamin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2518 Forest Garden Drive,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989-51-1089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5C0C2612-A1C7-48F2-B042-816039A8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554D3051-DE31-4729-AD7F-EC0EB85F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87835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21DF1012-49B6-4FE8-8EC9-96DC614F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Isabella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2555 Silver Valley Drive,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990-52-1090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Emma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2592 Golden Valley Drive,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991-53-1091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Grace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2629 Cedar Valley Drive,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992-54-1092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Charlotte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2666 Willow Valley Drive,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993-55-1093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Isabella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2703 Maple Valley Drive,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994-56-1094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Emma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2740 River Valley Drive,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995-57-1095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Grace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2777 Meadow Valley Drive,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996-58-1096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Charlotte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2814 Highland Valley Drive,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997-59-1097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Isabella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2851 Sunset Valley Drive,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998-60-1098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Emma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2888 Pine Valley Drive,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999-61-1099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Grace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2925 Lake Valley Drive,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900-62-1100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Charlotte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2962 Forest Valley Drive,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901-63-1101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Isabella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2999 Silver Spring Drive,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902-64-1102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Emma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3036 Golden Spring Drive,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903-65-1103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Grace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3073 Cedar Spring Drive,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904-70-1104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BA20E05B-94CE-46AE-823A-E7D4F6F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BCE3A88B-EFDE-4CDB-81D7-5E36BD73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986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9F0F0131-709D-41A7-9635-4E56AC9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Charlotte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3110 Willow Spring Drive,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905-71-1105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Isabella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3147 Maple Spring Drive,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906-72-1106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Emma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3184 River Spring Drive,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907-73-1107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Grace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3221 Meadow Spring Drive,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908-74-1108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Charlotte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3258 Highland Spring Drive,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909-75-1109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Isabella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3295 Sunset Spring Drive,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910-76-1110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Lucas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3332 Pine Spring Drive,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911-77-1111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Grace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3369 Lake Spring Drive,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912-78-1112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Charlotte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3406 Forest Spring Drive,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913-79-1113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Mason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3443 Silver Oak Court,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914-80-1114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Liam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3480 Golden Oak Court,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915-81-1115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Samuel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3517 Cedar Oak Court,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916-82-1116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Henry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3554 Willow Oak Court,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917-83-1117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Mason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3591 Maple Oak Court,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918-84-1118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Liam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3628 River Oak Court,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919-85-1119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9EB290A1-E5B1-45D3-85A5-4987C6E3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ECFE7A95-9AEC-4F4A-95DC-5E04B8C0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0886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9C3446D3-99AF-43B5-A556-74B5EAA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Samuel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3665 Meadow Oak Court,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920-86-1120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Henry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3702 Highland Oak Court,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921-87-1121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Mason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3739 Sunset Oak Court,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922-88-1122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Liam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3776 Pine Oak Court,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923-90-1123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Samuel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3813 Lake Oak Court,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924-91-1124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Henry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3850 Forest Oak Court,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925-92-1125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Mason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3887 Silver Ridge Court,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926-94-1126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Liam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3924 Golden Ridge Court,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927-95-1127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Samuel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3961 Cedar Ridge Court,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928-96-1128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Henry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3998 Willow Ridge Court,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929-97-1129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Charlotte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4035 Maple Ridge Court,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930-98-1130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Liam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4072 River Ridge Court,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931-99-1131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Samuel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4109 Meadow Ridge Court,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932-50-1132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Henry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4146 Highland Ridge Court,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933-51-1133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Mason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4183 Sunset Ridge Court,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934-52-1134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29205BA4-ADD4-46BE-8C37-4EFA3489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1BD1013F-7BA7-4460-91CF-0F4149B0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662879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D6D79AAF-FC0C-4A22-9D94-52BF16A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Individual Taxpayer ID (ITIN)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Liam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4220 Pine Ridge Court,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935-53-1135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Samuel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4257 Lake Ridge Court,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936-54-1136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Henry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4294 Forest Ridge Court,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937-55-1137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Sophia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4331 Silver Glen Court,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938-56-1138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Olivia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4368 Golden Glen Court,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939-57-1139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Evelyn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4405 Cedar Glen Court,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940-58-1140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Amelia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4442 Willow Glen Court,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941-59-1141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Sophia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4479 Maple Glen Court,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942-60-1142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Olivia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4516 River Glen Court,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943-61-1143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Evelyn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4553 Meadow Glen Court,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944-62-1144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Amelia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4590 Highland Glen Court,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945-63-1145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Sophia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4627 Sunset Glen Court,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946-64-1146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Olivia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4664 Pine Glen Court,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947-65-1147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Evelyn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4701 Lake Glen Court,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948-70-1148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Samuel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4738 Forest Glen Court,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949-71-1149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EBD8A3C8-EC0B-4900-B5BD-C105345E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8D6D990E-B5A2-46A9-BA62-F95EB3F1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469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2026-07-30T10:49:18.7620000Z</dcterms:created>
  <dcterms:modified xsi:type="dcterms:W3CDTF">2026-07-30T10:49:18.7620000Z</dcterms:modified>
</coreProperties>
</file>
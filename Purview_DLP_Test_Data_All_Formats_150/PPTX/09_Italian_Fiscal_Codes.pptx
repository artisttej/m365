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c4d0ed94d54f6a" /><Relationship Type="http://schemas.openxmlformats.org/officeDocument/2006/relationships/extended-properties" Target="/docProps/app.xml" Id="Rf0f618ec90ac450b" /><Relationship Type="http://schemas.openxmlformats.org/officeDocument/2006/relationships/officeDocument" Target="/ppt/presentation.xml" Id="Rc4e648d42c36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33dbc27b94006"/>
  </p:sldMasterIdLst>
  <p:notesMasterIdLst>
    <p:notesMasterId xmlns:r="http://schemas.openxmlformats.org/officeDocument/2006/relationships" r:id="R540a6e6805a74c0d"/>
  </p:notesMasterIdLst>
  <p:sldIdLst>
    <p:sldId xmlns:r="http://schemas.openxmlformats.org/officeDocument/2006/relationships" id="256" r:id="R701c4a6856dd48e1"/>
    <p:sldId xmlns:r="http://schemas.openxmlformats.org/officeDocument/2006/relationships" id="257" r:id="R78e7c63b6ceb457f"/>
    <p:sldId xmlns:r="http://schemas.openxmlformats.org/officeDocument/2006/relationships" id="258" r:id="R3212fdd7db0544de"/>
    <p:sldId xmlns:r="http://schemas.openxmlformats.org/officeDocument/2006/relationships" id="259" r:id="Rad2ddb76716a43da"/>
    <p:sldId xmlns:r="http://schemas.openxmlformats.org/officeDocument/2006/relationships" id="260" r:id="R0edb0d7e2137406c"/>
    <p:sldId xmlns:r="http://schemas.openxmlformats.org/officeDocument/2006/relationships" id="261" r:id="R34fb1266c1cb44d7"/>
    <p:sldId xmlns:r="http://schemas.openxmlformats.org/officeDocument/2006/relationships" id="262" r:id="Rcc0a7f568d044cc7"/>
    <p:sldId xmlns:r="http://schemas.openxmlformats.org/officeDocument/2006/relationships" id="263" r:id="Rc7122dbf13304ed7"/>
    <p:sldId xmlns:r="http://schemas.openxmlformats.org/officeDocument/2006/relationships" id="264" r:id="R2287ccb102814b28"/>
    <p:sldId xmlns:r="http://schemas.openxmlformats.org/officeDocument/2006/relationships" id="265" r:id="Ra0286b3caec5402c"/>
    <p:sldId xmlns:r="http://schemas.openxmlformats.org/officeDocument/2006/relationships" id="266" r:id="R195cc2c8fff647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c2715835024217" /><Relationship Type="http://schemas.openxmlformats.org/officeDocument/2006/relationships/slideMaster" Target="/ppt/slideMasters/slideMaster1.xml" Id="Rcac33dbc27b94006" /><Relationship Type="http://schemas.openxmlformats.org/officeDocument/2006/relationships/notesMaster" Target="/ppt/notesMasters/notesMaster1.xml" Id="R540a6e6805a74c0d" /><Relationship Type="http://schemas.openxmlformats.org/officeDocument/2006/relationships/presProps" Target="/ppt/presProps.xml" Id="Rea2079ed8f604727" /><Relationship Type="http://schemas.openxmlformats.org/officeDocument/2006/relationships/tableStyles" Target="/ppt/tableStyles.xml" Id="R2fc301d4741d4516" /><Relationship Type="http://schemas.openxmlformats.org/officeDocument/2006/relationships/slide" Target="/ppt/slides/slide1.xml" Id="R701c4a6856dd48e1" /><Relationship Type="http://schemas.openxmlformats.org/officeDocument/2006/relationships/slide" Target="/ppt/slides/slide2.xml" Id="R78e7c63b6ceb457f" /><Relationship Type="http://schemas.openxmlformats.org/officeDocument/2006/relationships/slide" Target="/ppt/slides/slide3.xml" Id="R3212fdd7db0544de" /><Relationship Type="http://schemas.openxmlformats.org/officeDocument/2006/relationships/slide" Target="/ppt/slides/slide4.xml" Id="Rad2ddb76716a43da" /><Relationship Type="http://schemas.openxmlformats.org/officeDocument/2006/relationships/slide" Target="/ppt/slides/slide5.xml" Id="R0edb0d7e2137406c" /><Relationship Type="http://schemas.openxmlformats.org/officeDocument/2006/relationships/slide" Target="/ppt/slides/slide6.xml" Id="R34fb1266c1cb44d7" /><Relationship Type="http://schemas.openxmlformats.org/officeDocument/2006/relationships/slide" Target="/ppt/slides/slide7.xml" Id="Rcc0a7f568d044cc7" /><Relationship Type="http://schemas.openxmlformats.org/officeDocument/2006/relationships/slide" Target="/ppt/slides/slide8.xml" Id="Rc7122dbf13304ed7" /><Relationship Type="http://schemas.openxmlformats.org/officeDocument/2006/relationships/slide" Target="/ppt/slides/slide9.xml" Id="R2287ccb102814b28" /><Relationship Type="http://schemas.openxmlformats.org/officeDocument/2006/relationships/slide" Target="/ppt/slides/slide10.xml" Id="Ra0286b3caec5402c" /><Relationship Type="http://schemas.openxmlformats.org/officeDocument/2006/relationships/slide" Target="/ppt/slides/slide11.xml" Id="R195cc2c8fff647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06b9e5c578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67cf6593f4985" /><Relationship Type="http://schemas.openxmlformats.org/officeDocument/2006/relationships/notesMaster" Target="/ppt/notesMasters/notesMaster1.xml" Id="R1913a90f378d49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4f64abcd4641b9" /><Relationship Type="http://schemas.openxmlformats.org/officeDocument/2006/relationships/notesMaster" Target="/ppt/notesMasters/notesMaster1.xml" Id="R5dccb10d8f4d43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ed5ce091c4382" /><Relationship Type="http://schemas.openxmlformats.org/officeDocument/2006/relationships/notesMaster" Target="/ppt/notesMasters/notesMaster1.xml" Id="Re994c7f4d6e649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37f5c6a5d64bd2" /><Relationship Type="http://schemas.openxmlformats.org/officeDocument/2006/relationships/notesMaster" Target="/ppt/notesMasters/notesMaster1.xml" Id="Ra61d20533853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7b62c5607749ec" /><Relationship Type="http://schemas.openxmlformats.org/officeDocument/2006/relationships/notesMaster" Target="/ppt/notesMasters/notesMaster1.xml" Id="R248931fae7ac4f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193126beb1449b" /><Relationship Type="http://schemas.openxmlformats.org/officeDocument/2006/relationships/notesMaster" Target="/ppt/notesMasters/notesMaster1.xml" Id="Ra665862b4aec42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8cc1c345524597" /><Relationship Type="http://schemas.openxmlformats.org/officeDocument/2006/relationships/notesMaster" Target="/ppt/notesMasters/notesMaster1.xml" Id="R6668891abf3b43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adfbfeb0a443ba" /><Relationship Type="http://schemas.openxmlformats.org/officeDocument/2006/relationships/notesMaster" Target="/ppt/notesMasters/notesMaster1.xml" Id="R1d9cfd74eb8c48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aa8b4e2ade47bc" /><Relationship Type="http://schemas.openxmlformats.org/officeDocument/2006/relationships/notesMaster" Target="/ppt/notesMasters/notesMaster1.xml" Id="R6c6ab7187d0743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c36d3bb8674397" /><Relationship Type="http://schemas.openxmlformats.org/officeDocument/2006/relationships/notesMaster" Target="/ppt/notesMasters/notesMaster1.xml" Id="R22dccd84df3b4b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a52a71d4ca4dbe" /><Relationship Type="http://schemas.openxmlformats.org/officeDocument/2006/relationships/notesMaster" Target="/ppt/notesMasters/notesMaster1.xml" Id="R7a38089831c34f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8b98c79d5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4e69de64384cce" /><Relationship Type="http://schemas.openxmlformats.org/officeDocument/2006/relationships/slideLayout" Target="/ppt/slideLayouts/slideLayout1.xml" Id="R6c1ec88e50ed44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1ec88e50ed44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67dc7cd0941ea" /><Relationship Type="http://schemas.openxmlformats.org/officeDocument/2006/relationships/notesSlide" Target="/ppt/notesSlides/notesSlide1.xml" Id="Rfc6b3f6236434f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11c9780e7404e" /><Relationship Type="http://schemas.openxmlformats.org/officeDocument/2006/relationships/notesSlide" Target="/ppt/notesSlides/notesSlide2.xml" Id="R714e63eb79524f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21988963f434b" /><Relationship Type="http://schemas.openxmlformats.org/officeDocument/2006/relationships/notesSlide" Target="/ppt/notesSlides/notesSlide3.xml" Id="R5a0df990af994c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d082dfc624950" /><Relationship Type="http://schemas.openxmlformats.org/officeDocument/2006/relationships/notesSlide" Target="/ppt/notesSlides/notesSlide4.xml" Id="Rded2d20ce43340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b275e2a1e4df5" /><Relationship Type="http://schemas.openxmlformats.org/officeDocument/2006/relationships/notesSlide" Target="/ppt/notesSlides/notesSlide5.xml" Id="R05074829521949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38cd6ae254f3c" /><Relationship Type="http://schemas.openxmlformats.org/officeDocument/2006/relationships/notesSlide" Target="/ppt/notesSlides/notesSlide6.xml" Id="Rb915e420e0bb49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3ec8167044b82" /><Relationship Type="http://schemas.openxmlformats.org/officeDocument/2006/relationships/notesSlide" Target="/ppt/notesSlides/notesSlide7.xml" Id="R172f467615054b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d09599eee430a" /><Relationship Type="http://schemas.openxmlformats.org/officeDocument/2006/relationships/notesSlide" Target="/ppt/notesSlides/notesSlide8.xml" Id="R388029a03c5e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e0b96cfb5464d" /><Relationship Type="http://schemas.openxmlformats.org/officeDocument/2006/relationships/notesSlide" Target="/ppt/notesSlides/notesSlide9.xml" Id="R8c4b2daf047a44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480f8979e47f5" /><Relationship Type="http://schemas.openxmlformats.org/officeDocument/2006/relationships/notesSlide" Target="/ppt/notesSlides/notesSlide10.xml" Id="R0cf5980dae534d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c11d069d74369" /><Relationship Type="http://schemas.openxmlformats.org/officeDocument/2006/relationships/notesSlide" Target="/ppt/notesSlides/notesSlide11.xml" Id="R2db20b92d5e94a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7B6B397-3E93-4425-9595-5FFB163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484BEB8-B60C-4E3A-BFB6-E996CBEE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Codice Fiscale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351815A-E3F6-4ABC-BBCD-3F391B86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3B55B8C0-23E3-41D2-9C12-0B60D903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936206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D4EC7EB3-7CAB-4DCB-B37D-2C0C9006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Alessandro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Antica 959,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RSSGLI70A01H501Q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Leonardo Ferrari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Antica 996,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RCCLRD70B57H501S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Elisa Costa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Antica 1033,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MNCSFO70D05H501I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Greta Romano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Antica 1070,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FNTFNC70E62H501U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Alice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Antica 1107,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BNCRRA70L08H501Z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Giulia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Antica 1144,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GLLLNZ70M64H501A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Elisa Santoro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Antica 1181,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LMBLCA70R10H501B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Greta Conti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Antica 1218,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RSSLSN70S66H501O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Alice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Antica 1255,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MRNGVR71A12H501D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Giulia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Antica 1292,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CSTNDR71B68H501H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Elisa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Antica 1329,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SNTMME71D16H501E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Greta Moretti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Antica 1366,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RMNMTT71H42H501T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Alice Greco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Bella 1403,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CNTGRT71L19H501Z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Giulia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Bella 1440,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MRTTMS71P44H501C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Elisa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Bella 1477,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FRRBRC71R21H501T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7CE3C1DE-3C02-445D-9E30-E96671AB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A1F41876-FB86-4E69-8F80-53BA0648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1497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6874F76C-7951-4FAE-B4EB-794F4FE4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Greta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Bella 1514,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GRCRCR71T47H501T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Alice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Bella 1551,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GRDCHR72A23H501U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Giulia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Bella 1588,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MRNMRC72C50H501X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Elisa Moretti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Bella 1625,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CLMLSE72D26H501U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Greta Greco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Bella 1662,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DLCLCU72H52H501V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Alice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Bella 1699,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BRBMRT72L29H501S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Giulia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Bella 1736,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SPSDVD72P54H501H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Elisa Ferrari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Bella 1773,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BRNLRI72R31H501K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Greta Giordano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Bella 1810,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RZZSFN72T57H501T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Alice Colombo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Centrale 1847,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RSSGLI73B02H501X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Alessandro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Centrale 1884,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MRNLRD73C61H501Y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Marco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Centrale 1921,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CSTSFO73E07H501S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Matteo Mariani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Centrale 1958,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SNTFNC73H63H501G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Lorenzo De Luca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Centrale 1995,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RMNRRA73M09H501O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Stefano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Centrale 2032,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CNTLNZ73P65H501U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2012D943-E7CC-4700-8B28-280D9B43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4288A5FD-5298-4606-BEDA-ABB1DA44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8324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4A5FA289-C15D-4C60-897B-37173199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Marco Giordano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Centrale 2069,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MRTLCA73S11H501O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Matteo Colombo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Centrale 2106,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FRRLSN73T68H501X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Lorenzo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Centrale 2143,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GRCGVR74B13H501P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Stefano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Centrale 2180,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GRDNDR74D41H501Y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Marco Mariani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Centrale 2217,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MRNMME74E18H501D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Matteo De Luca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Centrale 2254,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CLMMTT74L44H501H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Lorenzo Esposito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Chiara 2291,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DLCGRT74M20H501O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Stefano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Chiara 2328,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BRBTMS74R46H501K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Marco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Chiara 2365,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SPSBRC74S22H501G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Matteo Barbieri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Chiara 2402,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BRNRCR75A48H501M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Lorenzo Bruno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Chiara 2439,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RZZCHR75B24H501P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Stefano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Chiara 2476,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RSSMRC75D52H501P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Marco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Chiara 2513,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RCCLSE75E29H501M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Matteo Esposito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Chiara 2550,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MNCLCU75L55H501G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Greta Rizzo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Chiara 2587,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FNTMRT75M31H501M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321A0343-3383-4A40-8835-1B811790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C002FCBF-82E2-4AFB-BAFA-F1FCE1F8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0201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255E5561-4ADB-4BAA-901E-4FC8C0CD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Stefano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Chiara 2624,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BNCDVD75R57H501C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Marco Barbieri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Chiara 2661,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GLLLRI75T03H501Q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Matteo Bruno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Chiara 2698,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LMBSFN76A59H501A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Lorenzo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Grande 2735,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FRRGLI76C06H501P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Stefano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Grande 2772,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GRCLRD76D62H501Q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Chiara Esposito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Grande 2809,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GRDSFO76H08H501H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Emma Rizzo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Grande 2846,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MRNFNC76L65H501S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Aurora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Grande 2883,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CLMRRA76P10H501D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Ilaria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Grande 2920,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DLCLNZ76R67H501X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Chiara Bruno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Grande 2957,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BRBLCA76T13H501U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Emma Rossi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Grande 2994,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SPSLSN77A69H501R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Aurora Mancini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Grande 3031,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BRNGVR77C17H501H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Ilaria Esposito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Grande 3068,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RZZNDR77E43H501B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Chiara Rizzo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Grande 3105,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RSSMME77H19H501Z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Emma Ricci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Grande 3142,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RCCMTT77M45H501J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146C0D12-19F9-4254-A49A-7E0DE5E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0D72EE03-6912-4EE2-ACEC-3DD04CA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63611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E2E126EF-AA4C-4964-8226-806B20F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Aurora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Nuova 3179,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MNCGRT77P21H501O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Ilaria Bruno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Nuova 3216,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FNTTMS77S47H501Q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Chiara Rossi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Nuova 3253,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BNCBRC77T24H501U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Marco Mancini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Nuova 3290,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GLLRCR78B49H501J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Aurora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Nuova 3327,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LMBCHR78C28H501T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Ilaria Rizzo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Nuova 3364,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RSSMRC78E54H501Y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Chiara Ricci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Nuova 3401,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MRNLSE78H30H501S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Emma Fontana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Nuova 3438,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CSTLCU78M56H501A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Aurora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Nuova 3475,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SNTMRT78R02H501G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Ilaria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Nuova 3512,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RMNDVD78S58H501H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Chiara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Nuova 3549,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CNTLRI79A04H501L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Emma Bianchi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Nuova 3586,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MRTSFN79B60H501Q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Aurora Lombardi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Reale 3623,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SPSGLI79D08H501Z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Ilaria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Reale 3660,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BRNLRD79E65H501D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Riccardo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Reale 3697,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RZZSFO79L11H501W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6215D3FA-F756-4C56-BCBE-DBF829F4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DE064B21-477C-488A-8E79-2196B522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2885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CA37FDA7-DAA0-4640-8758-1C16112B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Andrea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Reale 3734,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RSSFNC79M67H501W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Francesco Russo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Reale 3771,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RCCRRA79R13H501Y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Davide Mancini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Reale 3808,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MNCLNZ79S69H501V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Riccardo Bianchi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Reale 3845,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FNTLCA80A15H501G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Andrea Lombardi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Reale 3882,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BNCLSN80C42H501D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Francesco Marino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Reale 3919,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GLLGVR80D18H501Z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Davide Fontana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Reale 3956,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LMBNDR80H44H501S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Ilaria Gallo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Reale 3993,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RSSMME80L21H501N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Andrea Russo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Reale 4030,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MRNMTT80P46H501F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Francesco Costa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Serena 4067,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CSTGRT80R23H501W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Davide Bianchi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Serena 4104,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SNTTMS80T49H501Q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Riccardo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Serena 4141,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RMNBRC81A25H501D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Andrea Marino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Serena 4178,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CNTRCR81C53H501Y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Francesco Santoro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Serena 4215,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MRTCHR81D29H501Z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Davide Gallo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Serena 4252,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FRRMRC81H55H501F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9C361CEF-7B55-4F22-9F1F-6BA0005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80E7F5FD-538E-46E1-8F1D-5524699C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37236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B78449F1-D8DD-4328-BED0-990635E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Riccardo Russo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Serena 4289,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GRCLSE81M01H501S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Andrea Costa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Serena 4326,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GRDLCU81P57H501K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Francesco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Serena 4363,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MRNMRT81S03H501X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Davide Lombardi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Serena 4400,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CLMDVD81T60H501H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Riccardo Marino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Serena 4437,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DLCLRI82B05H501A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Andrea Santoro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Serena 4474,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BRBSFN82C64H501S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Francesco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Verde 4511,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BNCGLI82E10H501K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Davide Russo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Verde 4548,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GLLLRD82H66H501B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Beatrice Costa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Verde 4585,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LMBSFO82M12H501W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Ginevra Romano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Verde 4622,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RSSFNC82P68H501E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Sofia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Verde 4659,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MRNRRA82S14H501N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Francesco Marino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Verde 4696,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CSTLNZ82T71H501Z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Beatrice Santoro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Verde 4733,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SNTLCA83B16H501J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Ginevra Conti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Verde 4770,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RMNLSN83D44H501I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Sofia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Verde 4807,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CNTGVR83E21H501O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FFB9A9C8-7B16-47CC-8E8C-84CE0C41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8DB60B89-FC62-41C4-ABFF-FAFEF1AC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35795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CB54F124-286C-4F3E-BFA3-67DB10A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Marta Costa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Verde 4844,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MRTNDR83L47H501X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Beatrice Romano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Verde 4881,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FRRMME83M23H501L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Ginevra Moretti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Verde 4918,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GRCMTT83R49H501B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Sofia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Alta 4955,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GRDGRT83S25H501L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Marta Santoro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Alta 4992,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MRNTMS84A51H501D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Beatrice Conti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Alta 5029,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CLMBRC84B27H501D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Ginevra Ferrari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Alta 5066,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DLCRCR84D54H501W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Sofia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Alta 5103,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BRBCHR84E31H501E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Marta Romano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Alta 5140,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SPSMRC84L57H501A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Beatrice Moretti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Alta 5177,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BRNLSE84P02H501L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Ginevra Greco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Alta 5214,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RZZLCU84R59H501N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Sofia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Alta 5251,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RSSMRT84T05H501R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Marta Conti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Alta 5288,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RCCDVD85A61H501E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Beatrice Ferrari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Alta 5325,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MNCLRI85C09H501D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Ginevra Giordano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Alta 5362,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FNTSFN85D65H501Y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7B1F8CF3-EA03-47ED-8383-9ADD4E52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BEF68247-32C8-4A5D-A8E0-1A42C5B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7201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2690B6FC-7189-4F25-81A7-7F3B2B75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Sofia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Bassa 5399,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RMNGLI85H11H501Q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Marta Moretti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Bassa 5436,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CNTLRD85L68H501X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Tommaso Greco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Bassa 5473,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MRTSFO85P13H501T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Alessandro Mariani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Bassa 5510, 70121 Bari,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FRRFNC85R70H501V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Leonardo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Bassa 5547, 50122 Firenze,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GRCRRA85T16H501G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Luca Ferrari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Bassa 5584, 43121 Parma,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GRDLNZ86B41H501O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 Tommaso Giordano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Bassa 5621, 16121 Genova,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MRNLCA86C20H501U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Elisa Alessandro Colombo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Bassa 5658, 20121 Milano,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CLMLSN86E46H501N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Marco Leonardo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Bassa 5695, 37121 Verona,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DLCGVR86H22H501V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Chiara Luca Greco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Bassa 5732, 40121 Bologna,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BRBNDR86M48H501K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Riccardo Tommaso Mariani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Bassa 5769, 35121 Padova,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SPSMME86P24H501C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Beatrice Alessandro De Luca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Bassa 5806, 80133 Napoli,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BRNMTT86S50H501P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Tommaso Leonardo Esposito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Acero Dorata 5843, 00184 Roma,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RZZGRT86T27H501L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Greta Luca Giordano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Alloro Dorata 5880, 90133 Palermo,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RSSTMS87B52H501T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Matteo Tommaso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Castagno Dorata 5917, 10121 Torino,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RCCBRC87C31H501C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1550D4B8-E65B-4D60-89FB-E594F69D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857B65D5-6185-44A8-A8DB-DF4FC370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42681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4497C272-26E3-44B3-B12F-45C0ACF6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Codice Fiscale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Alessandro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Cedro Dorata 5954,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MNCRCR87E57H501W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Andrea Leonardo Bruno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Fontana Dorata 5991,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FNTCHR87L03H501D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Ginevra Luca Mariani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Gelsomino Dorata 6028,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BNCMRC87M59H501A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Alessandro Tommaso De Luca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Olmo Dorata 6065, 16121 Genova,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GLLLSE87R05H501U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Alice Alessandro Esposito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Pino Dorata 6102, 20121 Milano,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LMBLCU87S61H501M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Lorenzo Leonardo Rizzo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Quercia Dorata 6139, 37121 Verona,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RSSMRT88A07H501M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Aurora Luca Colombo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Rosa Dorata 6176, 40121 Bologna,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MRNDVD88B63H501B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Francesco Tommaso Barbieri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Tiglio Dorata 6213, 35121 Padova,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CSTLRI88D10H501Q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Sofia Alessandro Bruno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 Ulivo Dorata 6250, 80133 Napoli,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SNTSFN88E67H501G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Leonardo Ginevra Rossi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Acero Antica 6287, 00184 Roma,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CLMGLI88L13H501H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Giulia Luca De Luca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Alloro Antica 6324, 90133 Palermo,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DLCLRD88M69H501H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Stefano Greta Esposito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Castagno Antica 6361, 10121 Torino,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BRBSFO88R15H501B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Ilaria Alice Rizzo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Cedro Antica 6398, 70121 Bari,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SPSFNC88T41H501B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Davide Giulia Ricci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Fontana Antica 6435, 50122 Firenze, Italia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BRNRRA89A17H501Z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Marta Elisa Barbieri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Viale Gelsomino Antica 6472, 43121 Parma, Italia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RZZLNZ89C45H501A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DF89B978-38F5-47AD-A274-F56439D6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A5786B18-0829-4A7F-AC7B-B482C6A5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6328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2026-07-30T10:49:21.3850000Z</dcterms:created>
  <dcterms:modified xsi:type="dcterms:W3CDTF">2026-07-30T10:49:21.3850000Z</dcterms:modified>
</coreProperties>
</file>
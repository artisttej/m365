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1c3559e25b4f56" /><Relationship Type="http://schemas.openxmlformats.org/officeDocument/2006/relationships/extended-properties" Target="/docProps/app.xml" Id="Ra63a35391bb647a5" /><Relationship Type="http://schemas.openxmlformats.org/officeDocument/2006/relationships/officeDocument" Target="/ppt/presentation.xml" Id="R49bf754adb9e40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37e60fa82e48dd"/>
  </p:sldMasterIdLst>
  <p:notesMasterIdLst>
    <p:notesMasterId xmlns:r="http://schemas.openxmlformats.org/officeDocument/2006/relationships" r:id="R6409e0a5384f46b5"/>
  </p:notesMasterIdLst>
  <p:sldIdLst>
    <p:sldId xmlns:r="http://schemas.openxmlformats.org/officeDocument/2006/relationships" id="256" r:id="Rd660090fb83b4014"/>
    <p:sldId xmlns:r="http://schemas.openxmlformats.org/officeDocument/2006/relationships" id="257" r:id="R377a65d5d7c841b7"/>
    <p:sldId xmlns:r="http://schemas.openxmlformats.org/officeDocument/2006/relationships" id="258" r:id="R793f31ef647f41fa"/>
    <p:sldId xmlns:r="http://schemas.openxmlformats.org/officeDocument/2006/relationships" id="259" r:id="R9c30d5810eec461f"/>
    <p:sldId xmlns:r="http://schemas.openxmlformats.org/officeDocument/2006/relationships" id="260" r:id="R6fd3b68ac8874452"/>
    <p:sldId xmlns:r="http://schemas.openxmlformats.org/officeDocument/2006/relationships" id="261" r:id="R113f83c57c124e5f"/>
    <p:sldId xmlns:r="http://schemas.openxmlformats.org/officeDocument/2006/relationships" id="262" r:id="R30416a6385794f18"/>
    <p:sldId xmlns:r="http://schemas.openxmlformats.org/officeDocument/2006/relationships" id="263" r:id="R4a18bbdb0d5a4bc5"/>
    <p:sldId xmlns:r="http://schemas.openxmlformats.org/officeDocument/2006/relationships" id="264" r:id="R5c2dd689593b48e4"/>
    <p:sldId xmlns:r="http://schemas.openxmlformats.org/officeDocument/2006/relationships" id="265" r:id="R5fdcf75bf9ee4767"/>
    <p:sldId xmlns:r="http://schemas.openxmlformats.org/officeDocument/2006/relationships" id="266" r:id="R5691f7286c554c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2893d9d0f84cb9" /><Relationship Type="http://schemas.openxmlformats.org/officeDocument/2006/relationships/slideMaster" Target="/ppt/slideMasters/slideMaster1.xml" Id="Rb637e60fa82e48dd" /><Relationship Type="http://schemas.openxmlformats.org/officeDocument/2006/relationships/notesMaster" Target="/ppt/notesMasters/notesMaster1.xml" Id="R6409e0a5384f46b5" /><Relationship Type="http://schemas.openxmlformats.org/officeDocument/2006/relationships/presProps" Target="/ppt/presProps.xml" Id="R92c87a0519a94eae" /><Relationship Type="http://schemas.openxmlformats.org/officeDocument/2006/relationships/tableStyles" Target="/ppt/tableStyles.xml" Id="R9bffa3da391b420f" /><Relationship Type="http://schemas.openxmlformats.org/officeDocument/2006/relationships/slide" Target="/ppt/slides/slide1.xml" Id="Rd660090fb83b4014" /><Relationship Type="http://schemas.openxmlformats.org/officeDocument/2006/relationships/slide" Target="/ppt/slides/slide2.xml" Id="R377a65d5d7c841b7" /><Relationship Type="http://schemas.openxmlformats.org/officeDocument/2006/relationships/slide" Target="/ppt/slides/slide3.xml" Id="R793f31ef647f41fa" /><Relationship Type="http://schemas.openxmlformats.org/officeDocument/2006/relationships/slide" Target="/ppt/slides/slide4.xml" Id="R9c30d5810eec461f" /><Relationship Type="http://schemas.openxmlformats.org/officeDocument/2006/relationships/slide" Target="/ppt/slides/slide5.xml" Id="R6fd3b68ac8874452" /><Relationship Type="http://schemas.openxmlformats.org/officeDocument/2006/relationships/slide" Target="/ppt/slides/slide6.xml" Id="R113f83c57c124e5f" /><Relationship Type="http://schemas.openxmlformats.org/officeDocument/2006/relationships/slide" Target="/ppt/slides/slide7.xml" Id="R30416a6385794f18" /><Relationship Type="http://schemas.openxmlformats.org/officeDocument/2006/relationships/slide" Target="/ppt/slides/slide8.xml" Id="R4a18bbdb0d5a4bc5" /><Relationship Type="http://schemas.openxmlformats.org/officeDocument/2006/relationships/slide" Target="/ppt/slides/slide9.xml" Id="R5c2dd689593b48e4" /><Relationship Type="http://schemas.openxmlformats.org/officeDocument/2006/relationships/slide" Target="/ppt/slides/slide10.xml" Id="R5fdcf75bf9ee4767" /><Relationship Type="http://schemas.openxmlformats.org/officeDocument/2006/relationships/slide" Target="/ppt/slides/slide11.xml" Id="R5691f7286c554c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23449604f04e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d094ed73084fd1" /><Relationship Type="http://schemas.openxmlformats.org/officeDocument/2006/relationships/notesMaster" Target="/ppt/notesMasters/notesMaster1.xml" Id="R6233a30c56fc40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78942bd73a4968" /><Relationship Type="http://schemas.openxmlformats.org/officeDocument/2006/relationships/notesMaster" Target="/ppt/notesMasters/notesMaster1.xml" Id="R55aad458288844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c0a6fabef844e5" /><Relationship Type="http://schemas.openxmlformats.org/officeDocument/2006/relationships/notesMaster" Target="/ppt/notesMasters/notesMaster1.xml" Id="R8926228bb67045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16982797a94c12" /><Relationship Type="http://schemas.openxmlformats.org/officeDocument/2006/relationships/notesMaster" Target="/ppt/notesMasters/notesMaster1.xml" Id="R394c51bfae774f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f21c8e19b74850" /><Relationship Type="http://schemas.openxmlformats.org/officeDocument/2006/relationships/notesMaster" Target="/ppt/notesMasters/notesMaster1.xml" Id="R07e14abed2cf4c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f0b9848e304319" /><Relationship Type="http://schemas.openxmlformats.org/officeDocument/2006/relationships/notesMaster" Target="/ppt/notesMasters/notesMaster1.xml" Id="Rce22b61eed8347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6e9328ab974719" /><Relationship Type="http://schemas.openxmlformats.org/officeDocument/2006/relationships/notesMaster" Target="/ppt/notesMasters/notesMaster1.xml" Id="R920d55046b7345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f04f24218841ec" /><Relationship Type="http://schemas.openxmlformats.org/officeDocument/2006/relationships/notesMaster" Target="/ppt/notesMasters/notesMaster1.xml" Id="R7bae937d264943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0738aaa3d14f53" /><Relationship Type="http://schemas.openxmlformats.org/officeDocument/2006/relationships/notesMaster" Target="/ppt/notesMasters/notesMaster1.xml" Id="R3329c7e7b3274f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ac8e33215c4c41" /><Relationship Type="http://schemas.openxmlformats.org/officeDocument/2006/relationships/notesMaster" Target="/ppt/notesMasters/notesMaster1.xml" Id="Raa80f14a318741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c4a0380ca445e7" /><Relationship Type="http://schemas.openxmlformats.org/officeDocument/2006/relationships/notesMaster" Target="/ppt/notesMasters/notesMaster1.xml" Id="Rdc5b8742477a48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738b1651bf43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b3f4e27e344d9d" /><Relationship Type="http://schemas.openxmlformats.org/officeDocument/2006/relationships/slideLayout" Target="/ppt/slideLayouts/slideLayout1.xml" Id="Re00e088f747246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0e088f747246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99cee54ba4a5a" /><Relationship Type="http://schemas.openxmlformats.org/officeDocument/2006/relationships/notesSlide" Target="/ppt/notesSlides/notesSlide1.xml" Id="Rc797ae00c4394a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fe62fdedb4fbd" /><Relationship Type="http://schemas.openxmlformats.org/officeDocument/2006/relationships/notesSlide" Target="/ppt/notesSlides/notesSlide2.xml" Id="Re319bc68864543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c657ea4354c09" /><Relationship Type="http://schemas.openxmlformats.org/officeDocument/2006/relationships/notesSlide" Target="/ppt/notesSlides/notesSlide3.xml" Id="Rc79e373dd4284d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1e98e1085426d" /><Relationship Type="http://schemas.openxmlformats.org/officeDocument/2006/relationships/notesSlide" Target="/ppt/notesSlides/notesSlide4.xml" Id="Rca6186c15e3240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92090dbbd431b" /><Relationship Type="http://schemas.openxmlformats.org/officeDocument/2006/relationships/notesSlide" Target="/ppt/notesSlides/notesSlide5.xml" Id="R1e3c450e920f4b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9462edc154645" /><Relationship Type="http://schemas.openxmlformats.org/officeDocument/2006/relationships/notesSlide" Target="/ppt/notesSlides/notesSlide6.xml" Id="Rb6c884937a1348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fd56ed324470c" /><Relationship Type="http://schemas.openxmlformats.org/officeDocument/2006/relationships/notesSlide" Target="/ppt/notesSlides/notesSlide7.xml" Id="Rdbd5f0943c8b42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bb208aafd4c3c" /><Relationship Type="http://schemas.openxmlformats.org/officeDocument/2006/relationships/notesSlide" Target="/ppt/notesSlides/notesSlide8.xml" Id="R40ae6c950aeb48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837ce60b0456a" /><Relationship Type="http://schemas.openxmlformats.org/officeDocument/2006/relationships/notesSlide" Target="/ppt/notesSlides/notesSlide9.xml" Id="Rbcdf5677bd9642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9265c5dba4bcf" /><Relationship Type="http://schemas.openxmlformats.org/officeDocument/2006/relationships/notesSlide" Target="/ppt/notesSlides/notesSlide10.xml" Id="R2db20183673141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b9c9dba334438" /><Relationship Type="http://schemas.openxmlformats.org/officeDocument/2006/relationships/notesSlide" Target="/ppt/notesSlides/notesSlide11.xml" Id="R7ac9d6c9ea844f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8F7FC90C-F9FF-44F2-9B09-1AA26B20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2FD45E-B3BE-4F9C-856E-390E010C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Japanese Personal My Number / 個人番号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D2A9FD3-42E9-44E1-8B3C-E88F4113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0A6F3DAC-A73F-4055-B5C5-09821BA0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6232024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D509C8AE-82A9-4FF3-AE6D-29EDFCFB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Personal My Number / 個人番号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Naoki Shota Yoshida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7-8-6522 Nishi-Chuo-michi, Nakagyo-ku, Kyoto 604-8001,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2000-0000-0000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 Riku Sato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8-8-6559 Sakura-Chuo-michi, Kita-ku, Osaka 530-0001,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2000-0000-0018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Kenji Yuto Matsumoto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9-8-6596 Shin-Chuo-michi, Chuo-ku, Kobe 650-0001,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2000-0000-0026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Yuna Hiroshi Tanaka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1-9-6633 Takara-Chuo-michi, Hakata-ku, Fukuoka 812-0011,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Shota Kaori Hayashi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2-9-6670 Ume-Chuo-michi, Aoba-ku, Yokohama 225-0001,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2000-0000-0042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Mio Riku Nakamura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3-9-6707 Yamato-Chuo-michi, Aoba-ku, Sendai 980-0001,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2000-0000-0050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Takumi Yuto Abe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4-9-6744 Aoba-Higashi-michi, Chiyoda-ku, Tokyo 100-0001,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2000-0000-0069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Rin Hiroshi Yoshida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5-9-6781 Asahi-Higashi-michi, Naka-ku, Nagoya 460-0001,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Daiki Shota Sato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6-9-6818 Fuji-Higashi-michi, Naka-ku, Yokohama 231-0001,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2000-0000-0085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Akari Riku Matsumoto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7-9-6855 Hikari-Higashi-michi, Naka-ku, Hiroshima 730-0001,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2000-0000-0093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Riku Yuto Watanabe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8-9-6892 Kaede-Higashi-michi, Chuo-ku, Sapporo 060-0001,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2000-0000-0107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Hiroshi Hayashi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9-9-6929 Midori-Higashi-michi, Chuo-ku, Chiba 260-0001,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Kaito Shota Nakamura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1-1-6966 Nishi-Higashi-michi, Nakagyo-ku, Kyoto 604-8001,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2000-0000-0123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Hina Riku Abe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2-1-7003 Sakura-Higashi-michi, Kita-ku, Osaka 530-0001,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2000-0000-0131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Sota Yuto Yamada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3-1-7040 Shin-Higashi-michi, Chuo-ku, Kobe 650-0001,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2000-0000-0140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B2B4DCE1-8103-4F03-8788-8B904E14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D8752791-DAB7-44E1-9C88-5C56AB23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03396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AF97B83B-3DB4-4321-951A-1B179040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Personal My Number / 個人番号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Sakura Hiroshi Sato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4-1-7077 Takara-Higashi-michi, Hakata-ku, Fukuoka 812-0011,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2000-0000-0158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Yuto Shota Matsumoto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5-1-7114 Ume-Higashi-michi, Aoba-ku, Yokohama 225-0001,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2000-0000-0166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Aoi Riku Watanabe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6-1-7151 Yamato-Higashi-michi, Aoba-ku, Sendai 980-0001,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2000-0000-0174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Ren Yuto Shimizu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7-1-7188 Aoba-Kita-michi, Chiyoda-ku, Tokyo 100-0001,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2000-0000-0182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Yui Hiroshi Nakamura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8-1-7225 Asahi-Kita-michi, Naka-ku, Nagoya 460-0001,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2000-0000-0190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Haruto Shota Abe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9-1-7262 Fuji-Kita-michi, Naka-ku, Yokohama 231-0001,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2000-0000-0204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Kaori Mei Yamada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1-2-7299 Hikari-Kita-michi, Naka-ku, Hiroshima 730-0001,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2000-0000-0212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Hiroshi Aoi Suzuki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2-2-7336 Kaede-Kita-michi, Chuo-ku, Sapporo 060-0001,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2000-0000-0220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Aya Yuto Matsumoto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3-2-7373 Midori-Kita-michi, Chuo-ku, Chiba 260-0001,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2000-0000-0239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Naoki Mio Watanabe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4-2-7410 Nishi-Kita-michi, Nakagyo-ku, Kyoto 604-8001,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2000-0000-0247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 Mei Shimizu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5-2-7447 Sakura-Kita-michi, Kita-ku, Osaka 530-0001,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2000-0000-0255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Kenji Aoi Kobayashi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6-2-7484 Shin-Kita-michi, Chuo-ku, Kobe 650-0001,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2000-0000-0263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Yuna Aya Abe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7-2-7521 Takara-Kita-michi, Hakata-ku, Fukuoka 812-0011,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2000-0000-0271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Shota Mio Yamada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8-2-7558 Ume-Kita-michi, Aoba-ku, Yokohama 225-0001,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2000-0000-0280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Mio Mei Suzuki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9-2-7595 Yamato-Kita-michi, Aoba-ku, Sendai 980-0001,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2000-0000-0298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8285D817-CACF-4401-93EA-94A85BB5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A76D8DE2-F009-4990-B18F-0666DCD5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262284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445B674C-601D-4EB6-96E0-BC874ABF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Personal My Number / 個人番号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Takumi Aoi Inoue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1-3-7632 Aoba-Minami-michi, Chiyoda-ku, Tokyo 100-0001,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2000-0000-0301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Rin Aya Watanabe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2-3-7669 Asahi-Minami-michi, Naka-ku, Nagoya 460-0001,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2000-0000-0310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Daiki Mio Shimizu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3-3-7706 Fuji-Minami-michi, Naka-ku, Yokohama 231-0001,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2000-0000-0328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Akari Mei Kobayashi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4-3-7743 Hikari-Minami-michi, Naka-ku, Hiroshima 730-0001,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2000-0000-0336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Riku Aoi Ikeda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5-3-7780 Kaede-Minami-michi, Chuo-ku, Sapporo 060-0001,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2000-0000-0344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Aya Yamada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6-3-7817 Midori-Minami-michi, Chuo-ku, Chiba 260-0001,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2000-0000-0352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Kaito Mio Suzuki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7-3-7854 Nishi-Minami-michi, Nakagyo-ku, Kyoto 604-8001,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2000-0000-0360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Hina Mei Inoue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8-3-7891 Sakura-Minami-michi, Kita-ku, Osaka 530-0001,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2000-0000-0379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Sota Aoi Ito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9-3-7928 Shin-Minami-michi, Chuo-ku, Kobe 650-0001,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2000-0000-0387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Sakura Aya Shimizu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1-4-7965 Takara-Minami-michi, Hakata-ku, Fukuoka 812-0011,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2000-0000-0395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Yuto Mio Kobayashi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2-4-8002 Ume-Minami-michi, Aoba-ku, Yokohama 225-0001,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2000-0000-0409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Aoi Mei Ikeda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3-4-8039 Yamato-Minami-michi, Aoba-ku, Sendai 980-0001,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2000-0000-0417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Ren Aoi Sasaki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4-4-8076 Aoba-Mori-michi, Chiyoda-ku, Tokyo 100-0001,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2000-0000-0425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Yui Aya Suzuki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5-4-8113 Asahi-Mori-michi, Naka-ku, Nagoya 460-0001,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2000-0000-0433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Haruto Mio Inoue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6-4-8150 Fuji-Mori-michi, Naka-ku, Yokohama 231-0001,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2000-0000-0441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46EFF27F-E415-4340-BBAA-CA826DDF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26BD029A-E098-4CBA-B1DC-374771E6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714531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8E1D1205-E607-4A5F-8D59-C54578C3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Personal My Number / 個人番号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Kaori Kaito Ito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7-4-8187 Hikari-Mori-michi, Naka-ku, Hiroshima 730-0001,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2000-0000-0450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Hiroshi Ren Yamazaki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8-4-8224 Kaede-Mori-michi, Chuo-ku, Sapporo 060-0001,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2000-0000-0468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Aya Naoki Kobayashi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9-4-8261 Midori-Mori-michi, Chuo-ku, Chiba 260-0001,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2000-0000-0476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Naoki Takumi Ikeda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1-5-8298 Nishi-Mori-michi, Nakagyo-ku, Kyoto 604-8001,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2000-0000-0484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 Kaito Sasaki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2-5-8335 Sakura-Mori-michi, Kita-ku, Osaka 530-0001,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2000-0000-0492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Kenji Ren Takahashi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3-5-8372 Shin-Mori-michi, Chuo-ku, Kobe 650-0001,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2000-0000-0506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Yuna Naoki Inoue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4-5-8409 Takara-Mori-michi, Hakata-ku, Fukuoka 812-0011,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2000-0000-0514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Shota Takumi Ito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5-5-8446 Ume-Mori-michi, Aoba-ku, Yokohama 225-0001,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2000-0000-0522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Mio Kaito Yamazaki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6-5-8483 Yamato-Mori-michi, Aoba-ku, Sendai 980-0001,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2000-0000-0530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Takumi Ren Kato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7-5-8520 Aoba-Sakae-michi, Chiyoda-ku, Tokyo 100-0001,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2000-0000-0549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Rin Naoki Ikeda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8-5-8557 Asahi-Sakae-michi, Naka-ku, Nagoya 460-0001,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2000-0000-0557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Daiki Takumi Sasaki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9-5-8594 Fuji-Sakae-michi, Naka-ku, Yokohama 231-0001,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2000-0000-0565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Akari Kaito Takahashi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1-6-8631 Hikari-Sakae-michi, Naka-ku, Hiroshima 730-0001,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2000-0000-0573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Riku Ren Kimura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2-6-8668 Kaede-Sakae-michi, Chuo-ku, Sapporo 060-0001,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2000-0000-0581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Naoki Ito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3-6-8705 Midori-Sakae-michi, Chuo-ku, Chiba 260-0001,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2000-0000-0590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86D62E5D-1AEE-4B23-9064-2AE183E8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3CB4964D-85E5-41D1-9D3A-325441DA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915355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2AF62D65-890B-4F8E-9150-A2A86640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Personal My Number / 個人番号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Kaito Takumi Yamazaki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4-6-8742 Nishi-Sakae-michi, Nakagyo-ku, Kyoto 604-8001,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2000-0000-0603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Hina Kaito Kato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5-6-8779 Sakura-Sakae-michi, Kita-ku, Osaka 530-0001,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2000-0000-0611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Sota Ren Hashimoto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6-6-8816 Shin-Sakae-michi, Chuo-ku, Kobe 650-0001,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2000-0000-0620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Sakura Naoki Sasaki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7-6-8853 Takara-Sakae-michi, Hakata-ku, Fukuoka 812-0011,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2000-0000-0638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Yuto Takumi Takahashi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8-6-8890 Ume-Sakae-michi, Aoba-ku, Yokohama 225-0001,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2000-0000-0646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Aoi Kaito Kimura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9-6-8927 Yamato-Sakae-michi, Aoba-ku, Sendai 980-0001,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2000-0000-0654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Ren Mei Yamamoto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1-7-8964 Aoba-Shiro-michi, Chiyoda-ku, Tokyo 100-0001,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2000-0000-0662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Yui Naoki Yamazaki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2-7-9001 Asahi-Shiro-michi, Naka-ku, Nagoya 460-0001,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2000-0000-0670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Haruto Takumi Kato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3-7-9038 Fuji-Shiro-michi, Naka-ku, Yokohama 231-0001,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2000-0000-0689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Kaori Hina Hashimoto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4-7-9075 Hikari-Shiro-michi, Naka-ku, Hiroshima 730-0001,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2000-0000-0697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Hiroshi Yui Yamaguchi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5-7-9112 Kaede-Shiro-michi, Chuo-ku, Sapporo 060-0001,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2000-0000-0700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Aya Emi Takahashi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6-7-9149 Midori-Shiro-michi, Chuo-ku, Chiba 260-0001,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2000-0000-0719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Naoki Rin Kimura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7-7-9186 Nishi-Shiro-michi, Nakagyo-ku, Kyoto 604-8001,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2000-0000-0727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 Hina Yamamoto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8-7-9223 Sakura-Shiro-michi, Kita-ku, Osaka 530-0001,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2000-0000-0735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Kenji Yui Mori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9-7-9260 Shin-Shiro-michi, Chuo-ku, Kobe 650-0001,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2000-0000-0743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876510B0-7669-44F5-B2B7-82AFFE3F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4922C3CC-BC6C-4299-9D7E-7E54DB92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221563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270A7044-CCD4-425F-8F11-E26DCABA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Personal My Number / 個人番号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Yuna Emi Kato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1-8-9297 Takara-Shiro-michi, Hakata-ku, Fukuoka 812-0011,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2000-0000-0751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Shota Rin Hashimoto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2-8-9334 Ume-Shiro-michi, Aoba-ku, Yokohama 225-0001,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2000-0000-0760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Mio Hina Yamaguchi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3-8-9371 Yamato-Shiro-michi, Aoba-ku, Sendai 980-0001,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2000-0000-0778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Takumi Yui Tanaka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4-8-9408 Aoba-Tani-michi, Chiyoda-ku, Tokyo 100-0001,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2000-0000-0786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Rin Emi Kimura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5-8-9445 Asahi-Tani-michi, Naka-ku, Nagoya 460-0001,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2000-0000-0794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Daiki Rin Yamamoto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6-8-9482 Fuji-Tani-michi, Naka-ku, Yokohama 231-0001,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2000-0000-0808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Akari Hina Mori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7-8-9519 Hikari-Tani-michi, Naka-ku, Hiroshima 730-0001,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2000-0000-0816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Riku Yui Yoshida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8-8-9556 Kaede-Tani-michi, Chuo-ku, Sapporo 060-0001,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2000-0000-0824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Emi Hashimoto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9-8-9593 Midori-Tani-michi, Chuo-ku, Chiba 260-0001,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2000-0000-0832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Kaito Rin Yamaguchi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1-9-9630 Nishi-Tani-michi, Nakagyo-ku, Kyoto 604-8001,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2000-0000-0840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Hina Takumi Tanaka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2-9-9667 Sakura-Tani-michi, Kita-ku, Osaka 530-0001,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2000-0000-0859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Sota Yui Hayashi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3-9-9704 Shin-Tani-michi, Chuo-ku, Kobe 650-0001,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2000-0000-0867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Sakura Emi Yamamoto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4-9-9741 Takara-Tani-michi, Hakata-ku, Fukuoka 812-0011,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2000-0000-0875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Yuto Rin Mori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5-9-9778 Ume-Tani-michi, Aoba-ku, Yokohama 225-0001,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2000-0000-0883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Aoi Hina Yoshida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6-9-9815 Yamato-Tani-michi, Aoba-ku, Sendai 980-0001,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2000-0000-0891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BBD1333F-1C68-46AD-8384-5A6A432D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5A8E4233-576E-45AC-B33B-AB1023AF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82865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8FC93F8E-282A-4C76-984A-5368C449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Personal My Number / 個人番号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Ren Yui Sato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7-9-9852 Aoba-Yama-michi, Chiyoda-ku, Tokyo 100-0001,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2000-0000-0905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Yui Emi Yamaguchi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8-9-9889 Asahi-Yama-michi, Naka-ku, Nagoya 460-0001,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2000-0000-0913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Haruto Rin Tanaka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9-9-46 Fuji-Yama-michi, Naka-ku, Yokohama 231-0001,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2000-0000-0921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Kaori Sota Hayashi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1-1-83 Hikari-Yama-michi, Naka-ku, Hiroshima 730-0001,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2000-0000-0930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Hiroshi Haruto Nakamura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2-1-120 Kaede-Yama-michi, Chuo-ku, Sapporo 060-0001,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2000-0000-0948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Aya Kenji Mori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3-1-157 Midori-Yama-michi, Chuo-ku, Chiba 260-0001,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2000-0000-0956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Naoki Daiki Yoshida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4-1-194 Nishi-Yama-michi, Nakagyo-ku, Kyoto 604-8001,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2000-0000-0964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 Sota Sato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5-1-231 Sakura-Yama-michi, Kita-ku, Osaka 530-0001,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2000-0000-0972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Kenji Haruto Matsumoto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6-1-268 Shin-Yama-michi, Chuo-ku, Kobe 650-0001,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2000-0000-0980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Yuna Kenji Tanaka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7-1-305 Takara-Yama-michi, Hakata-ku, Fukuoka 812-0011,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2000-0000-0999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Shota Daiki Hayashi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8-1-342 Ume-Yama-michi, Aoba-ku, Yokohama 225-0001,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2000-0000-1006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Mio Sota Nakamura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9-1-379 Yamato-Yama-michi, Aoba-ku, Sendai 980-0001,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Takumi Haruto Abe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1-2-416 Aoba-Hana-michi, Chiyoda-ku, Tokyo 100-0001,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2000-0000-1022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Rin Kenji Yoshida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2-2-453 Asahi-Hana-michi, Naka-ku, Nagoya 460-0001,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2000-0000-1030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Daiki Emi Sato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3-2-490 Fuji-Hana-michi, Naka-ku, Yokohama 231-0001,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2000-0000-1049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32D857DE-F4BC-47BD-BCEB-C684E0A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BB522B30-CEF8-4AB4-B76E-61E28C8D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469356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F41A1AD3-54C2-4611-882A-3D2879A8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Personal My Number / 個人番号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Akari Sota Matsumoto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4-2-527 Hikari-Hana-michi, Naka-ku, Hiroshima 730-0001,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2000-0000-1057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Riku Haruto Watanabe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5-2-564 Kaede-Hana-michi, Chuo-ku, Sapporo 060-0001,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2000-0000-1065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Kenji Hayashi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6-2-601 Midori-Hana-michi, Chuo-ku, Chiba 260-0001,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2000-0000-1073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Kaito Daiki Nakamura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7-2-638 Nishi-Hana-michi, Nakagyo-ku, Kyoto 604-8001,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Hina Sota Abe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8-2-675 Sakura-Hana-michi, Kita-ku, Osaka 530-0001,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2000-0000-1090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Sota Haruto Yamada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9-2-712 Shin-Hana-michi, Chuo-ku, Kobe 650-0001,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2000-0000-1103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Sakura Kenji Sato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1-3-749 Takara-Hana-michi, Hakata-ku, Fukuoka 812-0011,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2000-0000-1111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Yuto Daiki Matsumoto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2-3-786 Ume-Hana-michi, Aoba-ku, Yokohama 225-0001,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2000-0000-1120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Aoi Sota Watanabe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3-3-823 Yamato-Hana-michi, Aoba-ku, Sendai 980-0001,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2000-0000-1138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Ren Haruto Shimizu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4-3-860 Aoba-Kawa-michi, Chiyoda-ku, Tokyo 100-0001,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2000-0000-1146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Yui Kenji Nakamura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5-3-897 Asahi-Kawa-michi, Naka-ku, Nagoya 460-0001,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2000-0000-1154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Haruto Daiki Abe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6-3-934 Fuji-Kawa-michi, Naka-ku, Yokohama 231-0001,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2000-0000-1162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Kaori Sakura Yamada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7-3-971 Hikari-Kawa-michi, Naka-ku, Hiroshima 730-0001,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2000-0000-1170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Hiroshi Kaori Sato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8-3-1008 Kaede-Kawa-michi, Chuo-ku, Sapporo 060-0001,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2000-0000-1189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Aya Yuna Matsumoto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9-3-1045 Midori-Kawa-michi, Chuo-ku, Chiba 260-0001,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2000-0000-1197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0F30A799-AD45-4D4B-BC61-929FA26C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C11AE7E3-FA88-4846-9C1E-77221D00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167322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DDFA7A43-1976-4787-AF90-D5FC4045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Personal My Number / 個人番号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Naoki Akari Watanabe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1-4-1082 Nishi-Kawa-michi, Nakagyo-ku, Kyoto 604-8001,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2000-0000-1200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 Sakura Shimizu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2-4-1119 Sakura-Kawa-michi, Kita-ku, Osaka 530-0001,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2000-0000-1219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Kenji Kaori Nakamura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3-4-1156 Shin-Kawa-michi, Chuo-ku, Kobe 650-0001,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2000-0000-1227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Yuna Haruto Abe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4-4-1193 Takara-Kawa-michi, Hakata-ku, Fukuoka 812-0011,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2000-0000-1235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Shota Akari Yamada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5-4-1230 Ume-Kawa-michi, Aoba-ku, Yokohama 225-0001,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2000-0000-1243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Mio Sakura Suzuki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6-4-1267 Yamato-Kawa-michi, Aoba-ku, Sendai 980-0001,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2000-0000-1251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Takumi Kaori Matsumoto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7-4-1304 Aoba-Machi-michi, Chiyoda-ku, Tokyo 100-0001,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2000-0000-1260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Rin Yuna Watanabe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8-4-1341 Asahi-Machi-michi, Naka-ku, Nagoya 460-0001,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2000-0000-1278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Daiki Akari Shimizu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9-4-1378 Fuji-Machi-michi, Naka-ku, Yokohama 231-0001,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2000-0000-1286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Akari Sakura Kobayashi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1-5-1415 Hikari-Machi-michi, Naka-ku, Hiroshima 730-0001,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2000-0000-1294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Riku Kaori Abe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2-5-1452 Kaede-Machi-michi, Chuo-ku, Sapporo 060-0001,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2000-0000-1308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Yuna Yamada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3-5-1489 Midori-Machi-michi, Chuo-ku, Chiba 260-0001,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2000-0000-1316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Kaito Akari Suzuki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4-5-1526 Nishi-Machi-michi, Nakagyo-ku, Kyoto 604-8001,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2000-0000-1324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Hina Sakura Inoue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5-5-1563 Sakura-Machi-michi, Kita-ku, Osaka 530-0001,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2000-0000-1332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Sota Kaori Watanabe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6-5-1600 Shin-Machi-michi, Chuo-ku, Kobe 650-0001,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2000-0000-1340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B824A781-93A9-49BA-83B6-7E953EA2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8F36A149-54CB-4DA3-A1A5-3A4D3A04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835143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D33911F9-B793-491B-B450-F089E669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Personal My Number / 個人番号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Sakura Yuna Shimizu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7-5-1637 Takara-Machi-michi, Hakata-ku, Fukuoka 812-0011,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2000-0000-1359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Yuto Akari Kobayashi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8-5-1674 Ume-Machi-michi, Aoba-ku, Yokohama 225-0001,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2000-0000-1367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Aoi Sakura Ikeda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9-5-1711 Yamato-Machi-michi, Aoba-ku, Sendai 980-0001,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2000-0000-1375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Ren Kaori Yamada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1-6-1748 Aoba-Chuo-koji, Chiyoda-ku, Tokyo 100-0001,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2000-0000-1383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Yui Yuna Suzuki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2-6-1785 Asahi-Chuo-koji, Naka-ku, Nagoya 460-0001,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2000-0000-1391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Haruto Akari Inoue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3-6-1822 Fuji-Chuo-koji, Naka-ku, Yokohama 231-0001,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2000-0000-1405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Kaori Yuto Ito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4-6-1859 Hikari-Chuo-koji, Naka-ku, Hiroshima 730-0001,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2000-0000-1413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Hiroshi Sakura Shimizu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5-6-1896 Kaede-Chuo-koji, Chuo-ku, Sapporo 060-0001,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2000-0000-1421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Aya Shota Kobayashi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6-6-1933 Midori-Chuo-koji, Chuo-ku, Chiba 260-0001,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2000-0000-1430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Naoki Riku Ikeda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7-6-1970 Nishi-Chuo-koji, Nakagyo-ku, Kyoto 604-8001,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2000-0000-1448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 Yuto Sasaki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8-6-2007 Sakura-Chuo-koji, Kita-ku, Osaka 530-0001,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2000-0000-1456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Kenji Hiroshi Suzuki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9-6-2044 Shin-Chuo-koji, Chuo-ku, Kobe 650-0001,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2000-0000-1464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Yuna Shota Inoue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1-7-2081 Takara-Chuo-koji, Hakata-ku, Fukuoka 812-0011,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2000-0000-1472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Shota Riku Ito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2-7-2118 Ume-Chuo-koji, Aoba-ku, Yokohama 225-0001,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2000-0000-1480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Mio Yuto Yamazaki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3-7-2155 Yamato-Chuo-koji, Aoba-ku, Sendai 980-0001,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2000-0000-1499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100E0101-8086-40D3-A474-1BE98069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C9ABE014-3DDC-466D-AB03-DF060F50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72930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2026-07-30T10:49:35.9780000Z</dcterms:created>
  <dcterms:modified xsi:type="dcterms:W3CDTF">2026-07-30T10:49:35.9780000Z</dcterms:modified>
</coreProperties>
</file>
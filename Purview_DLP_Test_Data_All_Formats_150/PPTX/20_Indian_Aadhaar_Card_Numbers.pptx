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f391fa48174466" /><Relationship Type="http://schemas.openxmlformats.org/officeDocument/2006/relationships/extended-properties" Target="/docProps/app.xml" Id="R2ffcc72d67d04775" /><Relationship Type="http://schemas.openxmlformats.org/officeDocument/2006/relationships/officeDocument" Target="/ppt/presentation.xml" Id="Rb7dd7f22d3114e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2111ab10bc4229"/>
  </p:sldMasterIdLst>
  <p:notesMasterIdLst>
    <p:notesMasterId xmlns:r="http://schemas.openxmlformats.org/officeDocument/2006/relationships" r:id="R8be59ed6e27247f6"/>
  </p:notesMasterIdLst>
  <p:sldIdLst>
    <p:sldId xmlns:r="http://schemas.openxmlformats.org/officeDocument/2006/relationships" id="256" r:id="R0e0432cf4d544fea"/>
    <p:sldId xmlns:r="http://schemas.openxmlformats.org/officeDocument/2006/relationships" id="257" r:id="Re8af6ebe0feb48a9"/>
    <p:sldId xmlns:r="http://schemas.openxmlformats.org/officeDocument/2006/relationships" id="258" r:id="R9d94bfd30de24f06"/>
    <p:sldId xmlns:r="http://schemas.openxmlformats.org/officeDocument/2006/relationships" id="259" r:id="R1819911e7f7348d8"/>
    <p:sldId xmlns:r="http://schemas.openxmlformats.org/officeDocument/2006/relationships" id="260" r:id="Ra54b47d6f2474480"/>
    <p:sldId xmlns:r="http://schemas.openxmlformats.org/officeDocument/2006/relationships" id="261" r:id="R8dfd82342cbc4b5f"/>
    <p:sldId xmlns:r="http://schemas.openxmlformats.org/officeDocument/2006/relationships" id="262" r:id="R0adebad1094247c0"/>
    <p:sldId xmlns:r="http://schemas.openxmlformats.org/officeDocument/2006/relationships" id="263" r:id="Rb8b7134110ab4e24"/>
    <p:sldId xmlns:r="http://schemas.openxmlformats.org/officeDocument/2006/relationships" id="264" r:id="Rfad29961514242a7"/>
    <p:sldId xmlns:r="http://schemas.openxmlformats.org/officeDocument/2006/relationships" id="265" r:id="R022ed33cef4f4476"/>
    <p:sldId xmlns:r="http://schemas.openxmlformats.org/officeDocument/2006/relationships" id="266" r:id="Rcf180dab2a7e492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a211baa2fd4587" /><Relationship Type="http://schemas.openxmlformats.org/officeDocument/2006/relationships/slideMaster" Target="/ppt/slideMasters/slideMaster1.xml" Id="Rae2111ab10bc4229" /><Relationship Type="http://schemas.openxmlformats.org/officeDocument/2006/relationships/notesMaster" Target="/ppt/notesMasters/notesMaster1.xml" Id="R8be59ed6e27247f6" /><Relationship Type="http://schemas.openxmlformats.org/officeDocument/2006/relationships/presProps" Target="/ppt/presProps.xml" Id="R2e6ec2c3a1b942a6" /><Relationship Type="http://schemas.openxmlformats.org/officeDocument/2006/relationships/tableStyles" Target="/ppt/tableStyles.xml" Id="Rc033bf36bb6c44f2" /><Relationship Type="http://schemas.openxmlformats.org/officeDocument/2006/relationships/slide" Target="/ppt/slides/slide1.xml" Id="R0e0432cf4d544fea" /><Relationship Type="http://schemas.openxmlformats.org/officeDocument/2006/relationships/slide" Target="/ppt/slides/slide2.xml" Id="Re8af6ebe0feb48a9" /><Relationship Type="http://schemas.openxmlformats.org/officeDocument/2006/relationships/slide" Target="/ppt/slides/slide3.xml" Id="R9d94bfd30de24f06" /><Relationship Type="http://schemas.openxmlformats.org/officeDocument/2006/relationships/slide" Target="/ppt/slides/slide4.xml" Id="R1819911e7f7348d8" /><Relationship Type="http://schemas.openxmlformats.org/officeDocument/2006/relationships/slide" Target="/ppt/slides/slide5.xml" Id="Ra54b47d6f2474480" /><Relationship Type="http://schemas.openxmlformats.org/officeDocument/2006/relationships/slide" Target="/ppt/slides/slide6.xml" Id="R8dfd82342cbc4b5f" /><Relationship Type="http://schemas.openxmlformats.org/officeDocument/2006/relationships/slide" Target="/ppt/slides/slide7.xml" Id="R0adebad1094247c0" /><Relationship Type="http://schemas.openxmlformats.org/officeDocument/2006/relationships/slide" Target="/ppt/slides/slide8.xml" Id="Rb8b7134110ab4e24" /><Relationship Type="http://schemas.openxmlformats.org/officeDocument/2006/relationships/slide" Target="/ppt/slides/slide9.xml" Id="Rfad29961514242a7" /><Relationship Type="http://schemas.openxmlformats.org/officeDocument/2006/relationships/slide" Target="/ppt/slides/slide10.xml" Id="R022ed33cef4f4476" /><Relationship Type="http://schemas.openxmlformats.org/officeDocument/2006/relationships/slide" Target="/ppt/slides/slide11.xml" Id="Rcf180dab2a7e49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e795e6bb2e4f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76b1138700462b" /><Relationship Type="http://schemas.openxmlformats.org/officeDocument/2006/relationships/notesMaster" Target="/ppt/notesMasters/notesMaster1.xml" Id="R873a5e358b9a40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8c916979864bb9" /><Relationship Type="http://schemas.openxmlformats.org/officeDocument/2006/relationships/notesMaster" Target="/ppt/notesMasters/notesMaster1.xml" Id="R2c21d7b1d63949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a923871c3f4d72" /><Relationship Type="http://schemas.openxmlformats.org/officeDocument/2006/relationships/notesMaster" Target="/ppt/notesMasters/notesMaster1.xml" Id="R1198e0be7ec84e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ce398ed55e4446" /><Relationship Type="http://schemas.openxmlformats.org/officeDocument/2006/relationships/notesMaster" Target="/ppt/notesMasters/notesMaster1.xml" Id="Re875850bed8d4b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8aa3cbc00c4b0c" /><Relationship Type="http://schemas.openxmlformats.org/officeDocument/2006/relationships/notesMaster" Target="/ppt/notesMasters/notesMaster1.xml" Id="R6552c6ae07e246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de9d3604a74da7" /><Relationship Type="http://schemas.openxmlformats.org/officeDocument/2006/relationships/notesMaster" Target="/ppt/notesMasters/notesMaster1.xml" Id="Rccf7f937844b43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96c1d0969642c7" /><Relationship Type="http://schemas.openxmlformats.org/officeDocument/2006/relationships/notesMaster" Target="/ppt/notesMasters/notesMaster1.xml" Id="Rd32bb526bcbc49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3fdfea97f04406" /><Relationship Type="http://schemas.openxmlformats.org/officeDocument/2006/relationships/notesMaster" Target="/ppt/notesMasters/notesMaster1.xml" Id="R95fde531822c4b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c9c57b579e4941" /><Relationship Type="http://schemas.openxmlformats.org/officeDocument/2006/relationships/notesMaster" Target="/ppt/notesMasters/notesMaster1.xml" Id="Rf9172e9da9b34e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22c3c111214191" /><Relationship Type="http://schemas.openxmlformats.org/officeDocument/2006/relationships/notesMaster" Target="/ppt/notesMasters/notesMaster1.xml" Id="R3dcbc60eb69948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af89afece04959" /><Relationship Type="http://schemas.openxmlformats.org/officeDocument/2006/relationships/notesMaster" Target="/ppt/notesMasters/notesMaster1.xml" Id="R80cff5b8126646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4f242e805640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e527308d034e7b" /><Relationship Type="http://schemas.openxmlformats.org/officeDocument/2006/relationships/slideLayout" Target="/ppt/slideLayouts/slideLayout1.xml" Id="Rc23ee7a55c9245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3ee7a55c9245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74814133148e1" /><Relationship Type="http://schemas.openxmlformats.org/officeDocument/2006/relationships/notesSlide" Target="/ppt/notesSlides/notesSlide1.xml" Id="R830aeb0a9c9440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7c2bd3a4f409e" /><Relationship Type="http://schemas.openxmlformats.org/officeDocument/2006/relationships/notesSlide" Target="/ppt/notesSlides/notesSlide2.xml" Id="Raf76f91a3fab43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41f2c83fa4bf1" /><Relationship Type="http://schemas.openxmlformats.org/officeDocument/2006/relationships/notesSlide" Target="/ppt/notesSlides/notesSlide3.xml" Id="Raf066656cca449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897aa861e4fbf" /><Relationship Type="http://schemas.openxmlformats.org/officeDocument/2006/relationships/notesSlide" Target="/ppt/notesSlides/notesSlide4.xml" Id="Rb476458c3c914c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2a08f366a4090" /><Relationship Type="http://schemas.openxmlformats.org/officeDocument/2006/relationships/notesSlide" Target="/ppt/notesSlides/notesSlide5.xml" Id="Rd3cd1a5883ec42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90b2772164ecf" /><Relationship Type="http://schemas.openxmlformats.org/officeDocument/2006/relationships/notesSlide" Target="/ppt/notesSlides/notesSlide6.xml" Id="R2b97ec8f5e2144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cb7c90ef64c62" /><Relationship Type="http://schemas.openxmlformats.org/officeDocument/2006/relationships/notesSlide" Target="/ppt/notesSlides/notesSlide7.xml" Id="R52eacd82ce4c4b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726d468de41ba" /><Relationship Type="http://schemas.openxmlformats.org/officeDocument/2006/relationships/notesSlide" Target="/ppt/notesSlides/notesSlide8.xml" Id="R4183d70e29b74f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e3f3eeaab4cc4" /><Relationship Type="http://schemas.openxmlformats.org/officeDocument/2006/relationships/notesSlide" Target="/ppt/notesSlides/notesSlide9.xml" Id="Re2bb1ba90aa345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456e32f614a12" /><Relationship Type="http://schemas.openxmlformats.org/officeDocument/2006/relationships/notesSlide" Target="/ppt/notesSlides/notesSlide10.xml" Id="R609b1b3292d241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31a13025e4d3f" /><Relationship Type="http://schemas.openxmlformats.org/officeDocument/2006/relationships/notesSlide" Target="/ppt/notesSlides/notesSlide11.xml" Id="Rac3da891d5f449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EBA38196-9C93-4475-8BA7-FFF196B7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651A6A-4049-4B34-9325-7CE0FB61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Aadhaar / Aadhar UIDAI Number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EF4324C-05AE-4058-A1C3-AB4A54AE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008F126E-5DF8-4625-ACC8-20932457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1991389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35D2879A-A63E-44E1-9B91-A8802573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Aadhaar / Aadhar UIDAI Number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Aadhya Ishita Bose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1, 959 Ashoka Enclave Road, New Delhi, Delhi 110001,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2100 0000 0007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Aarav Aadhya Patel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2, 996 Banyan Enclave Road, Hyderabad, Telangana 500001,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2100 0000 0011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Simran Aman Bhatia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3, 1033 Cauvery Enclave Road, Bengaluru, Karnataka 560001,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2100 0000 0024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Sahil Vihaan Mehta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4, 1070 Gulmohar Enclave Road, Lucknow, Uttar Pradesh 226001,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2100 0000 0030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Tara Kabir Agarwal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5, 1107 Jasmine Enclave Road, Kolkata, West Bengal 700001,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2100 0000 0048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Dev Aarav Nair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6, 1144 Kaveri Enclave Road, Kochi, Kerala 682001,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Riya Aman Arora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7, 1181 Lotus Enclave Road, Pune, Maharashtra 411001,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2100 0000 0069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Aman Vihaan Bose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8, 1218 Mango Enclave Road, Mumbai, Maharashtra 400001,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2100 0000 0076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Neha Kabir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9, 1255 Narmada Enclave Road, Ahmedabad, Gujarat 380001,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2100 0000 0082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Karan Aarav Desai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10, 1292 Peepal Enclave Road, Chennai, Tamil Nadu 600001,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2100 0000 0095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Priya Aman Mehta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11, 1329 Saffron Enclave Road, Chandigarh, Chandigarh 160017,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2100 0000 0105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Rahul Vihaan Agarwal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12, 1366 Yamuna Enclave Road, Jaipur, Rajasthan 302001,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2100 0000 0114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Nisha Kabir Nair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13, 1403 Ashoka Garden Road, New Delhi, Delhi 110001,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2100 0000 0122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Vihaan Aarav Kohli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14, 1440 Banyan Garden Road, Hyderabad, Telangana 500001,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2100 0000 0133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Kavya Aman Bose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15, 1477 Cauvery Garden Road, Bengaluru, Karnataka 560001,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2100 0000 0146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3887F5A0-AE6B-4271-8C39-DB6B8B0F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D4BC4030-199C-4F61-B1D0-0E4E84DA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793955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844501FB-814E-401F-9E0F-DBC85C34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Aadhaar / Aadhar UIDAI Number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Aditya Vihaan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16, 1514 Gulmohar Garden Road, Lucknow, Uttar Pradesh 226001,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2100 0000 0151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Meera Kabir Desai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17, 1551 Jasmine Garden Road, Kolkata, West Bengal 700001,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2100 0000 0167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Rohan Aarav Kapoor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18, 1588 Kaveri Garden Road, Kochi, Kerala 682001,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2100 0000 0179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Ishita Aman Agarwal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19, 1625 Lotus Garden Road, Pune, Maharashtra 411001,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2100 0000 0180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Kabir Vihaan Nair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20, 1662 Mango Garden Road, Mumbai, Maharashtra 400001,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2100 0000 0198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Diya Kabir Kohli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21, 1699 Narmada Garden Road, Ahmedabad, Gujarat 380001,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2100 0000 0200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Arjun Aarav Chopra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22, 1736 Peepal Garden Road, Chennai, Tamil Nadu 600001,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2100 0000 0216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Ananya Aman Patel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23, 1773 Saffron Garden Road, Chandigarh, Chandigarh 160017,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2100 0000 0228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Vivaan Vihaan Desai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24, 1810 Yamuna Garden Road, Jaipur, Rajasthan 302001,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2100 0000 0237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Aadhya Kabir Kapoor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25, 1847 Ashoka Heights Road, New Delhi, Delhi 110001,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2100 0000 0244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Aarav Ishita Rao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26, 1884 Banyan Heights Road, Hyderabad, Telangana 500001,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2100 0000 0259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Simran Neha Nair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27, 1921 Cauvery Heights Road, Bengaluru, Karnataka 560001,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2100 0000 0263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Sahil Kavya Kohli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28, 1958 Gulmohar Heights Road, Lucknow, Uttar Pradesh 226001,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2100 0000 0271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Tara Diya Chopra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29, 1995 Jasmine Heights Road, Kolkata, West Bengal 700001,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2100 0000 0285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Dev Simran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30, 2032 Kaveri Heights Road, Kochi, Kerala 682001,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2100 0000 0292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272DB8F5-1EAB-428B-BC6C-78D94D00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38F9B33F-D77A-4E94-9855-30B48CC0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049409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0D5AEA2C-5E80-4995-B415-06D1A754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Aadhaar / Aadhar UIDAI Number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Riya Neha Desai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31, 2069 Lotus Heights Road, Pune, Maharashtra 411001,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2100 0000 0302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Aman Kavya Kapoor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32, 2106 Mango Heights Road, Mumbai, Maharashtra 400001,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2100 0000 0318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Neha Diya Rao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33, 2143 Narmada Heights Road, Ahmedabad, Gujarat 380001,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2100 0000 0325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Karan Simran Nair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34, 2180 Peepal Heights Road, Chennai, Tamil Nadu 600001,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2100 0000 0339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Priya Neha Kohli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35, 2217 Saffron Heights Road, Chandigarh, Chandigarh 160017,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2100 0000 0341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Rahul Kavya Chopra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36, 2254 Yamuna Heights Road, Jaipur, Rajasthan 302001,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2100 0000 0356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Nisha Diya Singh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37, 2291 Ashoka Nagar Road, New Delhi, Delhi 110001,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2100 0000 0360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Vihaan Simran Desai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38, 2328 Banyan Nagar Road, Hyderabad, Telangana 500001,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2100 0000 0373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Kavya Neha Kapoor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39, 2365 Cauvery Nagar Road, Bengaluru, Karnataka 560001,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2100 0000 0387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Aditya Kavya Rao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40, 2402 Gulmohar Nagar Road, Lucknow, Uttar Pradesh 226001,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2100 0000 0394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Meera Diya Reddy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41, 2439 Jasmine Nagar Road, Kolkata, West Bengal 700001,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2100 0000 0409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Rohan Simran Kohli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42, 2476 Kaveri Nagar Road, Kochi, Kerala 682001,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2100 0000 0413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Ishita Neha Chopra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43, 2513 Lotus Nagar Road, Pune, Maharashtra 411001,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2100 0000 0421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Kabir Kavya Singh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44, 2550 Mango Nagar Road, Mumbai, Maharashtra 400001,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2100 0000 0432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Diya Vihaan Menon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45, 2587 Narmada Nagar Road, Ahmedabad, Gujarat 380001,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2100 0000 0445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D3514A8D-F01D-46F5-8BEC-CFA52C65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B7F577D7-2B1D-4B5E-B917-293326C8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300024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5D1BAF8F-E101-40EB-B8C3-26502FC0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Aadhaar / Aadhar UIDAI Number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Arjun Simran Kapoor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46, 2624 Peepal Nagar Road, Chennai, Tamil Nadu 600001,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2100 0000 0450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Ananya Neha Rao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47, 2661 Saffron Nagar Road, Chandigarh, Chandigarh 160017,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2100 0000 0466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Vivaan Kavya Reddy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48, 2698 Yamuna Nagar Road, Jaipur, Rajasthan 302001,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2100 0000 0478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Aadhya Diya Sharma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49, 2735 Ashoka Park Road, New Delhi, Delhi 110001,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2100 0000 0484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Aarav Simran Chopra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50, 2772 Banyan Park Road, Hyderabad, Telangana 500001,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2100 0000 0497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Simran Karan Singh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51, 2809 Cauvery Park Road, Bengaluru, Karnataka 560001,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2100 0000 0506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Sahil Aditya Menon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52, 2846 Gulmohar Park Road, Lucknow, Uttar Pradesh 226001,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2100 0000 0510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Tara Arjun Malhotra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53, 2883 Jasmine Park Road, Kolkata, West Bengal 700001,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2100 0000 0523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Dev Sahil Rao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54, 2920 Kaveri Park Road, Kochi, Kerala 682001,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2100 0000 0534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Riya Karan Reddy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55, 2957 Lotus Park Road, Pune, Maharashtra 411001,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2100 0000 0547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Aman Aditya Sharma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56, 2994 Mango Park Road, Mumbai, Maharashtra 400001,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2100 0000 0552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Neha Arjun Khanna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57, 3031 Narmada Park Road, Ahmedabad, Gujarat 380001,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2100 0000 0568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Karan Sahil Singh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58, 3068 Peepal Park Road, Chennai, Tamil Nadu 600001,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2100 0000 0575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Priya Karan Menon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59, 3105 Saffron Park Road, Chandigarh, Chandigarh 160017,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2100 0000 0581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Rahul Aditya Malhotra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60, 3142 Yamuna Park Road, Jaipur, Rajasthan 302001,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2100 0000 0599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F0924FC5-DE6D-4078-A860-F03B5A4E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1FA70A00-F337-4421-BBE2-5615CC84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584244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90AB942A-77B6-4039-8885-2C77536D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Aadhaar / Aadhar UIDAI Number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Nisha Arjun Sethi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61, 3179 Ashoka Vihar Road, New Delhi, Delhi 110001,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2100 0000 0608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Vihaan Sahil Reddy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62, 3216 Banyan Vihar Road, Hyderabad, Telangana 500001,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2100 0000 0612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Kavya Karan Sharma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63, 3253 Cauvery Vihar Road, Bengaluru, Karnataka 560001,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2100 0000 0620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Aditya Neha Khanna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64, 3290 Gulmohar Vihar Road, Lucknow, Uttar Pradesh 226001,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2100 0000 0631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Meera Arjun Gupta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65, 3327 Jasmine Vihar Road, Kolkata, West Bengal 700001,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2100 0000 0649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Rohan Sahil Menon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66, 3364 Kaveri Vihar Road, Kochi, Kerala 682001,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2100 0000 0654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Ishita Karan Malhotra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67, 3401 Lotus Vihar Road, Pune, Maharashtra 411001,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2100 0000 0665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Kabir Aditya Sethi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68, 3438 Mango Vihar Road, Mumbai, Maharashtra 400001,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2100 0000 0677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Diya Arjun Joshi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69, 3475 Narmada Vihar Road, Ahmedabad, Gujarat 380001,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2100 0000 0683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Arjun Sahil Sharma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70, 3512 Peepal Vihar Road, Chennai, Tamil Nadu 600001,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2100 0000 0696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Ananya Karan Khanna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71, 3549 Saffron Vihar Road, Chandigarh, Chandigarh 160017,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2100 0000 0704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Vivaan Aditya Gupta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72, 3586 Yamuna Vihar Road, Jaipur, Rajasthan 302001,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2100 0000 0715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Aadhya Arjun Saxena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1, 3623 Ashoka View Road, New Delhi, Delhi 110001,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2100 0000 0727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Aarav Sahil Malhotra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2, 3660 Banyan View Road, Hyderabad, Telangana 500001,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2100 0000 0736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Simran Priya Sethi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3, 3697 Cauvery View Road, Bengaluru, Karnataka 560001,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2100 0000 0743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7EFBD1C2-1CA5-4BDF-9F22-152A1BF7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0E7EFC43-F879-40BB-BB85-944E4907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946651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D08B68F3-E826-4D9B-ADBA-6CA5A3DD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Aadhaar / Aadhar UIDAI Number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Sahil Meera Joshi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4, 3734 Gulmohar View Road, Lucknow, Uttar Pradesh 226001,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2100 0000 0758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Tara Ananya Verma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5, 3771 Jasmine View Road, Kolkata, West Bengal 700001,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2100 0000 0762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Dev Tara Khanna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6, 3808 Kaveri View Road, Kochi, Kerala 682001,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2100 0000 0770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Riya Priya Gupta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7, 3845 Lotus View Road, Pune, Maharashtra 411001,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2100 0000 0789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Aman Meera Saxena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8, 3882 Mango View Road, Mumbai, Maharashtra 400001,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2100 0000 0791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Neha Ananya Iyer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9, 3919 Narmada View Road, Ahmedabad, Gujarat 380001,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2100 0000 0801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Karan Tara Sethi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10, 3956 Peepal View Road, Chennai, Tamil Nadu 600001,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2100 0000 0817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Priya Sahil Joshi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11, 3993 Saffron View Road, Chandigarh, Chandigarh 160017,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2100 0000 0829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Rahul Meera Verma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12, 4030 Yamuna View Road, Jaipur, Rajasthan 302001,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2100 0000 0838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Nisha Ananya Bhatia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13, 4067 Ashoka Colony Road, New Delhi, Delhi 110001,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2100 0000 0840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Vihaan Tara Gupta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14, 4104 Banyan Colony Road, Hyderabad, Telangana 500001,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2100 0000 0855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Kavya Priya Saxena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15, 4141 Cauvery Colony Road, Bengaluru, Karnataka 560001,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2100 0000 0864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Aditya Meera Iyer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16, 4178 Gulmohar Colony Road, Lucknow, Uttar Pradesh 226001,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2100 0000 0872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Meera Ananya Arora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17, 4215 Jasmine Colony Road, Kolkata, West Bengal 700001,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2100 0000 0886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Rohan Tara Joshi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18, 4252 Kaveri Colony Road, Kochi, Kerala 682001,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2100 0000 0893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6D43DD98-D60A-4E2A-B4C9-7AF89F5E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6E5E1625-2F03-452B-8A46-F0C85EFE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8421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6A16ACA7-4B96-411C-BC35-7D6FF759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Aadhaar / Aadhar UIDAI Number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Ishita Priya Verma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19, 4289 Lotus Colony Road, Pune, Maharashtra 411001,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2100 0000 0903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Kabir Meera Bhatia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20, 4326 Mango Colony Road, Mumbai, Maharashtra 400001,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2100 0000 0919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Diya Ananya Mehta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21, 4363 Narmada Colony Road, Ahmedabad, Gujarat 380001,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2100 0000 0926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Arjun Tara Saxena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22, 4400 Peepal Colony Road, Chennai, Tamil Nadu 600001,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2100 0000 0935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Ananya Priya Iyer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23, 4437 Saffron Colony Road, Chandigarh, Chandigarh 160017,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2100 0000 0942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Vivaan Meera Arora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24, 4474 Yamuna Colony Road, Jaipur, Rajasthan 302001,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2100 0000 0957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Aadhya Ananya Bose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25, 4511 Ashoka Residency Road, New Delhi, Delhi 110001,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2100 0000 0961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Aarav Tara Verma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26, 4548 Banyan Residency Road, Hyderabad, Telangana 500001,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2100 0000 0974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Simran Rahul Bhatia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27, 4585 Cauvery Residency Road, Bengaluru, Karnataka 560001,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2100 0000 0988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Sahil Rohan Mehta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28, 4622 Gulmohar Residency Road, Lucknow, Uttar Pradesh 226001,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2100 0000 0990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Tara Vivaan Agarwal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29, 4659 Jasmine Residency Road, Kolkata, West Bengal 700001,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2100 0000 1006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Dev Ananya Iyer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30, 4696 Kaveri Residency Road, Kochi, Kerala 682001,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Riya Rahul Arora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31, 4733 Lotus Residency Road, Pune, Maharashtra 411001,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2100 0000 1023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Aman Rohan Bose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32, 4770 Mango Residency Road, Mumbai, Maharashtra 400001,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Neha Vivaan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33, 4807 Narmada Residency Road, Ahmedabad, Gujarat 380001,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2100 0000 1047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033B723F-0A40-405D-9048-D4688C73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94E6252D-5796-41ED-9386-C315CB6F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16264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0166B2B2-33FB-47C4-8053-245BCA17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Aadhaar / Aadhar UIDAI Number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Karan Dev Bhatia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34, 4844 Peepal Residency Road, Chennai, Tamil Nadu 600001,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2100 0000 1052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Priya Rahul Mehta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35, 4881 Saffron Residency Road, Chandigarh, Chandigarh 160017,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Rahul Rohan Agarwal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36, 4918 Yamuna Residency Road, Jaipur, Rajasthan 302001,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2100 0000 1075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Nisha Vivaan Nair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37, 4955 Ashoka Square Road, New Delhi, Delhi 110001,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Vihaan Dev Arora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38, 4992 Banyan Square Road, Hyderabad, Telangana 500001,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2100 0000 1099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Kavya Rahul Bose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39, 5029 Cauvery Square Road, Bengaluru, Karnataka 560001,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Aditya Rohan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40, 5066 Gulmohar Square Road, Lucknow, Uttar Pradesh 226001,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2100 0000 1113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Meera Vivaan Desai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41, 5103 Jasmine Square Road, Kolkata, West Bengal 700001,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2100 0000 1121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Rohan Dev Mehta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42, 5140 Kaveri Square Road, Kochi, Kerala 682001,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2100 0000 1132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Ishita Rahul Agarwal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43, 5177 Lotus Square Road, Pune, Maharashtra 411001,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Kabir Rohan Nair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44, 5214 Mango Square Road, Mumbai, Maharashtra 400001,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2100 0000 1150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Diya Vivaan Kohli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45, 5251 Narmada Square Road, Ahmedabad, Gujarat 380001,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2100 0000 1166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Arjun Dev Bose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46, 5288 Peepal Square Road, Chennai, Tamil Nadu 600001,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2100 0000 1178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Ananya Rahul Patel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47, 5325 Saffron Square Road, Chandigarh, Chandigarh 160017,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2100 0000 1184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Vivaan Rohan Desai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48, 5362 Yamuna Square Road, Jaipur, Rajasthan 302001,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2100 0000 1197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6A796D50-D927-42AC-A2C7-A44492C6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C84D930D-E6D3-4905-9940-A117A435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83016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501D1361-8D4D-4EC7-A7D2-846DB028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Aadhaar / Aadhar UIDAI Number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Aadhya Vivaan Kapoor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49, 5399 Ashoka Terrace Road, New Delhi, Delhi 110001,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2100 0000 1204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Aarav Dev Agarwal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50, 5436 Banyan Terrace Road, Hyderabad, Telangana 500001,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2100 0000 1215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Simran Nisha Nair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51, 5473 Cauvery Terrace Road, Bengaluru, Karnataka 560001,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2100 0000 1227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Sahil Ishita Kohli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52, 5510 Gulmohar Terrace Road, Lucknow, Uttar Pradesh 226001,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2100 0000 1236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Tara Aadhya Chopra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53, 5547 Jasmine Terrace Road, Kolkata, West Bengal 700001,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2100 0000 1243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Dev Riya Patel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54, 5584 Kaveri Terrace Road, Kochi, Kerala 682001,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2100 0000 1258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Riya Nisha Desai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55, 5621 Lotus Terrace Road, Pune, Maharashtra 411001,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2100 0000 1262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Aman Ishita Kapoor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56, 5658 Mango Terrace Road, Mumbai, Maharashtra 400001,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2100 0000 1270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Neha Aadhya Rao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57, 5695 Narmada Terrace Road, Ahmedabad, Gujarat 380001,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2100 0000 1289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Karan Riya Nair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58, 5732 Peepal Terrace Road, Chennai, Tamil Nadu 600001,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2100 0000 1291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Priya Nisha Kohli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59, 5769 Saffron Terrace Road, Chandigarh, Chandigarh 160017,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2100 0000 1301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Rahul Ishita Chopra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60, 5806 Yamuna Terrace Road, Jaipur, Rajasthan 302001,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2100 0000 1317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Nisha Aadhya Singh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61, 5843 Ashoka Valley Road, New Delhi, Delhi 110001,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2100 0000 1329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Vihaan Riya Desai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62, 5880 Banyan Valley Road, Hyderabad, Telangana 500001,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2100 0000 1338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Kavya Nisha Kapoor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63, 5917 Cauvery Valley Road, Bengaluru, Karnataka 560001,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2100 0000 1340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FE64AAA4-7E19-493E-AAF2-01EE52B6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C2D6B7F1-81ED-4E3E-A399-135FD6E0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853759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40E6DBD3-B8DF-4D3F-A073-DAA7FFD2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Aadhaar / Aadhar UIDAI Number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Aditya Ishita Rao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64, 5954 Gulmohar Valley Road, Lucknow, Uttar Pradesh 226001,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2100 0000 1355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Meera Aadhya Reddy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65, 5991 Jasmine Valley Road, Kolkata, West Bengal 700001,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2100 0000 1364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Rohan Riya Kohli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66, 6028 Kaveri Valley Road, Kochi, Kerala 682001,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2100 0000 1372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Ishita Nisha Chopra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67, 6065 Lotus Valley Road, Pune, Maharashtra 411001,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2100 0000 1386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Kabir Ishita Singh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68, 6102 Mango Valley Road, Mumbai, Maharashtra 400001,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2100 0000 1393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Diya Aadhya Menon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69, 6139 Narmada Valley Road, Ahmedabad, Gujarat 380001,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2100 0000 1408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Arjun Riya Kapoor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70, 6176 Peepal Valley Road, Chennai, Tamil Nadu 600001,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2100 0000 1412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Ananya Nisha Rao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71, 6213 Saffron Valley Road, Chandigarh, Chandigarh 160017,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2100 0000 1420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Vivaan Ishita Reddy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72, 6250 Yamuna Valley Road, Jaipur, Rajasthan 302001,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2100 0000 1431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Aadhya Rohan Sharma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1, 6287 Ashoka Enclave Marg, New Delhi, Delhi 110001,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2100 0000 1449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Aarav Riya Chopra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2, 6324 Banyan Enclave Marg, Hyderabad, Telangana 500001,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2100 0000 1454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Simran Vihaan Singh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3, 6361 Cauvery Enclave Marg, Bengaluru, Karnataka 560001,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2100 0000 1465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Sahil Kabir Menon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4, 6398 Gulmohar Enclave Marg, Lucknow, Uttar Pradesh 226001,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2100 0000 1477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Tara Aarav Malhotra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5, 6435 Jasmine Enclave Marg, Kolkata, West Bengal 700001, India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2100 0000 1483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Dev Aman Rao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6, 6472 Kaveri Enclave Marg, Kochi, Kerala 682001, India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2100 0000 1496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F85342A8-91C9-49E2-B174-D9B65AD9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DFBA88CB-F289-4D56-86AD-4B9198D5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9363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2026-07-30T10:49:30.8010000Z</dcterms:created>
  <dcterms:modified xsi:type="dcterms:W3CDTF">2026-07-30T10:49:30.8010000Z</dcterms:modified>
</coreProperties>
</file>
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1e6dee2ec4916" /><Relationship Type="http://schemas.openxmlformats.org/officeDocument/2006/relationships/extended-properties" Target="/docProps/app.xml" Id="R333c25d5408448d3" /><Relationship Type="http://schemas.openxmlformats.org/officeDocument/2006/relationships/officeDocument" Target="/ppt/presentation.xml" Id="R3f5197e3de90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7da4a44024aad"/>
  </p:sldMasterIdLst>
  <p:notesMasterIdLst>
    <p:notesMasterId xmlns:r="http://schemas.openxmlformats.org/officeDocument/2006/relationships" r:id="R170300917b064d20"/>
  </p:notesMasterIdLst>
  <p:sldIdLst>
    <p:sldId xmlns:r="http://schemas.openxmlformats.org/officeDocument/2006/relationships" id="256" r:id="R502c7f6257e347fa"/>
    <p:sldId xmlns:r="http://schemas.openxmlformats.org/officeDocument/2006/relationships" id="257" r:id="Rde3987ab18014a87"/>
    <p:sldId xmlns:r="http://schemas.openxmlformats.org/officeDocument/2006/relationships" id="258" r:id="R54056d729e424181"/>
    <p:sldId xmlns:r="http://schemas.openxmlformats.org/officeDocument/2006/relationships" id="259" r:id="Rdee371fb8b3340e5"/>
    <p:sldId xmlns:r="http://schemas.openxmlformats.org/officeDocument/2006/relationships" id="260" r:id="Rd259c28a5b8e4614"/>
    <p:sldId xmlns:r="http://schemas.openxmlformats.org/officeDocument/2006/relationships" id="261" r:id="Raf04b0c5ff3a49a7"/>
    <p:sldId xmlns:r="http://schemas.openxmlformats.org/officeDocument/2006/relationships" id="262" r:id="R4e41a6cd651c4cf6"/>
    <p:sldId xmlns:r="http://schemas.openxmlformats.org/officeDocument/2006/relationships" id="263" r:id="R22ff207e54604e79"/>
    <p:sldId xmlns:r="http://schemas.openxmlformats.org/officeDocument/2006/relationships" id="264" r:id="Rf7f74abdd3f14d93"/>
    <p:sldId xmlns:r="http://schemas.openxmlformats.org/officeDocument/2006/relationships" id="265" r:id="Rad27beef127c4f8a"/>
    <p:sldId xmlns:r="http://schemas.openxmlformats.org/officeDocument/2006/relationships" id="266" r:id="R756c3e0264d748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23cc9ff324741" /><Relationship Type="http://schemas.openxmlformats.org/officeDocument/2006/relationships/slideMaster" Target="/ppt/slideMasters/slideMaster1.xml" Id="R14d7da4a44024aad" /><Relationship Type="http://schemas.openxmlformats.org/officeDocument/2006/relationships/notesMaster" Target="/ppt/notesMasters/notesMaster1.xml" Id="R170300917b064d20" /><Relationship Type="http://schemas.openxmlformats.org/officeDocument/2006/relationships/presProps" Target="/ppt/presProps.xml" Id="R40691d9a708c4ea5" /><Relationship Type="http://schemas.openxmlformats.org/officeDocument/2006/relationships/tableStyles" Target="/ppt/tableStyles.xml" Id="R10089a70cf784543" /><Relationship Type="http://schemas.openxmlformats.org/officeDocument/2006/relationships/slide" Target="/ppt/slides/slide1.xml" Id="R502c7f6257e347fa" /><Relationship Type="http://schemas.openxmlformats.org/officeDocument/2006/relationships/slide" Target="/ppt/slides/slide2.xml" Id="Rde3987ab18014a87" /><Relationship Type="http://schemas.openxmlformats.org/officeDocument/2006/relationships/slide" Target="/ppt/slides/slide3.xml" Id="R54056d729e424181" /><Relationship Type="http://schemas.openxmlformats.org/officeDocument/2006/relationships/slide" Target="/ppt/slides/slide4.xml" Id="Rdee371fb8b3340e5" /><Relationship Type="http://schemas.openxmlformats.org/officeDocument/2006/relationships/slide" Target="/ppt/slides/slide5.xml" Id="Rd259c28a5b8e4614" /><Relationship Type="http://schemas.openxmlformats.org/officeDocument/2006/relationships/slide" Target="/ppt/slides/slide6.xml" Id="Raf04b0c5ff3a49a7" /><Relationship Type="http://schemas.openxmlformats.org/officeDocument/2006/relationships/slide" Target="/ppt/slides/slide7.xml" Id="R4e41a6cd651c4cf6" /><Relationship Type="http://schemas.openxmlformats.org/officeDocument/2006/relationships/slide" Target="/ppt/slides/slide8.xml" Id="R22ff207e54604e79" /><Relationship Type="http://schemas.openxmlformats.org/officeDocument/2006/relationships/slide" Target="/ppt/slides/slide9.xml" Id="Rf7f74abdd3f14d93" /><Relationship Type="http://schemas.openxmlformats.org/officeDocument/2006/relationships/slide" Target="/ppt/slides/slide10.xml" Id="Rad27beef127c4f8a" /><Relationship Type="http://schemas.openxmlformats.org/officeDocument/2006/relationships/slide" Target="/ppt/slides/slide11.xml" Id="R756c3e0264d748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996a98a96d4d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450c5c86b4cf3" /><Relationship Type="http://schemas.openxmlformats.org/officeDocument/2006/relationships/notesMaster" Target="/ppt/notesMasters/notesMaster1.xml" Id="R7c1cdbe44c3449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bbcced2adf4629" /><Relationship Type="http://schemas.openxmlformats.org/officeDocument/2006/relationships/notesMaster" Target="/ppt/notesMasters/notesMaster1.xml" Id="Rd393d8f1240f45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fdce8266448ca" /><Relationship Type="http://schemas.openxmlformats.org/officeDocument/2006/relationships/notesMaster" Target="/ppt/notesMasters/notesMaster1.xml" Id="R1d882bbfc0ba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823d3ca6c4a8d" /><Relationship Type="http://schemas.openxmlformats.org/officeDocument/2006/relationships/notesMaster" Target="/ppt/notesMasters/notesMaster1.xml" Id="Re7c69db1adcc49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bf3490f954b67" /><Relationship Type="http://schemas.openxmlformats.org/officeDocument/2006/relationships/notesMaster" Target="/ppt/notesMasters/notesMaster1.xml" Id="R320da95dfeca4f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c26e5d71d74005" /><Relationship Type="http://schemas.openxmlformats.org/officeDocument/2006/relationships/notesMaster" Target="/ppt/notesMasters/notesMaster1.xml" Id="Rab2a10f2be1843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adf21fe784207" /><Relationship Type="http://schemas.openxmlformats.org/officeDocument/2006/relationships/notesMaster" Target="/ppt/notesMasters/notesMaster1.xml" Id="R126a13a455b846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41cc33fae4b50" /><Relationship Type="http://schemas.openxmlformats.org/officeDocument/2006/relationships/notesMaster" Target="/ppt/notesMasters/notesMaster1.xml" Id="Rf239629225304d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6cf9e5291c425b" /><Relationship Type="http://schemas.openxmlformats.org/officeDocument/2006/relationships/notesMaster" Target="/ppt/notesMasters/notesMaster1.xml" Id="Ra1f3f54f5a1148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70328e08fc42e8" /><Relationship Type="http://schemas.openxmlformats.org/officeDocument/2006/relationships/notesMaster" Target="/ppt/notesMasters/notesMaster1.xml" Id="Re2e70c8634414d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8f9691dc1c4d58" /><Relationship Type="http://schemas.openxmlformats.org/officeDocument/2006/relationships/notesMaster" Target="/ppt/notesMasters/notesMaster1.xml" Id="R7c7fdcc52b984b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e0e3f6e984c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f39164b9a4bfb" /><Relationship Type="http://schemas.openxmlformats.org/officeDocument/2006/relationships/slideLayout" Target="/ppt/slideLayouts/slideLayout1.xml" Id="Rdbb91cb7cb8c40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91cb7cb8c40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a230f08e4c38" /><Relationship Type="http://schemas.openxmlformats.org/officeDocument/2006/relationships/notesSlide" Target="/ppt/notesSlides/notesSlide1.xml" Id="Rc84d993080a74f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56c3c5414289" /><Relationship Type="http://schemas.openxmlformats.org/officeDocument/2006/relationships/notesSlide" Target="/ppt/notesSlides/notesSlide2.xml" Id="Re58f8d22d81a45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237a88dde42e8" /><Relationship Type="http://schemas.openxmlformats.org/officeDocument/2006/relationships/notesSlide" Target="/ppt/notesSlides/notesSlide3.xml" Id="R58b1b65ab3a0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09ffd0de2457a" /><Relationship Type="http://schemas.openxmlformats.org/officeDocument/2006/relationships/notesSlide" Target="/ppt/notesSlides/notesSlide4.xml" Id="R855b550d7a37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5403b4e9b4c40" /><Relationship Type="http://schemas.openxmlformats.org/officeDocument/2006/relationships/notesSlide" Target="/ppt/notesSlides/notesSlide5.xml" Id="R6a9dd8eeb408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ef34e9dc84d1a" /><Relationship Type="http://schemas.openxmlformats.org/officeDocument/2006/relationships/notesSlide" Target="/ppt/notesSlides/notesSlide6.xml" Id="R9ecac9b1d925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20fdec9384ff8" /><Relationship Type="http://schemas.openxmlformats.org/officeDocument/2006/relationships/notesSlide" Target="/ppt/notesSlides/notesSlide7.xml" Id="Rfcacf71410ff49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0139df2c4ac3" /><Relationship Type="http://schemas.openxmlformats.org/officeDocument/2006/relationships/notesSlide" Target="/ppt/notesSlides/notesSlide8.xml" Id="R9efbb3a0b3a648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9099f193e413a" /><Relationship Type="http://schemas.openxmlformats.org/officeDocument/2006/relationships/notesSlide" Target="/ppt/notesSlides/notesSlide9.xml" Id="Raaa4456deb5941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e8e23344b4e52" /><Relationship Type="http://schemas.openxmlformats.org/officeDocument/2006/relationships/notesSlide" Target="/ppt/notesSlides/notesSlide10.xml" Id="Ra9bed0db2d7e47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d53c794c43ad" /><Relationship Type="http://schemas.openxmlformats.org/officeDocument/2006/relationships/notesSlide" Target="/ppt/notesSlides/notesSlide11.xml" Id="R279d49fb2b5b47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D5FF8AD-42CF-4DC8-835E-C55F4A57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5CD3A4-3F33-4BB8-AD06-08FD7ABB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ABA Bank Routing Number / RTN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D3ACC6-C877-42B0-AF17-0E0780F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E84CB85F-E49E-409B-A53A-CB765014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71646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70229707-C744-458C-B271-A828DF02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4775 Silver Brook Court,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1200-0001-6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Olivia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4812 Golden Brook Court,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1200-0002-9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Evelyn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4849 Cedar Brook Court,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1200-0003-2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Amelia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4886 Willow Brook Court,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1200-0004-5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Sophia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4923 Maple Brook Court,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1200-0005-8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Olivia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4960 River Brook Court,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1200-0006-1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Evelyn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4997 Meadow Brook Court,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1200-0007-4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Amelia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5034 Highland Brook Court,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1200-0008-7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Sophia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5071 Sunset Brook Court,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1200-0009-0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Olivia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5108 Pine Brook Court,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1200-0010-0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Evelyn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5145 Lake Brook Court,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1200-0011-3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Amelia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5182 Forest Brook Court,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1200-0012-6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Ethan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5219 Silver Field Court,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1200-0013-9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Caleb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5256 Golden Field Court,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1200-0014-2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Daniel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5293 Cedar Field Court,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1200-0015-5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F5B1CB32-F1A6-4E14-B937-74489D99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9BB4B06F-55F3-46C6-B134-E007E76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9362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660095F7-F7F6-4DD7-9DE1-C1819EC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James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5330 Willow Field Court,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1200-0016-8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Ethan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5367 Maple Field Court,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1200-0017-1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Caleb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5404 River Field Court,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1200-0018-4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Olivia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5441 Meadow Field Court,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1200-0019-7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James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5478 Highland Field Court,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1200-0020-7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Ethan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5515 Sunset Field Court,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1200-0021-0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Caleb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5552 Pine Field Court,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1200-0022-3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Daniel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5589 Lake Field Court,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1200-0023-6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Ethan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5626 Forest Field Court,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1200-0024-9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Caleb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5663 Silver View Court,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1200-0025-2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Daniel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5700 Golden View Court,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1200-0026-5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James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5737 Cedar View Court,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1200-0027-8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Ethan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5774 Willow View Court,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1200-0028-1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Caleb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5811 Maple View Court,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1200-0029-4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Daniel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5848 River View Court,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1200-0030-4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DABB2276-D6C3-42C0-8044-302F198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4DF82998-A5A8-469B-AFE4-0F602CF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9655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330A3D6-BBDB-4D93-AFE5-32099913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James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5885 Meadow View Court,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1200-0031-7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Ethan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5922 Highland View Court,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1200-0032-0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Caleb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5959 Sunset View Court,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1200-0033-3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Daniel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5996 Pine View Court,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1200-0034-6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James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6033 Lake View Court,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1200-0035-9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Ava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6070 Forest View Court,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1200-0036-2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Ethan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6107 Silver Park Court,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1200-0037-5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Harper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6144 Golden Park Court,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1200-0038-8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6181 Cedar Park Court,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1200-0039-1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Ava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6218 Willow Park Court,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1200-0040-1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Chloe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6255 Maple Park Court,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1200-0041-4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Harper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6292 River Park Court,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1200-0042-7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Mia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6329 Meadow Park Court,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1200-0043-0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Ava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6366 Highland Park Court,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1200-0044-3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Chloe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6403 Sunset Park Court,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1200-0045-6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00B1FC57-5EF4-4576-B79A-5F4C683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1A51879F-74F3-47E4-9F4B-04864149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1178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79D7456F-EB50-4B7F-8D9D-E49868F8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Harper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6440 Pine Park Court,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1200-0046-9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Mia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6477 Lake Park Court,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1200-0047-2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Ava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6514 Forest Park Court,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1200-0048-5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Chloe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6551 Silver Hill Court,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1200-0049-8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Harper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6588 Golden Hill Court,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1200-0050-8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Mia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6625 Cedar Hill Court,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1200-0051-1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Ava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6662 Willow Hill Court,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1200-0052-4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Chloe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6699 Maple Hill Court,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1200-0053-7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Harper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6736 River Hill Court,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1200-0054-0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Mia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6773 Meadow Hill Court,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1200-0055-3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Ava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6810 Highland Hill Court,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1200-0056-6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Chloe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6847 Sunset Hill Court,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1200-0057-9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Harper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6884 Pine Hill Court,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1200-0058-2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Mia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6921 Lake Hill Court,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1200-0059-5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Noah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6958 Forest Hill Court,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1200-0060-5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8E2186B4-D681-4508-AA98-3338082B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2CC83620-65E4-41E4-839B-391A7BF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0480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1E201613-EFD0-4990-9439-7F9A2B5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Nathan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6995 Silver Creek Court,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1200-0061-8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Benjamin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7032 Golden Creek Court,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1200-0062-1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Lucas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7069 Cedar Creek Court,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1200-0063-4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Noah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7106 Willow Creek Court,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1200-0064-7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Nathan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7143 Maple Creek Court,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1200-0065-0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Benjamin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7180 River Creek Court,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1200-0066-3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Lucas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7217 Meadow Creek Court,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1200-0067-6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Noah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7254 Highland Creek Court,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1200-0068-9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Nathan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7291 Sunset Creek Court,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1200-0069-2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Benjamin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7328 Pine Creek Court,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1200-0070-2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Lucas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7365 Lake Creek Court,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1200-0071-5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Noah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7402 Forest Creek Court,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1200-0072-8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Nathan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7439 Silver Garden Court,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1200-0073-1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Benjamin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7476 Golden Garden Court,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1200-0074-4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Lucas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7513 Cedar Garden Court,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1200-0075-7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1D914B01-EC4F-4E85-9E41-9D5D6784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D1E0F3B2-90DB-49F9-9E34-117D72D4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7304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1AE167D6-AB19-4CCD-B065-0F69699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Noah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7550 Willow Garden Court,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1200-0076-0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Nathan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7587 Maple Garden Court,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1200-0077-3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Benjamin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7624 River Garden Court,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1200-0078-6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Lucas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7661 Meadow Garden Court,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1200-0079-9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7698 Highland Garden Court,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1200-0080-9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Nathan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7735 Sunset Garden Court,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1200-0081-2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Benjamin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7772 Pine Garden Court,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1200-0082-5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Lucas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7809 Lake Garden Court,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1200-0083-8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Emma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7846 Forest Garden Court,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1200-0084-1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Grace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7883 Silver Valley Court,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1200-0085-4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Charlotte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7920 Golden Valley Court,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1200-0086-7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Isabella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7957 Cedar Valley Court,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1200-0087-0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Emma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7994 Willow Valley Court,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1200-0088-3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Grace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8031 Maple Valley Court,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1200-0089-6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Charlotte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8068 River Valley Court,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1200-0090-6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F11532D8-C3ED-4285-A1C0-B3D3BFBB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E21C3CCF-8987-4DFF-8EC8-EFC19A39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6592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6238AE49-1905-48DD-A058-226AA3EC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Isabella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8105 Meadow Valley Court,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1200-0091-9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Emma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8142 Highland Valley Court,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1200-0092-2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Grace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8179 Sunset Valley Court,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1200-0093-5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Charlotte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8216 Pine Valley Court,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1200-0094-8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Isabella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8253 Lake Valley Court,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1200-0095-1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Emma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8290 Forest Valley Court,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1200-0096-4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Grace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8327 Silver Spring Court,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1200-0097-7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Charlotte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8364 Golden Spring Court,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1200-0098-0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Benjamin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8401 Cedar Spring Court,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1200-0099-3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Emma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8438 Willow Spring Court,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1200-0100-2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Grace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8475 Maple Spring Court,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1200-0101-5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Charlotte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8512 River Spring Court,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1200-0102-8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Isabella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8549 Meadow Spring Court,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1200-0103-1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Emma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8586 Highland Spring Court,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1200-0104-4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Grace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8623 Sunset Spring Court,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1200-0105-7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E46CE08-40AC-4F9B-B9A0-C3BE1C4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7488CE9D-AA6D-463D-BEE4-4CBC4A6C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9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959F9D73-9826-4D1E-9806-7284BACF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Charlotte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8660 Pine Spring Court,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1200-0106-0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Isabella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8697 Lake Spring Court,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1200-0107-3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Liam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8734 Forest Spring Court,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1200-0108-6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Samuel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8771 Silver Oak Way,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1200-0109-9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Henry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8808 Golden Oak Way,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1200-0110-9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Mason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8845 Cedar Oak Way,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1200-0111-2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Liam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8882 Willow Oak Way,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1200-0112-5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Samuel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8919 Maple Oak Way,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1200-0113-8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Henry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8956 River Oak Way,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1200-0114-1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Mason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8993 Meadow Oak Way,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1200-0115-4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Liam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9030 Highland Oak Way,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1200-0116-7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Samuel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9067 Sunset Oak Way,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1200-0117-0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Grace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9104 Pine Oak Way,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1200-0118-3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Mason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9141 Lake Oak Way,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1200-0119-6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Liam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9178 Forest Oak Way,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1200-0120-6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78395C5D-4443-42D3-B242-908CEA19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AC2B6E3E-A627-413F-BF03-C323B40C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39100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EF0C734A-0CC7-4D7D-8AB4-D6B9C199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Samuel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9215 Silver Ridge Way,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1200-0121-9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Henry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9252 Golden Ridge Way,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1200-0122-2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Mason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9289 Cedar Ridge Way,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1200-0123-5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Liam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9326 Willow Ridge Way,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1200-0124-8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Samuel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9363 Maple Ridge Way,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1200-0125-1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Henry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9400 River Ridge Way,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1200-0126-4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Mason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9437 Meadow Ridge Way,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1200-0127-7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Liam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9474 Highland Ridge Way,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1200-0128-0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Samuel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9511 Sunset Ridge Way,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1200-0129-3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Henry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9548 Pine Ridge Way,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1200-0130-3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Mason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9585 Lake Ridge Way,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1200-0131-6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Olivia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9622 Forest Ridge Way,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1200-0132-9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Evelyn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9659 Silver Glen Way,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1200-0133-2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Amelia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9696 Golden Glen Way,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1200-0134-5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Sophia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9733 Cedar Glen Way,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1200-0135-8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D13CBFFB-B5AF-4954-92F8-1C7AFB2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00D8E41C-4855-4B87-82B4-4E2F104E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0578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C8315956-8470-4454-BD34-79716410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ABA Bank Routing Number / RTN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Olivia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9770 Willow Glen Way,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1200-0136-1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Liam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9807 Maple Glen Way,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1200-0137-4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Amelia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9844 River Glen Way,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1200-0138-7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Sophia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9881 Meadow Glen Way,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1200-0139-0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Olivia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 Highland Glen Way,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1200-0140-0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Evelyn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 Sunset Glen Way,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1200-0141-3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Amelia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112 Pine Glen Way,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1200-0142-6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Sophia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149 Lake Glen Way,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1200-0143-9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Olivia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 Forest Glen Way,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1200-0144-2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Evelyn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223 Silver Brook Way,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1200-0145-5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Amelia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260 Golden Brook Way,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1200-0146-8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Sophia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 Cedar Brook Way,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1200-0147-1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Olivia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334 Willow Brook Way,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1200-0148-4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Evelyn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371 Maple Brook Way,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1200-0149-7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Amelia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408 River Brook Way,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1200-0150-7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A1A239E7-F4DD-4A6B-82B8-B85E2A9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F08550D7-EA49-4F45-B2BB-C5352DC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197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2026-07-30T10:49:32.4090000Z</dcterms:created>
  <dcterms:modified xsi:type="dcterms:W3CDTF">2026-07-30T10:49:32.4090000Z</dcterms:modified>
</coreProperties>
</file>
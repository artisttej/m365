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0e05a84788482c" /><Relationship Type="http://schemas.openxmlformats.org/officeDocument/2006/relationships/extended-properties" Target="/docProps/app.xml" Id="Rfdd7ac250fdb42da" /><Relationship Type="http://schemas.openxmlformats.org/officeDocument/2006/relationships/officeDocument" Target="/ppt/presentation.xml" Id="R56f16399826948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0a3d68916046e3"/>
  </p:sldMasterIdLst>
  <p:notesMasterIdLst>
    <p:notesMasterId xmlns:r="http://schemas.openxmlformats.org/officeDocument/2006/relationships" r:id="Rd6508bed62004ecb"/>
  </p:notesMasterIdLst>
  <p:sldIdLst>
    <p:sldId xmlns:r="http://schemas.openxmlformats.org/officeDocument/2006/relationships" id="256" r:id="Rb55096bbc8344d54"/>
    <p:sldId xmlns:r="http://schemas.openxmlformats.org/officeDocument/2006/relationships" id="257" r:id="R97cb1108da4f44bb"/>
    <p:sldId xmlns:r="http://schemas.openxmlformats.org/officeDocument/2006/relationships" id="258" r:id="Re9c58f7403344243"/>
    <p:sldId xmlns:r="http://schemas.openxmlformats.org/officeDocument/2006/relationships" id="259" r:id="Raaa5f4668e7544c2"/>
    <p:sldId xmlns:r="http://schemas.openxmlformats.org/officeDocument/2006/relationships" id="260" r:id="R4326cac85653483d"/>
    <p:sldId xmlns:r="http://schemas.openxmlformats.org/officeDocument/2006/relationships" id="261" r:id="R4e36fc29f1c048f3"/>
    <p:sldId xmlns:r="http://schemas.openxmlformats.org/officeDocument/2006/relationships" id="262" r:id="Rb3d5859f94bb447a"/>
    <p:sldId xmlns:r="http://schemas.openxmlformats.org/officeDocument/2006/relationships" id="263" r:id="R5638f336644a4bc1"/>
    <p:sldId xmlns:r="http://schemas.openxmlformats.org/officeDocument/2006/relationships" id="264" r:id="Rcdbec9f80ea0452e"/>
    <p:sldId xmlns:r="http://schemas.openxmlformats.org/officeDocument/2006/relationships" id="265" r:id="R46181ba522c240b6"/>
    <p:sldId xmlns:r="http://schemas.openxmlformats.org/officeDocument/2006/relationships" id="266" r:id="Re63b15dbfc544a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21edb05ca34146" /><Relationship Type="http://schemas.openxmlformats.org/officeDocument/2006/relationships/slideMaster" Target="/ppt/slideMasters/slideMaster1.xml" Id="R3e0a3d68916046e3" /><Relationship Type="http://schemas.openxmlformats.org/officeDocument/2006/relationships/notesMaster" Target="/ppt/notesMasters/notesMaster1.xml" Id="Rd6508bed62004ecb" /><Relationship Type="http://schemas.openxmlformats.org/officeDocument/2006/relationships/presProps" Target="/ppt/presProps.xml" Id="Rf27bbc80accc48ea" /><Relationship Type="http://schemas.openxmlformats.org/officeDocument/2006/relationships/tableStyles" Target="/ppt/tableStyles.xml" Id="R34a53d36b94441dc" /><Relationship Type="http://schemas.openxmlformats.org/officeDocument/2006/relationships/slide" Target="/ppt/slides/slide1.xml" Id="Rb55096bbc8344d54" /><Relationship Type="http://schemas.openxmlformats.org/officeDocument/2006/relationships/slide" Target="/ppt/slides/slide2.xml" Id="R97cb1108da4f44bb" /><Relationship Type="http://schemas.openxmlformats.org/officeDocument/2006/relationships/slide" Target="/ppt/slides/slide3.xml" Id="Re9c58f7403344243" /><Relationship Type="http://schemas.openxmlformats.org/officeDocument/2006/relationships/slide" Target="/ppt/slides/slide4.xml" Id="Raaa5f4668e7544c2" /><Relationship Type="http://schemas.openxmlformats.org/officeDocument/2006/relationships/slide" Target="/ppt/slides/slide5.xml" Id="R4326cac85653483d" /><Relationship Type="http://schemas.openxmlformats.org/officeDocument/2006/relationships/slide" Target="/ppt/slides/slide6.xml" Id="R4e36fc29f1c048f3" /><Relationship Type="http://schemas.openxmlformats.org/officeDocument/2006/relationships/slide" Target="/ppt/slides/slide7.xml" Id="Rb3d5859f94bb447a" /><Relationship Type="http://schemas.openxmlformats.org/officeDocument/2006/relationships/slide" Target="/ppt/slides/slide8.xml" Id="R5638f336644a4bc1" /><Relationship Type="http://schemas.openxmlformats.org/officeDocument/2006/relationships/slide" Target="/ppt/slides/slide9.xml" Id="Rcdbec9f80ea0452e" /><Relationship Type="http://schemas.openxmlformats.org/officeDocument/2006/relationships/slide" Target="/ppt/slides/slide10.xml" Id="R46181ba522c240b6" /><Relationship Type="http://schemas.openxmlformats.org/officeDocument/2006/relationships/slide" Target="/ppt/slides/slide11.xml" Id="Re63b15dbfc544a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80d5a91bf549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6879061cb744e8" /><Relationship Type="http://schemas.openxmlformats.org/officeDocument/2006/relationships/notesMaster" Target="/ppt/notesMasters/notesMaster1.xml" Id="R73c39845992f4e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003381e76f4b4b" /><Relationship Type="http://schemas.openxmlformats.org/officeDocument/2006/relationships/notesMaster" Target="/ppt/notesMasters/notesMaster1.xml" Id="R410e6a8e18d842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1bcbc537dc4800" /><Relationship Type="http://schemas.openxmlformats.org/officeDocument/2006/relationships/notesMaster" Target="/ppt/notesMasters/notesMaster1.xml" Id="R9198aa13dc4d4f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01a588009e4a4e" /><Relationship Type="http://schemas.openxmlformats.org/officeDocument/2006/relationships/notesMaster" Target="/ppt/notesMasters/notesMaster1.xml" Id="Rc2c79bd880c747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ad18f1325b4879" /><Relationship Type="http://schemas.openxmlformats.org/officeDocument/2006/relationships/notesMaster" Target="/ppt/notesMasters/notesMaster1.xml" Id="R691568245b4645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a3f8b35a9443fa" /><Relationship Type="http://schemas.openxmlformats.org/officeDocument/2006/relationships/notesMaster" Target="/ppt/notesMasters/notesMaster1.xml" Id="Re5e83d01d32c45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230952cc15483d" /><Relationship Type="http://schemas.openxmlformats.org/officeDocument/2006/relationships/notesMaster" Target="/ppt/notesMasters/notesMaster1.xml" Id="R9d8342f5648849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a7915e0ee84cfc" /><Relationship Type="http://schemas.openxmlformats.org/officeDocument/2006/relationships/notesMaster" Target="/ppt/notesMasters/notesMaster1.xml" Id="R713cd565f1bb43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1397bb352b4e1a" /><Relationship Type="http://schemas.openxmlformats.org/officeDocument/2006/relationships/notesMaster" Target="/ppt/notesMasters/notesMaster1.xml" Id="Rafce00c62dae41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bc38f423f84bf3" /><Relationship Type="http://schemas.openxmlformats.org/officeDocument/2006/relationships/notesMaster" Target="/ppt/notesMasters/notesMaster1.xml" Id="Rdc01ca4ceac74c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d9eae4531d4a71" /><Relationship Type="http://schemas.openxmlformats.org/officeDocument/2006/relationships/notesMaster" Target="/ppt/notesMasters/notesMaster1.xml" Id="Rfedc2209a66642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ff443b2de049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d1255922bb467c" /><Relationship Type="http://schemas.openxmlformats.org/officeDocument/2006/relationships/slideLayout" Target="/ppt/slideLayouts/slideLayout1.xml" Id="R16a11a33859149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a11a33859149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6f50bb5114244" /><Relationship Type="http://schemas.openxmlformats.org/officeDocument/2006/relationships/notesSlide" Target="/ppt/notesSlides/notesSlide1.xml" Id="R14d1ab48673e42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0806ad4c74d5e" /><Relationship Type="http://schemas.openxmlformats.org/officeDocument/2006/relationships/notesSlide" Target="/ppt/notesSlides/notesSlide2.xml" Id="R2c3818a1bec14d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b62354f164ed6" /><Relationship Type="http://schemas.openxmlformats.org/officeDocument/2006/relationships/notesSlide" Target="/ppt/notesSlides/notesSlide3.xml" Id="Rc363a78c498641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3cd667dea44db" /><Relationship Type="http://schemas.openxmlformats.org/officeDocument/2006/relationships/notesSlide" Target="/ppt/notesSlides/notesSlide4.xml" Id="Rf2b7f4b59d8245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f5b58b16644b1" /><Relationship Type="http://schemas.openxmlformats.org/officeDocument/2006/relationships/notesSlide" Target="/ppt/notesSlides/notesSlide5.xml" Id="Rf5cce356439f4c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3dc0168f24354" /><Relationship Type="http://schemas.openxmlformats.org/officeDocument/2006/relationships/notesSlide" Target="/ppt/notesSlides/notesSlide6.xml" Id="Ra210c5a1f53940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34c92b2c3449f" /><Relationship Type="http://schemas.openxmlformats.org/officeDocument/2006/relationships/notesSlide" Target="/ppt/notesSlides/notesSlide7.xml" Id="Rd4a520f1371f42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228f819d54aae" /><Relationship Type="http://schemas.openxmlformats.org/officeDocument/2006/relationships/notesSlide" Target="/ppt/notesSlides/notesSlide8.xml" Id="R663d9dfb6aba4b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dfe6ad0b642e1" /><Relationship Type="http://schemas.openxmlformats.org/officeDocument/2006/relationships/notesSlide" Target="/ppt/notesSlides/notesSlide9.xml" Id="R3924b6c46a4f4b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576c7896449d3" /><Relationship Type="http://schemas.openxmlformats.org/officeDocument/2006/relationships/notesSlide" Target="/ppt/notesSlides/notesSlide10.xml" Id="Ref7a0d068ae144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8c7aca2894277" /><Relationship Type="http://schemas.openxmlformats.org/officeDocument/2006/relationships/notesSlide" Target="/ppt/notesSlides/notesSlide11.xml" Id="R251cacb9202b49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CEAE8631-F66F-406F-BCFD-1DD564E2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8E8DB31-B247-4D09-9F8D-BB088E91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Credit Card Numbers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44A03B1-7F98-4412-A659-014F8E27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1C2A375F-FD6C-407A-9BB2-092859CD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1014952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AC072BFD-D806-4406-86E9-0DE6958B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Credit Card Numbers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1115 Silver Oak Street, Fort Worth, TX 76148,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4929-3813-3266-4295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Christopher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1152 Golden Oak Street, Pleasant Hill, CA 94523,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5370-4638-8881-3020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Ronald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1189 Cedar Oak Street, Northglenn, CO 80233,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4916-4811-5814-8111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Mary Wright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1226 Willow Oak Street, Colorado Springs, CO 80916,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4916-4034-9269-8783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Lisa Mitchell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1263 Maple Oak Street, San Antonio, TX 78247,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5299-1561-5689-1938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Mason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1300 River Oak Street,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4539 0000 0000 0069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Liam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1337 Meadow Oak Street,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4539 0000 0000 0077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Samuel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1374 Highland Oak Street,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Henry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1411 Sunset Oak Street,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4539 0000 0000 0093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Mason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1448 Pine Oak Street,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4539 0000 0000 0101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Liam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1485 Lake Oak Street,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4539 0000 0000 0119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Samuel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1522 Forest Oak Street,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4539 0000 0000 0127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Henry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1559 Silver Ridge Street,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4539 0000 0000 0135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Mason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1596 Golden Ridge Street,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Liam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1633 Cedar Ridge Street,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4539 0000 0000 0150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222E0E0A-0287-481B-8DF3-193BD276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647DCB0A-F891-403B-8294-704ECE4A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754829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10456F15-8A66-4624-B961-17C4792C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Credit Card Numbers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Samuel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1670 Willow Ridge Street,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4539 0000 0000 0168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Henry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1707 Maple Ridge Street,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4539 0000 0000 0176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Mason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1744 River Ridge Street,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4539 0000 0000 0184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Liam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1781 Meadow Ridge Street,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4539 0000 0000 0192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Evelyn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1818 Highland Ridge Street,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4539 0000 0000 0200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Amelia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1855 Sunset Ridge Street,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4539 0000 0000 0218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Sophia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1892 Pine Ridge Street,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4539 0000 0000 0226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Olivia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1929 Lake Ridge Street,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4539 0000 0000 0234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Evelyn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1966 Forest Ridge Street,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4539 0000 0000 0242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Amelia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2003 Silver Glen Street,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4539 0000 0000 0259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Sophia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2040 Golden Glen Street,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4539 0000 0000 0267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Olivia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2077 Cedar Glen Street,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4539 0000 0000 0275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Evelyn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2114 Willow Glen Street,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4539 0000 0000 0283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Amelia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2151 Maple Glen Street,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4539 0000 0000 0291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Sophia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2188 River Glen Street,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4539 0000 0000 0309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BBC5B5D6-2A94-409C-BE2B-FB0670F0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B2C4260D-9945-4347-8C3E-7A803B3D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918588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67343FAF-D6F4-49D8-AB17-545DC152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Credit Card Numbers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Olivia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2225 Meadow Glen Street,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4539 0000 0000 0317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Evelyn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2262 Highland Glen Street,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4539 0000 0000 0325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Amelia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2299 Sunset Glen Street,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4539 0000 0000 0333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Sophia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2336 Pine Glen Street,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4539 0000 0000 0341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Olivia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2373 Lake Glen Street,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4539 0000 0000 0358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Evelyn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2410 Forest Glen Street,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4539 0000 0000 0366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Amelia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2447 Silver Brook Street,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4539 0000 0000 0374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Sophia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2484 Golden Brook Street,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4539 0000 0000 0382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Olivia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2521 Cedar Brook Street,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4539 0000 0000 0390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Evelyn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2558 Willow Brook Street,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4539 0000 0000 0408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Amelia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2595 Maple Brook Street,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4539 0000 0000 0416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Sophia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2632 River Brook Street,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4539 0000 0000 0424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Mason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2669 Meadow Brook Street,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4539 0000 0000 0432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Daniel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2706 Highland Brook Street,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4539 0000 0000 0440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James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2743 Sunset Brook Street,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4539 0000 0000 0457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7FA95747-E1B8-48A6-B7EA-8D5829B9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EA9A5916-DC39-4549-9166-C0D791AF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653949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5670FA5A-5777-4B7C-A1AD-E1088AED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Credit Card Numbers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Ethan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2780 Pine Brook Street,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4539 0000 0000 0465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Caleb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2817 Lake Brook Street,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4539 0000 0000 0473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Daniel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2854 Forest Brook Street,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4539 0000 0000 0481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James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2891 Silver Field Street,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4539 0000 0000 0499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Ethan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2928 Golden Field Street,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4539 0000 0000 0507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Caleb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2965 Cedar Field Street,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4539 0000 0000 0515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Daniel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3002 Willow Field Street,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4539 0000 0000 0523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James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3039 Maple Field Street,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4539 0000 0000 0531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Ethan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3076 River Field Street,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4539 0000 0000 0549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Caleb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3113 Meadow Field Street,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4539 0000 0000 0556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Daniel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3150 Highland Field Street,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4539 0000 0000 0564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James Lewis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3187 Sunset Field Street,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4539 0000 0000 0572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Ethan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3224 Pine Field Street,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4539 0000 0000 0580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Caleb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3261 Lake Field Street,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4539 0000 0000 0598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Daniel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3298 Forest Field Street,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4539 0000 0000 0606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1511F4B5-E068-4CC1-B02D-4B464AC2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AE1FB5FA-9484-437F-82A5-4F4B4F1B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085555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70812D90-29E1-4564-B47C-44A4632A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Credit Card Numbers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James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3335 Silver View Street,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4539 0000 0000 0614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Amelia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3372 Golden View Street,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4539 0000 0000 0622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Caleb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3409 Cedar View Street,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4539 0000 0000 0630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Daniel Lewis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3446 Willow View Street,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4539 0000 0000 0648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James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3483 Maple View Street,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4539 0000 0000 0655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Ethan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3520 River View Street,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4539 0000 0000 0663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Caleb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3557 Meadow View Street,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4539 0000 0000 0671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Harper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3594 Highland View Street,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4539 0000 0000 0689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Mia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3631 Sunset View Street,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4539 0000 0000 0697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Ava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3668 Pine View Street,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4539 0000 0000 0705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Chloe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3705 Lake View Street,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4539 0000 0000 0713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Harper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3742 Forest View Street,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4539 0000 0000 0721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Mia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3779 Silver Park Street,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4539 0000 0000 0739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Ava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3816 Golden Park Street,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4539 0000 0000 0747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Chloe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3853 Cedar Park Street,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4539 0000 0000 0754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7A30EF3A-B6C5-4C00-B5BC-E0072426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418B9BE8-F7A3-47C4-9F0E-04B4B309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83519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7D84DB7D-9C9B-4239-B874-D55C33A0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Credit Card Numbers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Harper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3890 Willow Park Street,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4539 0000 0000 0762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Mia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3927 Maple Park Street,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4539 0000 0000 0770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Ava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3964 River Park Street,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4539 0000 0000 0788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Chloe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4001 Meadow Park Street,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4539 0000 0000 0796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Harper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4038 Highland Park Street,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4539 0000 0000 0804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Daniel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4075 Sunset Park Street,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4539 0000 0000 0812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Ava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4112 Pine Park Street,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4539 0000 0000 0820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Chloe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4149 Lake Park Street,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4539 0000 0000 0838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Harper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4186 Forest Park Street,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4539 0000 0000 0846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Mia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4223 Silver Hill Street,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4539 0000 0000 0853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Ava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4260 Golden Hill Street,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4539 0000 0000 0861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Chloe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4297 Cedar Hill Street,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4539 0000 0000 0879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Harper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4334 Willow Hill Street,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4539 0000 0000 0887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Mia Davis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4371 Maple Hill Street,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4539 0000 0000 0895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Ava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4408 River Hill Street,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4539 0000 0000 0903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446B55CD-D0AE-4097-8B1B-E668DC1B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2E1C1342-8702-411E-AD04-29665094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005483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4440C941-FC65-4A05-ADB2-ECD6A53C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Credit Card Numbers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Chloe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4445 Meadow Hill Street,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4539 0000 0000 0911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Benjamin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4482 Highland Hill Street,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4539 0000 0000 0929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Lucas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4519 Sunset Hill Street,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4539 0000 0000 0937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Noah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4556 Pine Hill Street,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4539 0000 0000 0945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Nathan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4593 Lake Hill Street,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4539 0000 0000 0952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Benjamin Davis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4630 Forest Hill Street,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4539 0000 0000 0960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Lucas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4667 Silver Creek Street,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4539 0000 0000 0978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Noah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4704 Golden Creek Street,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4539 0000 0000 0986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Nathan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4741 Cedar Creek Street,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4539 0000 0000 0994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Chloe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4778 Willow Creek Street,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4539 0000 0000 1000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Lucas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4815 Maple Creek Street,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4539 0000 0000 1018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Noah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4852 River Creek Street,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4539 0000 0000 1026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Nathan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4889 Meadow Creek Street,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4539 0000 0000 1034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Benjamin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4926 Highland Creek Street,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Lucas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4963 Sunset Creek Street,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4539 0000 0000 1059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0FB2D701-8A9E-4DAC-903B-C467AFDD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8D65A481-A2F4-4559-8124-D6E15C30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181726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4AFE61EB-B8EF-4A04-B599-8EF229F6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Credit Card Numbers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Noah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5000 Pine Creek Street,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4539 0000 0000 1067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Nathan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5037 Lake Creek Street,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4539 0000 0000 1075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Benjamin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5074 Forest Creek Street,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4539 0000 0000 1083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Lucas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5111 Silver Garden Street,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4539 0000 0000 1091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Noah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5148 Golden Garden Street,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4539 0000 0000 1109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Nathan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5185 Cedar Garden Street,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Benjamin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5222 Willow Garden Street,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4539 0000 0000 1125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Lucas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5259 Maple Garden Street,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4539 0000 0000 1133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Noah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5296 River Garden Street,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4539 0000 0000 1141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Nathan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5333 Meadow Garden Street,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4539 0000 0000 1158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Charlotte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5370 Highland Garden Street,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4539 0000 0000 1166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Isabella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5407 Sunset Garden Street,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4539 0000 0000 1174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Emma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5444 Pine Garden Street,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4539 0000 0000 1182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Noah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5481 Lake Garden Street,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4539 0000 0000 1190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Charlotte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5518 Forest Garden Street,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4539 0000 0000 1208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8FC6775E-FABA-48FA-927D-BF7AA0A0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3B56AEA1-EBF7-430B-B70C-23658F27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194472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AE1770A7-5619-4066-92B8-BFB0E7DF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Credit Card Numbers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Isabella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5555 Silver Valley Street,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4539 0000 0000 1216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Emma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5592 Golden Valley Street,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4539 0000 0000 1224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Grace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5629 Cedar Valley Street,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4539 0000 0000 1232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Charlotte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5666 Willow Valley Street,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4539 0000 0000 1240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Isabella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5703 Maple Valley Street,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4539 0000 0000 1257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Emma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5740 River Valley Street,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4539 0000 0000 1265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Grace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5777 Meadow Valley Street,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4539 0000 0000 1273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Charlotte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5814 Highland Valley Street,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4539 0000 0000 1281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Isabella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5851 Sunset Valley Street,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4539 0000 0000 1299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Emma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5888 Pine Valley Street,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4539 0000 0000 1307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Grace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5925 Lake Valley Street,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4539 0000 0000 1315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Charlotte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5962 Forest Valley Street,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4539 0000 0000 1323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Isabella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5999 Silver Spring Street,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4539 0000 0000 1331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Emma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6036 Golden Spring Street,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4539 0000 0000 1349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Grace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6073 Cedar Spring Street,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4539 0000 0000 1356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42062B4A-4AAF-48EE-9F2D-36E71B42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1BA125B7-65F1-44D7-A413-087C0B5C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643564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DAA49D06-0FB1-4970-9D3C-1B52F298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Credit Card Numbers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Charlotte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6110 Willow Spring Street,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4539 0000 0000 1364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Isabella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6147 Maple Spring Street,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4539 0000 0000 1372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Emma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6184 River Spring Street,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4539 0000 0000 1380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Grace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6221 Meadow Spring Street,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4539 0000 0000 1398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Henry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6258 Highland Spring Street,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4539 0000 0000 1406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Mason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6295 Sunset Spring Street,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4539 0000 0000 1414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Liam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6332 Pine Spring Street,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4539 0000 0000 1422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Samuel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6369 Lake Spring Street,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4539 0000 0000 1430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Henry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6406 Forest Spring Street,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4539 0000 0000 1448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Mason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6443 Silver Oak Avenue,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4539 0000 0000 1455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Liam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6480 Golden Oak Avenue,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4539 0000 0000 1463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Samuel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6517 Cedar Oak Avenue,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4539 0000 0000 1471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Henry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6554 Willow Oak Avenue,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4539 0000 0000 1489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Mason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6591 Maple Oak Avenue,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4539 0000 0000 1497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Liam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6628 River Oak Avenue,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4539 0000 0000 1505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A00D1557-7DE6-4429-8643-EAD623B7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97BD1598-268A-4504-9BA7-0D44A3C2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08087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2026-07-30T10:49:13.4940000Z</dcterms:created>
  <dcterms:modified xsi:type="dcterms:W3CDTF">2026-07-30T10:49:13.4940000Z</dcterms:modified>
</coreProperties>
</file>
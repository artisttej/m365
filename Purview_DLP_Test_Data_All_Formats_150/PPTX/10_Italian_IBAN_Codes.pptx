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0263bec31e4656" /><Relationship Type="http://schemas.openxmlformats.org/officeDocument/2006/relationships/extended-properties" Target="/docProps/app.xml" Id="Rcaf78677692c44f3" /><Relationship Type="http://schemas.openxmlformats.org/officeDocument/2006/relationships/officeDocument" Target="/ppt/presentation.xml" Id="R6165b43956704a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e573311fb74ca7"/>
  </p:sldMasterIdLst>
  <p:notesMasterIdLst>
    <p:notesMasterId xmlns:r="http://schemas.openxmlformats.org/officeDocument/2006/relationships" r:id="R243c58f111324853"/>
  </p:notesMasterIdLst>
  <p:sldIdLst>
    <p:sldId xmlns:r="http://schemas.openxmlformats.org/officeDocument/2006/relationships" id="256" r:id="R4aac5ac5690342d0"/>
    <p:sldId xmlns:r="http://schemas.openxmlformats.org/officeDocument/2006/relationships" id="257" r:id="R3b927302423c4bec"/>
    <p:sldId xmlns:r="http://schemas.openxmlformats.org/officeDocument/2006/relationships" id="258" r:id="R8c9dca9265864a2a"/>
    <p:sldId xmlns:r="http://schemas.openxmlformats.org/officeDocument/2006/relationships" id="259" r:id="R4046328b73174a95"/>
    <p:sldId xmlns:r="http://schemas.openxmlformats.org/officeDocument/2006/relationships" id="260" r:id="R4a7af0c1f7df4e6d"/>
    <p:sldId xmlns:r="http://schemas.openxmlformats.org/officeDocument/2006/relationships" id="261" r:id="R82b750b928b44b3b"/>
    <p:sldId xmlns:r="http://schemas.openxmlformats.org/officeDocument/2006/relationships" id="262" r:id="R901d6b627ad4471a"/>
    <p:sldId xmlns:r="http://schemas.openxmlformats.org/officeDocument/2006/relationships" id="263" r:id="R6d6af8005bd04dcc"/>
    <p:sldId xmlns:r="http://schemas.openxmlformats.org/officeDocument/2006/relationships" id="264" r:id="R97e2b153985040e7"/>
    <p:sldId xmlns:r="http://schemas.openxmlformats.org/officeDocument/2006/relationships" id="265" r:id="R760f8f8801e54919"/>
    <p:sldId xmlns:r="http://schemas.openxmlformats.org/officeDocument/2006/relationships" id="266" r:id="Ref3ed8b2590741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3b46f294064b05" /><Relationship Type="http://schemas.openxmlformats.org/officeDocument/2006/relationships/slideMaster" Target="/ppt/slideMasters/slideMaster1.xml" Id="R16e573311fb74ca7" /><Relationship Type="http://schemas.openxmlformats.org/officeDocument/2006/relationships/notesMaster" Target="/ppt/notesMasters/notesMaster1.xml" Id="R243c58f111324853" /><Relationship Type="http://schemas.openxmlformats.org/officeDocument/2006/relationships/presProps" Target="/ppt/presProps.xml" Id="Rfde395baf2b04522" /><Relationship Type="http://schemas.openxmlformats.org/officeDocument/2006/relationships/tableStyles" Target="/ppt/tableStyles.xml" Id="R29c25d01c3104c57" /><Relationship Type="http://schemas.openxmlformats.org/officeDocument/2006/relationships/slide" Target="/ppt/slides/slide1.xml" Id="R4aac5ac5690342d0" /><Relationship Type="http://schemas.openxmlformats.org/officeDocument/2006/relationships/slide" Target="/ppt/slides/slide2.xml" Id="R3b927302423c4bec" /><Relationship Type="http://schemas.openxmlformats.org/officeDocument/2006/relationships/slide" Target="/ppt/slides/slide3.xml" Id="R8c9dca9265864a2a" /><Relationship Type="http://schemas.openxmlformats.org/officeDocument/2006/relationships/slide" Target="/ppt/slides/slide4.xml" Id="R4046328b73174a95" /><Relationship Type="http://schemas.openxmlformats.org/officeDocument/2006/relationships/slide" Target="/ppt/slides/slide5.xml" Id="R4a7af0c1f7df4e6d" /><Relationship Type="http://schemas.openxmlformats.org/officeDocument/2006/relationships/slide" Target="/ppt/slides/slide6.xml" Id="R82b750b928b44b3b" /><Relationship Type="http://schemas.openxmlformats.org/officeDocument/2006/relationships/slide" Target="/ppt/slides/slide7.xml" Id="R901d6b627ad4471a" /><Relationship Type="http://schemas.openxmlformats.org/officeDocument/2006/relationships/slide" Target="/ppt/slides/slide8.xml" Id="R6d6af8005bd04dcc" /><Relationship Type="http://schemas.openxmlformats.org/officeDocument/2006/relationships/slide" Target="/ppt/slides/slide9.xml" Id="R97e2b153985040e7" /><Relationship Type="http://schemas.openxmlformats.org/officeDocument/2006/relationships/slide" Target="/ppt/slides/slide10.xml" Id="R760f8f8801e54919" /><Relationship Type="http://schemas.openxmlformats.org/officeDocument/2006/relationships/slide" Target="/ppt/slides/slide11.xml" Id="Ref3ed8b2590741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4e4b7ab9984d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197bcafd5a4de4" /><Relationship Type="http://schemas.openxmlformats.org/officeDocument/2006/relationships/notesMaster" Target="/ppt/notesMasters/notesMaster1.xml" Id="R82b8ee86c0a947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f8adb666164311" /><Relationship Type="http://schemas.openxmlformats.org/officeDocument/2006/relationships/notesMaster" Target="/ppt/notesMasters/notesMaster1.xml" Id="R556aa552aea744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7b68232e724103" /><Relationship Type="http://schemas.openxmlformats.org/officeDocument/2006/relationships/notesMaster" Target="/ppt/notesMasters/notesMaster1.xml" Id="R58a6688592324f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20cef9b81d4720" /><Relationship Type="http://schemas.openxmlformats.org/officeDocument/2006/relationships/notesMaster" Target="/ppt/notesMasters/notesMaster1.xml" Id="Rec26514d661d42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a3494b73b04244" /><Relationship Type="http://schemas.openxmlformats.org/officeDocument/2006/relationships/notesMaster" Target="/ppt/notesMasters/notesMaster1.xml" Id="Rd319646a836c4d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4d4abe56ee477f" /><Relationship Type="http://schemas.openxmlformats.org/officeDocument/2006/relationships/notesMaster" Target="/ppt/notesMasters/notesMaster1.xml" Id="R0ac95f9a03cc46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dd1b3bf2d64136" /><Relationship Type="http://schemas.openxmlformats.org/officeDocument/2006/relationships/notesMaster" Target="/ppt/notesMasters/notesMaster1.xml" Id="R565ef3c186e041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62b871397b4631" /><Relationship Type="http://schemas.openxmlformats.org/officeDocument/2006/relationships/notesMaster" Target="/ppt/notesMasters/notesMaster1.xml" Id="R855ad2ceacd441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b15f6904a74313" /><Relationship Type="http://schemas.openxmlformats.org/officeDocument/2006/relationships/notesMaster" Target="/ppt/notesMasters/notesMaster1.xml" Id="R344543a5328f4a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1873b95ded48b7" /><Relationship Type="http://schemas.openxmlformats.org/officeDocument/2006/relationships/notesMaster" Target="/ppt/notesMasters/notesMaster1.xml" Id="R55eb591f0eb643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0fbc8e32da4497" /><Relationship Type="http://schemas.openxmlformats.org/officeDocument/2006/relationships/notesMaster" Target="/ppt/notesMasters/notesMaster1.xml" Id="R57894dd8be1f44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f536cf5ba47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6893b8971a494b" /><Relationship Type="http://schemas.openxmlformats.org/officeDocument/2006/relationships/slideLayout" Target="/ppt/slideLayouts/slideLayout1.xml" Id="R3ca418e101654d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a418e101654d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ee745addd452c" /><Relationship Type="http://schemas.openxmlformats.org/officeDocument/2006/relationships/notesSlide" Target="/ppt/notesSlides/notesSlide1.xml" Id="R95d517306e7049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8b7774fb64e1d" /><Relationship Type="http://schemas.openxmlformats.org/officeDocument/2006/relationships/notesSlide" Target="/ppt/notesSlides/notesSlide2.xml" Id="R4ecd94781a8943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2de37f9074f67" /><Relationship Type="http://schemas.openxmlformats.org/officeDocument/2006/relationships/notesSlide" Target="/ppt/notesSlides/notesSlide3.xml" Id="Rbdf5ad4ae19645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99e06221b4839" /><Relationship Type="http://schemas.openxmlformats.org/officeDocument/2006/relationships/notesSlide" Target="/ppt/notesSlides/notesSlide4.xml" Id="Rfc626d3cd6694f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9e67c51e24b5d" /><Relationship Type="http://schemas.openxmlformats.org/officeDocument/2006/relationships/notesSlide" Target="/ppt/notesSlides/notesSlide5.xml" Id="Rb8d2480498e945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2c580642e4025" /><Relationship Type="http://schemas.openxmlformats.org/officeDocument/2006/relationships/notesSlide" Target="/ppt/notesSlides/notesSlide6.xml" Id="R7bffa721bc2a4a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cdc3eb87d4b22" /><Relationship Type="http://schemas.openxmlformats.org/officeDocument/2006/relationships/notesSlide" Target="/ppt/notesSlides/notesSlide7.xml" Id="Re0b53cd6dca445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4e5e9e74a4717" /><Relationship Type="http://schemas.openxmlformats.org/officeDocument/2006/relationships/notesSlide" Target="/ppt/notesSlides/notesSlide8.xml" Id="R0102067f421f42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724404ec54e79" /><Relationship Type="http://schemas.openxmlformats.org/officeDocument/2006/relationships/notesSlide" Target="/ppt/notesSlides/notesSlide9.xml" Id="R5324460cebae4d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32341824e4fe5" /><Relationship Type="http://schemas.openxmlformats.org/officeDocument/2006/relationships/notesSlide" Target="/ppt/notesSlides/notesSlide10.xml" Id="Rf8d241aed42b43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caa2739044be5" /><Relationship Type="http://schemas.openxmlformats.org/officeDocument/2006/relationships/notesSlide" Target="/ppt/notesSlides/notesSlide11.xml" Id="Refc107cb464b4a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CF90F17-8D99-45C1-B697-9AD513D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B83F40-B984-476D-B9C8-A9A86E97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Italian International Bank Account Number (IBAN)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763595D-F107-463D-BA94-BE14D751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5ADDE307-4082-46FC-B182-82C50862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98767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C36C422E-3FBD-4C20-9D7D-E466F221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Italian IBAN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Greta Bruno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Antica 6509,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IT96 X054 2811 1011 0000 0000 001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Alice Rossi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Antica 6546,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IT69 X054 2811 1011 0000 0000 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Giulia Mancini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Antica 6583,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IT42 X054 2811 1011 0000 0000 003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Elisa Esposito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Antica 6620, 40121 Bologna,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IT15 X054 2811 1011 0000 0000 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Greta Rizzo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Antica 6657, 35121 Padova,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IT85 X054 2811 1011 0000 0000 005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Alice Ricci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Antica 6694, 80133 Napoli,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IT58 X054 2811 1011 0000 0000 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Giulia Fontana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Bella 6731,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IT31 X054 2811 1011 0000 0000 007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Elisa Bruno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Bella 6768,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IT04 X054 2811 1011 0000 0000 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Greta Rossi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Bella 6805,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IT74 X054 2811 1011 0000 0000 009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Alice Mancini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Bella 6842, 70121 Bari,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IT47 X054 2811 1011 0000 0000 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Giulia Bianchi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Bella 6879, 50122 Firenze,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IT20 X054 2811 1011 0000 0000 011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Elisa Rizzo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Bella 6916, 43121 Parma,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IT90 X054 2811 1011 0000 0000 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Greta Ricci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Bella 6953,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IT63 X054 2811 1011 0000 0000 013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Tommaso Fontana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Bella 6990,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IT36 X054 2811 1011 0000 0000 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Giulia Gallo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Bella 7027,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IT09 X054 2811 1011 0000 0000 015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986B02A5-0DF7-47D3-A1EE-6886EDB6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5E623010-E048-4B60-BFE4-B562E267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6363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3E23EF7E-2348-4487-8754-7A9A10F1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Italian IBAN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Elisa Rossi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Bella 7064,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IT79 X054 2811 1011 0000 0000 016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Greta Mancini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Bella 7101,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IT52 X054 2811 1011 0000 0000 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Alice Bianchi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Bella 7138,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IT25 X054 2811 1011 0000 0000 018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Giulia Lombardi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Centrale 7175, 00184 Roma,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IT95 X054 2811 1011 0000 0000 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Elisa Ricci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Centrale 7212, 90133 Palermo,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IT68 X054 2811 1011 0000 0000 020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Matteo Fontana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Centrale 7249, 10121 Torino,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IT41 X054 2811 1011 0000 0000 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Lorenzo Gallo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Centrale 7286,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IT14 X054 2811 1011 0000 0000 022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Stefano Rossi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Centrale 7323,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IT84 X054 2811 1011 0000 0000 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Marco Mancini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Centrale 7360,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IT57 X054 2811 1011 0000 0000 024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Matteo Bianchi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Centrale 7397, 16121 Genova,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IT30 X054 2811 1011 0000 0000 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Lorenzo Lombardi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Centrale 7434, 20121 Milano,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IT03 X054 2811 1011 0000 0000 026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Stefano Ricci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Centrale 7471, 37121 Verona,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IT73 X054 2811 1011 0000 0000 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Marco Fontana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Centrale 7508,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IT46 X054 2811 1011 0000 0000 028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Matteo Gallo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Centrale 7545,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IT19 X054 2811 1011 0000 0000 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Lorenzo Russo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Centrale 7582,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IT89 X054 2811 1011 0000 0000 030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5DF0CF8B-D6B3-4DD0-A0AD-6DF3C96A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CCC157A8-27D3-4E68-8843-5807F9C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8669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0434F701-3DFC-43AD-A9BF-A4DF886B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Italian IBAN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Stefano Mancini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Chiara 7619,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IT62 X054 2811 1011 0000 0000 031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Marco Bianchi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Chiara 7656,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IT35 X054 2811 1011 0000 0000 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Elisa Lombardi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Chiara 7693,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IT08 X054 2811 1011 0000 0000 033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Lorenzo Marino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Chiara 7730, 70121 Bari,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IT78 X054 2811 1011 0000 0000 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Stefano Fontana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Chiara 7767, 50122 Firenze,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IT51 X054 2811 1011 0000 0000 035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Marco Gallo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Chiara 7804, 43121 Parma,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IT24 X054 2811 1011 0000 0000 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Matteo Russo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Chiara 7841,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IT94 X054 2811 1011 0000 0000 037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Lorenzo Costa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Chiara 7878,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IT67 X054 2811 1011 0000 0000 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Stefano Bianchi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Chiara 7915,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IT40 X054 2811 1011 0000 0000 039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Marco Lombardi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Chiara 7952, 40121 Bologna,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IT13 X054 2811 1011 0000 0000 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Matteo Marino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Chiara 7989, 35121 Padova,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IT83 X054 2811 1011 0000 0000 041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Lorenzo Santoro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Chiara 8026, 80133 Napoli,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IT56 X054 2811 1011 0000 0000 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Stefano Gallo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Grande 8063,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IT29 X054 2811 1011 0000 0000 043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Marco Russo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Grande 8100,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IT02 X054 2811 1011 0000 0000 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Emma Costa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Grande 8137,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IT72 X054 2811 1011 0000 0000 045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07F402FE-7986-405F-994D-A0E16CA0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5B206B22-233D-40EF-83CB-A8792568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7447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4E7E9EF8-6681-42E7-B9E4-7227554F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Italian IBAN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Aurora Romano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Grande 8174,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IT45 X054 2811 1011 0000 0000 046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Ilaria Lombardi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Grande 8211,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IT18 X054 2811 1011 0000 0000 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Chiara Marino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Grande 8248,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IT88 X054 2811 1011 0000 0000 048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Emma Santoro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Grande 8285, 16121 Genova,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IT61 X054 2811 1011 0000 0000 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Aurora Conti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Grande 8322, 20121 Milano,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IT34 X054 2811 1011 0000 0000 050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Ilaria Russo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Grande 8359, 37121 Verona,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IT07 X054 2811 1011 0000 0000 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Stefano Costa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Grande 8396,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IT77 X054 2811 1011 0000 0000 052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Emma Romano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Grande 8433,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IT50 X054 2811 1011 0000 0000 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Aurora Moretti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Grande 8470,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IT23 X054 2811 1011 0000 0000 054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Ilaria Marino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Nuova 8507, 00184 Roma,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IT93 X054 2811 1011 0000 0000 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Chiara Santoro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Nuova 8544, 90133 Palermo,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IT66 X054 2811 1011 0000 0000 056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Emma Conti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Nuova 8581, 10121 Torino,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IT39 X054 2811 1011 0000 0000 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Aurora Ferrari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Nuova 8618,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IT12 X054 2811 1011 0000 0000 058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Ilaria Costa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Nuova 8655,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IT82 X054 2811 1011 0000 0000 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Chiara Romano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Nuova 8692,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IT55 X054 2811 1011 0000 0000 060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4FE6A6ED-736E-4E80-BB82-C87BDCC3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B6BE4F00-B8CF-4B36-AA6B-ECFD7D42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6351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C90D75F1-0AA0-496B-B962-16ABB0B7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Italian IBAN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Emma Moretti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Nuova 8729,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IT28 X054 2811 1011 0000 0000 061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Aurora Greco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Nuova 8766,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IT98 X054 2811 1011 0000 0000 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Ilaria Santoro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Nuova 8803,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IT71 X054 2811 1011 0000 0000 063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Chiara Conti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Nuova 8840, 40121 Bologna,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IT44 X054 2811 1011 0000 0000 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Emma Ferrari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Nuova 8877, 35121 Padova,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IT17 X054 2811 1011 0000 0000 065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Aurora Giordano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Nuova 8914, 80133 Napoli,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IT87 X054 2811 1011 0000 0000 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Ilaria Romano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Reale 8951,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IT60 X054 2811 1011 0000 0000 067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Chiara Moretti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Reale 8988,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IT33 X054 2811 1011 0000 0000 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Andrea Greco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Reale 9025,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IT06 X054 2811 1011 0000 0000 069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Francesco Mariani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Reale 9062, 70121 Bari,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IT76 X054 2811 1011 0000 0000 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Aurora Conti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Reale 9099, 50122 Firenze,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IT49 X054 2811 1011 0000 0000 071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Riccardo Ferrari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Reale 9136, 43121 Parma,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IT22 X054 2811 1011 0000 0000 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Andrea Giordano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Reale 9173,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IT92 X054 2811 1011 0000 0000 073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Francesco Colombo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Reale 9210,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IT65 X054 2811 1011 0000 0000 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Davide Moretti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Reale 9247,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IT38 X054 2811 1011 0000 0000 075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5E6A38A2-F85F-4BD9-AAC8-FB970BA1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6F9F1831-E8DE-4438-9781-6B24496F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4861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EA573139-F704-4CB9-A1BD-AEE5E6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Italian IBAN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Riccardo Greco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Reale 9284,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IT11 X054 2811 1011 0000 0000 076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Andrea Mariani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Reale 9321,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IT81 X054 2811 1011 0000 0000 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Francesco De Luca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Reale 9358,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IT54 X054 2811 1011 0000 0000 078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Davide Ferrari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Serena 9395, 00184 Roma,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IT27 X054 2811 1011 0000 0000 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Riccardo Giordano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Serena 9432, 90133 Palermo,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IT97 X054 2811 1011 0000 0000 080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Andrea Colombo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Serena 9469, 10121 Torino,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IT70 X054 2811 1011 0000 0000 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Francesco Barbieri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Serena 9506,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IT43 X054 2811 1011 0000 0000 082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Davide Greco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Serena 9543,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IT16 X054 2811 1011 0000 0000 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Riccardo Mariani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Serena 9580,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IT86 X054 2811 1011 0000 0000 084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Andrea De Luca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Serena 9617, 16121 Genova,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IT59 X054 2811 1011 0000 0000 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Francesco Esposito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Serena 9654, 20121 Milano,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IT32 X054 2811 1011 0000 0000 086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Davide Giordano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Serena 9691, 37121 Verona,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IT05 X054 2811 1011 0000 0000 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Riccardo Colombo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Serena 9728,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IT75 X054 2811 1011 0000 0000 088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Andrea Barbieri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Serena 9765,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IT48 X054 2811 1011 0000 0000 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Francesco Bruno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Serena 9802,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IT21 X054 2811 1011 0000 0000 090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965E3C36-5FD3-49E3-B0AA-BEB4E62A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8E2EE0F4-B532-495F-8067-57DC926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36627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87C0C21C-8880-47A1-AD08-551984B4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Italian IBAN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Davide Mariani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Verde 9839,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IT91 X054 2811 1011 0000 0000 091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Riccardo De Luca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Verde 9876,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IT64 X054 2811 1011 0000 0000 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Ginevra Esposito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Verde 33,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IT37 X054 2811 1011 0000 0000 093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Sofia Rizzo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Verde 70, 70121 Bari,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IT10 X054 2811 1011 0000 0000 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Marta Colombo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Verde 107, 50122 Firenze,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IT80 X054 2811 1011 0000 0000 095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Beatrice Barbieri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Verde 144, 43121 Parma,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IT53 X054 2811 1011 0000 0000 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Ginevra Bruno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Verde 181,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IT26 X054 2811 1011 0000 0000 097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Sofia Rossi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Verde 218,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IT96 X054 2811 1011 0000 0000 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Marta De Luca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Verde 255,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IT69 X054 2811 1011 0000 0000 099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Beatrice Esposito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Verde 292, 40121 Bologna,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IT42 X054 2811 1011 0000 0000 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Ginevra Rizzo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Verde 329, 35121 Padova,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IT15 X054 2811 1011 0000 0000 101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Sofia Ricci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Verde 366, 80133 Napoli,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IT85 X054 2811 1011 0000 0000 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Marta Barbieri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Alta 403,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IT58 X054 2811 1011 0000 0000 103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Beatrice Bruno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Alta 440,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IT31 X054 2811 1011 0000 0000 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Ginevra Rossi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Alta 477,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IT04 X054 2811 1011 0000 0000 105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7CCB4D02-CC6A-49A8-81CC-2A15A18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CF4BE02A-E780-43C3-A4C5-3968E006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012627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19AE1E4D-C776-4261-8E82-83C5503D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Italian IBAN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Sofia Mancini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Alta 514,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IT74 X054 2811 1011 0000 0000 106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Marta Esposito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Alta 551,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IT47 X054 2811 1011 0000 0000 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Beatrice Rizzo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Alta 588,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IT20 X054 2811 1011 0000 0000 108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Ginevra Ricci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Alta 625, 16121 Genova,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IT90 X054 2811 1011 0000 0000 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Sofia Fontana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Alta 662, 20121 Milano,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IT63 X054 2811 1011 0000 0000 110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Marta Bruno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Alta 699, 37121 Verona,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IT36 X054 2811 1011 0000 0000 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Beatrice Rossi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Alta 736,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IT09 X054 2811 1011 0000 0000 112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Ginevra Mancini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Alta 773,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IT79 X054 2811 1011 0000 0000 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Andrea Bianchi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Alta 810,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IT52 X054 2811 1011 0000 0000 114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Marta Rizzo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Bassa 847, 00184 Roma,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IT25 X054 2811 1011 0000 0000 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Beatrice Ricci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Bassa 884, 90133 Palermo,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IT95 X054 2811 1011 0000 0000 116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Alessandro Fontana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Bassa 921, 10121 Torino,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IT68 X054 2811 1011 0000 0000 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Leonardo Gallo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Bassa 958,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IT41 X054 2811 1011 0000 0000 118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Luca Rossi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Bassa 995,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IT14 X054 2811 1011 0000 0000 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Tommaso Mancini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Bassa 1032,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IT84 X054 2811 1011 0000 0000 120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60AF652F-3592-46B1-9952-6DE8EBE3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20018196-C5FA-4A9E-A887-64B360D3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03437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0FB6A64C-2DCB-4451-A559-2F7D1429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Italian IBAN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Alessandro Bianchi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Bassa 1069,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IT57 X054 2811 1011 0000 0000 121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Leonardo Lombardi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Bassa 1106,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IT30 X054 2811 1011 0000 0000 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Luca Ricci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Bassa 1143,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IT03 X054 2811 1011 0000 0000 123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Tommaso Fontana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Bassa 1180, 40121 Bologna,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IT73 X054 2811 1011 0000 0000 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Alessandro Gallo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Bassa 1217, 35121 Padova,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IT46 X054 2811 1011 0000 0000 125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Leonardo Russo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Bassa 1254, 80133 Napoli,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IT19 X054 2811 1011 0000 0000 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Luca Mancini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Dorata 1291,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IT89 X054 2811 1011 0000 0000 127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Tommaso Bianchi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Dorata 1328,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IT62 X054 2811 1011 0000 0000 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Alessandro Lombardi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Dorata 1365,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IT35 X054 2811 1011 0000 0000 129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Leonardo Marino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Dorata 1402, 70121 Bari,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IT08 X054 2811 1011 0000 0000 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Luca Fontana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Dorata 1439, 50122 Firenze,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IT78 X054 2811 1011 0000 0000 131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Tommaso Gallo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Dorata 1476, 43121 Parma,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IT51 X054 2811 1011 0000 0000 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Beatrice Russo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Olmo Dorata 1513,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IT24 X054 2811 1011 0000 0000 133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Leonardo Costa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Pino Dorata 1550,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IT94 X054 2811 1011 0000 0000 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Luca Bianchi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Quercia Dorata 1587,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IT67 X054 2811 1011 0000 0000 135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B68D4DD2-322E-4878-85CD-4FE49C0F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4C2DB5E2-45FF-4399-90A7-D816E896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858472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A2606F76-E975-4883-A3D9-C9DD4F53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Italian IBAN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Tommaso Lombardi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Rosa Dorata 1624,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IT40 X054 2811 1011 0000 0000 136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Alessandro Marino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Tiglio Dorata 1661,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IT13 X054 2811 1011 0000 0000 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Leonardo Santoro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Ulivo Dorata 1698,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IT83 X054 2811 1011 0000 0000 138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Luca Gallo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Acero Antica 1735, 00184 Roma,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IT56 X054 2811 1011 0000 0000 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Tommaso Russo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Alloro Antica 1772, 90133 Palermo,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IT29 X054 2811 1011 0000 0000 140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Alice Costa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Castagno Antica 1809, 10121 Torino,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IT02 X054 2811 1011 0000 0000 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Giulia Romano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Cedro Antica 1846,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IT72 X054 2811 1011 0000 0000 142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Elisa Lombardi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Fontana Antica 1883,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IT45 X054 2811 1011 0000 0000 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Greta Marino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Gelsomino Antica 1920,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IT18 X054 2811 1011 0000 0000 144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Alice Santoro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Olmo Antica 1957, 16121 Genova,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IT88 X054 2811 1011 0000 0000 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Giulia Conti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Pino Antica 1994, 20121 Milano,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IT61 X054 2811 1011 0000 0000 146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Elisa Russo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Quercia Antica 2031, 37121 Verona,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IT34 X054 2811 1011 0000 0000 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Greta Costa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Rosa Antica 2068,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IT07 X054 2811 1011 0000 0000 148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Alice Romano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Tiglio Antica 2105,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IT77 X054 2811 1011 0000 0000 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Giulia Moretti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Corso Ulivo Antica 2142,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IT50 X054 2811 1011 0000 0000 150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B0A20C16-212C-4802-B88D-77C31085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2227240F-7CE1-4D68-927B-049C6AFB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10391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2026-07-30T10:49:22.2310000Z</dcterms:created>
  <dcterms:modified xsi:type="dcterms:W3CDTF">2026-07-30T10:49:22.2310000Z</dcterms:modified>
</coreProperties>
</file>
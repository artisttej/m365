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c950d52762499c" /><Relationship Type="http://schemas.openxmlformats.org/officeDocument/2006/relationships/extended-properties" Target="/docProps/app.xml" Id="Rc08a8b16304b4967" /><Relationship Type="http://schemas.openxmlformats.org/officeDocument/2006/relationships/officeDocument" Target="/ppt/presentation.xml" Id="R3dbd7a9d76b14e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061d6fcad8448a"/>
  </p:sldMasterIdLst>
  <p:notesMasterIdLst>
    <p:notesMasterId xmlns:r="http://schemas.openxmlformats.org/officeDocument/2006/relationships" r:id="R2a03af03b60c4b04"/>
  </p:notesMasterIdLst>
  <p:sldIdLst>
    <p:sldId xmlns:r="http://schemas.openxmlformats.org/officeDocument/2006/relationships" id="256" r:id="R95bbcf36966943bc"/>
    <p:sldId xmlns:r="http://schemas.openxmlformats.org/officeDocument/2006/relationships" id="257" r:id="R44e3dd9ed32b4751"/>
    <p:sldId xmlns:r="http://schemas.openxmlformats.org/officeDocument/2006/relationships" id="258" r:id="R25eca196b222452d"/>
    <p:sldId xmlns:r="http://schemas.openxmlformats.org/officeDocument/2006/relationships" id="259" r:id="R75ad2451866f484f"/>
    <p:sldId xmlns:r="http://schemas.openxmlformats.org/officeDocument/2006/relationships" id="260" r:id="R10bbe67070ae482b"/>
    <p:sldId xmlns:r="http://schemas.openxmlformats.org/officeDocument/2006/relationships" id="261" r:id="Rf82115ee5bf24b05"/>
    <p:sldId xmlns:r="http://schemas.openxmlformats.org/officeDocument/2006/relationships" id="262" r:id="R94e4ffbf703b4767"/>
    <p:sldId xmlns:r="http://schemas.openxmlformats.org/officeDocument/2006/relationships" id="263" r:id="Ra37a06b0c4eb41eb"/>
    <p:sldId xmlns:r="http://schemas.openxmlformats.org/officeDocument/2006/relationships" id="264" r:id="Rab81b85bfb2946e3"/>
    <p:sldId xmlns:r="http://schemas.openxmlformats.org/officeDocument/2006/relationships" id="265" r:id="R8a4481ae7be04148"/>
    <p:sldId xmlns:r="http://schemas.openxmlformats.org/officeDocument/2006/relationships" id="266" r:id="R6f57fd68fa0a42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1e846bd9114a0f" /><Relationship Type="http://schemas.openxmlformats.org/officeDocument/2006/relationships/slideMaster" Target="/ppt/slideMasters/slideMaster1.xml" Id="R49061d6fcad8448a" /><Relationship Type="http://schemas.openxmlformats.org/officeDocument/2006/relationships/notesMaster" Target="/ppt/notesMasters/notesMaster1.xml" Id="R2a03af03b60c4b04" /><Relationship Type="http://schemas.openxmlformats.org/officeDocument/2006/relationships/presProps" Target="/ppt/presProps.xml" Id="R4785ca00c5b4410d" /><Relationship Type="http://schemas.openxmlformats.org/officeDocument/2006/relationships/tableStyles" Target="/ppt/tableStyles.xml" Id="R757ddfd06c8a4ad6" /><Relationship Type="http://schemas.openxmlformats.org/officeDocument/2006/relationships/slide" Target="/ppt/slides/slide1.xml" Id="R95bbcf36966943bc" /><Relationship Type="http://schemas.openxmlformats.org/officeDocument/2006/relationships/slide" Target="/ppt/slides/slide2.xml" Id="R44e3dd9ed32b4751" /><Relationship Type="http://schemas.openxmlformats.org/officeDocument/2006/relationships/slide" Target="/ppt/slides/slide3.xml" Id="R25eca196b222452d" /><Relationship Type="http://schemas.openxmlformats.org/officeDocument/2006/relationships/slide" Target="/ppt/slides/slide4.xml" Id="R75ad2451866f484f" /><Relationship Type="http://schemas.openxmlformats.org/officeDocument/2006/relationships/slide" Target="/ppt/slides/slide5.xml" Id="R10bbe67070ae482b" /><Relationship Type="http://schemas.openxmlformats.org/officeDocument/2006/relationships/slide" Target="/ppt/slides/slide6.xml" Id="Rf82115ee5bf24b05" /><Relationship Type="http://schemas.openxmlformats.org/officeDocument/2006/relationships/slide" Target="/ppt/slides/slide7.xml" Id="R94e4ffbf703b4767" /><Relationship Type="http://schemas.openxmlformats.org/officeDocument/2006/relationships/slide" Target="/ppt/slides/slide8.xml" Id="Ra37a06b0c4eb41eb" /><Relationship Type="http://schemas.openxmlformats.org/officeDocument/2006/relationships/slide" Target="/ppt/slides/slide9.xml" Id="Rab81b85bfb2946e3" /><Relationship Type="http://schemas.openxmlformats.org/officeDocument/2006/relationships/slide" Target="/ppt/slides/slide10.xml" Id="R8a4481ae7be04148" /><Relationship Type="http://schemas.openxmlformats.org/officeDocument/2006/relationships/slide" Target="/ppt/slides/slide11.xml" Id="R6f57fd68fa0a42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c4055f41d49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1138c40e79434f" /><Relationship Type="http://schemas.openxmlformats.org/officeDocument/2006/relationships/notesMaster" Target="/ppt/notesMasters/notesMaster1.xml" Id="R22cb8b9e76be43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785ce89244c04" /><Relationship Type="http://schemas.openxmlformats.org/officeDocument/2006/relationships/notesMaster" Target="/ppt/notesMasters/notesMaster1.xml" Id="R3dd24708a18f4b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38ae734e074b41" /><Relationship Type="http://schemas.openxmlformats.org/officeDocument/2006/relationships/notesMaster" Target="/ppt/notesMasters/notesMaster1.xml" Id="R2d2c850d5a6e45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35a865b63f4a14" /><Relationship Type="http://schemas.openxmlformats.org/officeDocument/2006/relationships/notesMaster" Target="/ppt/notesMasters/notesMaster1.xml" Id="R1a17161ec24e4e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9ec1da80d546b1" /><Relationship Type="http://schemas.openxmlformats.org/officeDocument/2006/relationships/notesMaster" Target="/ppt/notesMasters/notesMaster1.xml" Id="R1b020c1b41fa4c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e2d0eb62db49f2" /><Relationship Type="http://schemas.openxmlformats.org/officeDocument/2006/relationships/notesMaster" Target="/ppt/notesMasters/notesMaster1.xml" Id="Rfdd22144eb4544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9239efb1da4c1e" /><Relationship Type="http://schemas.openxmlformats.org/officeDocument/2006/relationships/notesMaster" Target="/ppt/notesMasters/notesMaster1.xml" Id="Rb98ee929b3fc45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98d687cb8a4fb5" /><Relationship Type="http://schemas.openxmlformats.org/officeDocument/2006/relationships/notesMaster" Target="/ppt/notesMasters/notesMaster1.xml" Id="Rd016b6db4c3f4e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128e3cddaa4df9" /><Relationship Type="http://schemas.openxmlformats.org/officeDocument/2006/relationships/notesMaster" Target="/ppt/notesMasters/notesMaster1.xml" Id="R7622184cd68346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31c36f1b554a01" /><Relationship Type="http://schemas.openxmlformats.org/officeDocument/2006/relationships/notesMaster" Target="/ppt/notesMasters/notesMaster1.xml" Id="Rd7eea584dd3d4f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2f2b3ffcbc4cb8" /><Relationship Type="http://schemas.openxmlformats.org/officeDocument/2006/relationships/notesMaster" Target="/ppt/notesMasters/notesMaster1.xml" Id="R47a8aafb162b49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6d3fd3e104c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b84811c7f744b5" /><Relationship Type="http://schemas.openxmlformats.org/officeDocument/2006/relationships/slideLayout" Target="/ppt/slideLayouts/slideLayout1.xml" Id="R52df9d83917049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df9d83917049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d656b9e0b41d2" /><Relationship Type="http://schemas.openxmlformats.org/officeDocument/2006/relationships/notesSlide" Target="/ppt/notesSlides/notesSlide1.xml" Id="R3b43db22e05843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80e25450c4571" /><Relationship Type="http://schemas.openxmlformats.org/officeDocument/2006/relationships/notesSlide" Target="/ppt/notesSlides/notesSlide2.xml" Id="R36b70bffbf194e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129c4d61f49bc" /><Relationship Type="http://schemas.openxmlformats.org/officeDocument/2006/relationships/notesSlide" Target="/ppt/notesSlides/notesSlide3.xml" Id="R719fa9f5013349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ec9d417ae4993" /><Relationship Type="http://schemas.openxmlformats.org/officeDocument/2006/relationships/notesSlide" Target="/ppt/notesSlides/notesSlide4.xml" Id="R9c3eb409e56b42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f47ce71fa45b5" /><Relationship Type="http://schemas.openxmlformats.org/officeDocument/2006/relationships/notesSlide" Target="/ppt/notesSlides/notesSlide5.xml" Id="Rcb5dacd255da47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1d084c46f4332" /><Relationship Type="http://schemas.openxmlformats.org/officeDocument/2006/relationships/notesSlide" Target="/ppt/notesSlides/notesSlide6.xml" Id="R0cf5b938e98242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5b165ec374a02" /><Relationship Type="http://schemas.openxmlformats.org/officeDocument/2006/relationships/notesSlide" Target="/ppt/notesSlides/notesSlide7.xml" Id="R06006fc4128d46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4c394c632497c" /><Relationship Type="http://schemas.openxmlformats.org/officeDocument/2006/relationships/notesSlide" Target="/ppt/notesSlides/notesSlide8.xml" Id="R0da6b158523545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d6f6286024124" /><Relationship Type="http://schemas.openxmlformats.org/officeDocument/2006/relationships/notesSlide" Target="/ppt/notesSlides/notesSlide9.xml" Id="Re3f61c0a000e4a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e0bccd0064b87" /><Relationship Type="http://schemas.openxmlformats.org/officeDocument/2006/relationships/notesSlide" Target="/ppt/notesSlides/notesSlide10.xml" Id="Rfc419aef1cb04f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aaa76aa3849de" /><Relationship Type="http://schemas.openxmlformats.org/officeDocument/2006/relationships/notesSlide" Target="/ppt/notesSlides/notesSlide11.xml" Id="R966ce6246ead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5F9D63D5-99CA-4643-B1D7-8337355A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4C2D2F-2204-42C4-B8C5-8320A761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Burgerservicenummer (BSN)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CCDEE8B-9029-43AB-B221-D80D2DDB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B99FF071-32CE-451B-81CA-50223C5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917053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B30F8EFA-A042-41D0-A07C-8ADC11B2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Tess Liam Bos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AcaciaBergstraat 1024, 1012 JS Amsterdam,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200 000 007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Thomas de Vries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BeukenBergstraat 1061, 2311 AA Leiden,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Bram Hendriks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BoterbloemBergstraat 1098, 3511 AA Utrecht,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200 000 020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Finn Janssen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DennenBergstraat 1135, 2011 AA Haarlem,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Julia Liam de Wit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ElzenBergstraat 1172, 5611 AA Eindhoven,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200 000 044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Thomas Meijer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GoudenBergstraat 1209, 4811 AA Breda,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200 000 056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Bram de Graaf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KastanjeBergstraat 1246, 6211 AA Maastricht,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200 000 068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 Anna Bos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LindenBergstraat 1283, 3011 AA Rotterdam,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200 001 577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Sanne Julia van den Berg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MolenBergstraat 1320, 2611 AA Delft,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200 000 081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Fleur Hendriks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ParkBergstraat 1357, 2511 AA Den Haag,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200 000 093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Fleur Eva Janssen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RivierBergstraat 1394, 6811 AA Arnhem,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200 001 607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Jesse Anna de Wit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WilgenBergstraat 1431, 9711 AA Groningen,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Lotte Julia de Boer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AcaciaBloemstraat 1468, 1012 JS Amsterdam,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Mees Fleur de Graaf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BeukenBloemstraat 1505, 2311 AA Leiden,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200 000 135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Eva Bos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BoterbloemBloemstraat 1542, 3511 AA Utrecht,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200 000 147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5E947C47-3698-447C-9249-A16999A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270C6290-AC5D-4A12-A1F1-78A838B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5834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B84BF2EC-3FBF-4538-8669-5E1CD4FD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Bram Anna van den Berg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DennenBloemstraat 1579, 2011 AA Haarlem,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200 000 159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 Julia van Leeuwen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ElzenBloemstraat 1616, 5611 AA Eindhoven,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200 000 160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Sem Fleur Janssen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GoudenBloemstraat 1653, 4811 AA Breda,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200 000 172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Eva de Wit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KastanjeBloemstraat 1690, 6211 AA Maastricht,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200 000 184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Levi Anna de Boer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LindenBloemstraat 1727, 3011 AA Rotterdam,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200 000 196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Mila Julia de Jong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MolenBloemstraat 1764, 2611 AA Delft,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200 000 202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Finn Fleur Bos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ParkBloemstraat 1801, 2511 AA Den Haag,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200 000 214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Anna Eva van den Berg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RivierBloemstraat 1838, 6811 AA Arnhem,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200 000 226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Daan Anna van Leeuwen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WilgenBloemstraat 1875, 9711 AA Groningen,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200 000 238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Tess Julia Visser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AcaciaBosstraat 1912, 1012 JS Amsterdam,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200 001 747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Fleur de Wit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BeukenBosstraat 1949, 2311 AA Leiden,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200 000 251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Eva de Boer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BoterbloemBosstraat 1986, 3511 AA Utrecht,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200 000 263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Anna de Jong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DennenBosstraat 2023, 2011 AA Haarlem,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200 000 275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Julia Finn Vos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ElzenBosstraat 2060, 5611 AA Eindhoven,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200 000 287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Fleur van den Berg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GoudenBosstraat 2097, 4811 AA Breda,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200 000 299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D143A61E-21B1-4D06-A412-4742F119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24F3ED32-E2DF-4EE7-ABF6-24CEA083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0958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6DBA2E90-84A7-434A-A0FE-DDBC8E67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Eva van Leeuwen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KastanjeBosstraat 2134, 6211 AA Maastricht,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200 000 305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 Daan Visser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LindenBosstraat 2171, 3011 AA Rotterdam,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200 000 317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Sanne Noah Dijkstra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MolenBosstraat 2208, 2611 AA Delft,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200 000 329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Jesse de Boer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ParkBosstraat 2245, 2511 AA Den Haag,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200 000 330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Fleur Sem de Jong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RivierBosstraat 2282, 6811 AA Arnhem,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200 000 342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Jesse Daan Vos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WilgenBosstraat 2319, 9711 AA Groningen,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200 000 354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Lotte Noah van Dijk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AcaciaBrugstraat 2356, 1012 JS Amsterdam,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200 000 366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Mees Jesse van Leeuwen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BeukenBrugstraat 2393, 2311 AA Leiden,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200 000 378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Sem Visser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BoterbloemBrugstraat 2430, 3511 AA Utrecht,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200 001 887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Bram Daan Dijkstra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DennenBrugstraat 2467, 2011 AA Haarlem,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200 000 391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 Noah Mulder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ElzenBrugstraat 2504, 5611 AA Eindhoven,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200 000 408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Sem Jesse de Jong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GoudenBrugstraat 2541, 4811 AA Breda,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200 001 917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Sem Vos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KastanjeBrugstraat 2578, 6211 AA Maastricht,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200 000 421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Levi Daan van Dijk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LindenBrugstraat 2615, 3011 AA Rotterdam,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200 000 433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Mila Noah Dekker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MolenBrugstraat 2652, 2611 AA Delft,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200 000 445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B161FF40-1D08-4828-BD9B-10836769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2EE5A049-8F8A-419A-A103-B5FBFE43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90004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893C6065-FC1D-496D-9E4D-5C0B2721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Finn Jesse Visser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ParkBrugstraat 2689, 2511 AA Den Haag,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200 000 457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Anna Sem Dijkstra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RivierBrugstraat 2726, 6811 AA Arnhem,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200 000 469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Daan Eva Mulder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WilgenBrugstraat 2763, 9711 AA Groningen,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200 000 470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Tess Noah Jansen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AcaciaDijkstraat 2800, 1012 JS Amsterdam,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200 000 482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Jesse Vos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BeukenDijkstraat 2837, 2311 AA Leiden,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200 000 494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Sem van Dijk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BoterbloemDijkstraat 2874, 3511 AA Utrecht,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200 000 500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Daan Dekker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DennenDijkstraat 2911, 2011 AA Haarlem,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200 000 512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Julia Noah Smit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ElzenDijkstraat 2948, 5611 AA Eindhoven,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200 000 524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Jesse Dijkstra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GoudenDijkstraat 2985, 4811 AA Breda,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200 000 536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Sem Mulder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KastanjeDijkstraat 3022, 6211 AA Maastricht,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200 000 548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 Tess Jansen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LindenDijkstraat 3059, 3011 AA Rotterdam,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200 002 053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Sanne Emma Peters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MolenDijkstraat 3096, 2611 AA Delft,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200 000 561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Lotte van Dijk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ParkDijkstraat 3133, 2511 AA Den Haag,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200 000 573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Fleur Sara Dekker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RivierDijkstraat 3170, 6811 AA Arnhem,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200 000 585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Jesse Tess Smit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WilgenDijkstraat 3207, 9711 AA Groningen,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200 000 597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43B60141-E2D4-4089-8143-1BF4A17C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13533E96-8B38-4282-ADD6-F5E61338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219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EDA4B5AC-7238-4445-820A-403C5306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Lotte Emma Smits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AcaciaHofstraat 3244, 1012 JS Amsterdam,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200 000 603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Mees Lotte Mulder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BeukenHofstraat 3281, 2311 AA Leiden,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200 000 615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Sara Jansen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BoterbloemHofstraat 3318, 3511 AA Utrecht,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200 000 627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Bram Tess Peters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DennenHofstraat 3355, 2011 AA Haarlem,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200 000 639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 Emma Bakker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ElzenHofstraat 3392, 5611 AA Eindhoven,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200 000 640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Sem Lotte Dekker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GoudenHofstraat 3429, 4811 AA Breda,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200 000 652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Jesse Smit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KastanjeHofstraat 3466, 6211 AA Maastricht,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200 000 664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Levi Tess Smits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LindenHofstraat 3503, 3011 AA Rotterdam,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200 000 676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Mila Emma de Groot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MolenHofstraat 3540, 2611 AA Delft,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200 000 688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Finn Lotte Jansen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ParkHofstraat 3577, 2511 AA Den Haag,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200 002 193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Anna Sara Peters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RivierHofstraat 3614, 6811 AA Arnhem,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200 000 706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Daan Tess Bakker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WilgenHofstraat 3651, 9711 AA Groningen,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200 000 718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Tess Emma Brouwer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AcaciaKadestraat 3688, 1012 JS Amsterdam,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200 002 223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Lotte Smit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BeukenKadestraat 3725, 2311 AA Leiden,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200 000 731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Sara Smits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BoterbloemKadestraat 3762, 3511 AA Utrecht,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200 000 743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0CB68F31-CE69-4331-92E4-41D21099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61FE84FE-B853-4C9E-A312-BCC3D0C2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22273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E1F7E823-8548-4CCF-AFED-08C5A68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Tess de Groot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DennenKadestraat 3799, 2011 AA Haarlem,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200 000 755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Julia Emma de Vries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ElzenKadestraat 3836, 5611 AA Eindhoven,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200 000 767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Lotte Peters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GoudenKadestraat 3873, 4811 AA Breda,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200 000 779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Sara Bakker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KastanjeKadestraat 3910, 6211 AA Maastricht,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200 000 780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 Lucas Brouwer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LindenKadestraat 3947, 3011 AA Rotterdam,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200 000 792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Sanne Max Smit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MolenKadestraat 3984, 2611 AA Delft,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200 000 809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Mees Smits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ParkKadestraat 4021, 2511 AA Den Haag,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200 000 810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Fleur Levi de Groot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RivierKadestraat 4058, 6811 AA Arnhem,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200 000 822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Jesse Lucas de Vries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WilgenKadestraat 4095, 9711 AA Groningen,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200 000 834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Lotte Max Peters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AcaciaLaanstraat 4132, 1012 JS Amsterdam,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200 000 846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Mees Emma Bakker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BeukenLaanstraat 4169, 2311 AA Leiden,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200 000 858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Levi Brouwer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BoterbloemLaanstraat 4206, 3511 AA Utrecht,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200 002 363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Bram Lucas Meijer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DennenLaanstraat 4243, 2011 AA Haarlem,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200 000 871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 Max Smits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ElzenLaanstraat 4280, 5611 AA Eindhoven,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200 000 883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Sem Mees de Groot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GoudenLaanstraat 4317, 4811 AA Breda,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200 000 895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8926EB57-2200-4084-B15C-2593F6F8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6B4FABF9-FEF6-4A6B-8C16-FD08AE09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005763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2C5BCBF4-6109-489F-A9F7-B33D87D2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Levi de Vries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KastanjeLaanstraat 4354, 6211 AA Maastricht,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Levi Lucas Hendriks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LindenLaanstraat 4391, 3011 AA Rotterdam,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Mila Max Bakker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MolenLaanstraat 4428, 2611 AA Delft,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Finn Mees Brouwer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ParkLaanstraat 4465, 2511 AA Den Haag,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Anna Levi Meijer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RivierLaanstraat 4502, 6811 AA Arnhem,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Daan Lucas de Graaf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WilgenLaanstraat 4539, 9711 AA Groningen,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200 000 950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Tess Max de Groot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AcaciaMarktstraat 4576, 1012 JS Amsterdam,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Mees de Vries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BeukenMarktstraat 4613, 2311 AA Leiden,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Levi Hendriks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BoterbloemMarktstraat 4650, 3511 AA Utrecht,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Lucas Janssen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DennenMarktstraat 4687, 2011 AA Haarlem,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200 000 998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Julia Max Brouwer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ElzenMarktstraat 4724, 5611 AA Eindhoven,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200 001 000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Mees Meijer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GoudenMarktstraat 4761, 4811 AA Breda,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Levi de Graaf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KastanjeMarktstraat 4798, 6211 AA Maastricht,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200 001 024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 Sophie Bos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LindenMarktstraat 4835, 3011 AA Rotterdam,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Sanne Lucas de Vries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MolenMarktstraat 4872, 2611 AA Delft,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200 001 048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8E104E68-BE95-4CA1-88C6-14DE9CB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2F0EE93F-29A7-47E0-BC8C-5EFB434D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703700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E3F16752-F5CB-4729-8038-66B3E361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Nora Hendriks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ParkMarktstraat 4909, 2511 AA Den Haag,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200 002 557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Fleur Mila Janssen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RivierMarktstraat 4946, 6811 AA Arnhem,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200 001 061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Jesse Sophie de Wit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WilgenMarktstraat 4983, 9711 AA Groningen,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200 001 073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Lotte Sanne Meijer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AcaciaPoortstraat 5020, 1012 JS Amsterdam,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Mees Nora de Graaf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BeukenPoortstraat 5057, 2311 AA Leiden,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200 001 097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Mila Bos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BoterbloemPoortstraat 5094, 3511 AA Utrecht,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200 001 103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Bram Sophie van den Berg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DennenPoortstraat 5131, 2011 AA Haarlem,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200 001 115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 Sanne Hendriks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ElzenPoortstraat 5168, 5611 AA Eindhoven,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200 001 127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Sem Nora Janssen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GoudenPoortstraat 5205, 4811 AA Breda,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200 001 139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Mila de Wit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KastanjePoortstraat 5242, 6211 AA Maastricht,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200 001 140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Levi Sophie de Boer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LindenPoortstraat 5279, 3011 AA Rotterdam,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200 001 152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Mila Sanne de Graaf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MolenPoortstraat 5316, 2611 AA Delft,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200 001 164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Finn Nora Bos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ParkPoortstraat 5353, 2511 AA Den Haag,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200 001 176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Anna Mila van den Berg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RivierPoortstraat 5390, 6811 AA Arnhem,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200 001 188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Daan Sophie van Leeuwen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WilgenPoortstraat 5427, 9711 AA Groningen,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200 002 697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29ED1A05-9890-4ACC-8598-3938CD02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FF71B9F3-9DBE-4BF6-AF03-8D1EDA41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9854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1985D3EF-3066-488B-8AD2-8B82CCD3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Tess Sanne Janssen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AcaciaSingelstraat 5464, 1012 JS Amsterdam,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200 001 206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Nora de Wit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BeukenSingelstraat 5501, 2311 AA Leiden,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200 001 218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Mila de Boer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BoterbloemSingelstraat 5538, 3511 AA Utrecht,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200 002 727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Sophie de Jong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DennenSingelstraat 5575, 2011 AA Haarlem,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200 001 231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Julia Sanne Bos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ElzenSingelstraat 5612, 5611 AA Eindhoven,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200 001 243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Nora van den Berg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GoudenSingelstraat 5649, 4811 AA Breda,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200 001 255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Emma Mila van Leeuwen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KastanjeSingelstraat 5686, 6211 AA Maastricht,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200 001 267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Max Liam Visser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LindenSingelstraat 5723, 3011 AA Rotterdam,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200 001 279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Sanne Thomas de Wit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MolenSingelstraat 5760, 2611 AA Delft,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200 001 280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Bram de Boer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ParkSingelstraat 5797, 2511 AA Den Haag,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200 001 292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Fleur Finn de Jong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RivierSingelstraat 5834, 6811 AA Arnhem,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200 001 309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Jesse Liam Vos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WilgenSingelstraat 5871, 9711 AA Groningen,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200 001 310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Lotte Thomas van den Berg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AcaciaVeldstraat 5908, 1012 JS Amsterdam,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200 001 322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Mees Bram van Leeuwen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BeukenVeldstraat 5945, 2311 AA Leiden,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200 001 334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Nora Finn Visser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BoterbloemVeldstraat 5982, 3511 AA Utrecht,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200 001 346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C6651C8E-D947-46E7-99B0-3C5F8EED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F84824C3-74D6-4688-A036-DC626FF1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409576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B6A1B5E0-4E36-4D64-9978-29E4A0C9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Burgerservicenummer (BSN)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Bram Liam Dijkstra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DennenVeldstraat 6019, 2011 AA Haarlem,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200 001 358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 Thomas de Boer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ElzenVeldstraat 6056, 5611 AA Eindhoven,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200 002 867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Sem Bram de Jong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GoudenVeldstraat 6093, 4811 AA Breda,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200 001 371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Sara Finn Vos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KastanjeVeldstraat 6130, 6211 AA Maastricht,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200 001 383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Levi Liam van Dijk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LindenVeldstraat 6167, 3011 AA Rotterdam,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200 001 395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Mila Thomas van Leeuwen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MolenVeldstraat 6204, 2611 AA Delft,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Finn Bram Visser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ParkVeldstraat 6241, 2511 AA Den Haag,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Anna Finn Dijkstra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RivierVeldstraat 6278, 6811 AA Arnhem,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Daan Liam Mulder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WilgenVeldstraat 6315, 9711 AA Groningen,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Tess Thomas de Jong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AcaciaBerglaan 6352, 1012 JS Amsterdam,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Lucas Bram Vos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BeukenBerglaan 6389, 2311 AA Leiden,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Finn van Dijk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BoterbloemBerglaan 6426, 3511 AA Utrecht,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Liam Mila Dekker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DennenBerglaan 6463, 2011 AA Haarlem,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200 001 474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Julia Thomas Visser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ElzenBerglaan 6500, 5611 AA Eindhoven, Nederland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Noah Bram Dijkstra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GoudenBerglaan 6537, 4811 AA Breda, Nederland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200 001 498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5E006343-F020-4605-8F27-7BE19A8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C1D656D0-0F7A-4331-8596-97164C23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1415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2026-07-30T10:49:33.3970000Z</dcterms:created>
  <dcterms:modified xsi:type="dcterms:W3CDTF">2026-07-30T10:49:33.3970000Z</dcterms:modified>
</coreProperties>
</file>
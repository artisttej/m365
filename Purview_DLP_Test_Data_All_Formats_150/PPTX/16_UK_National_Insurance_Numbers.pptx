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1447127dc400b" /><Relationship Type="http://schemas.openxmlformats.org/officeDocument/2006/relationships/extended-properties" Target="/docProps/app.xml" Id="R0d216d5cdc6e4a1d" /><Relationship Type="http://schemas.openxmlformats.org/officeDocument/2006/relationships/officeDocument" Target="/ppt/presentation.xml" Id="Rb48c6ab08d0d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5c69ed5e74b8f"/>
  </p:sldMasterIdLst>
  <p:notesMasterIdLst>
    <p:notesMasterId xmlns:r="http://schemas.openxmlformats.org/officeDocument/2006/relationships" r:id="Re102777576ed4a16"/>
  </p:notesMasterIdLst>
  <p:sldIdLst>
    <p:sldId xmlns:r="http://schemas.openxmlformats.org/officeDocument/2006/relationships" id="256" r:id="Rec66367da0f04e90"/>
    <p:sldId xmlns:r="http://schemas.openxmlformats.org/officeDocument/2006/relationships" id="257" r:id="Rd3f65b5189534d60"/>
    <p:sldId xmlns:r="http://schemas.openxmlformats.org/officeDocument/2006/relationships" id="258" r:id="Rc9be5ec8530e46a8"/>
    <p:sldId xmlns:r="http://schemas.openxmlformats.org/officeDocument/2006/relationships" id="259" r:id="Ra8df013ce5d34bb9"/>
    <p:sldId xmlns:r="http://schemas.openxmlformats.org/officeDocument/2006/relationships" id="260" r:id="R0e61d70f955046eb"/>
    <p:sldId xmlns:r="http://schemas.openxmlformats.org/officeDocument/2006/relationships" id="261" r:id="Rc02682feb6e745be"/>
    <p:sldId xmlns:r="http://schemas.openxmlformats.org/officeDocument/2006/relationships" id="262" r:id="Rb4f98c0787944768"/>
    <p:sldId xmlns:r="http://schemas.openxmlformats.org/officeDocument/2006/relationships" id="263" r:id="R091bc070c3d344fd"/>
    <p:sldId xmlns:r="http://schemas.openxmlformats.org/officeDocument/2006/relationships" id="264" r:id="R5014cb2e351a4407"/>
    <p:sldId xmlns:r="http://schemas.openxmlformats.org/officeDocument/2006/relationships" id="265" r:id="R2f8236bf97b343bf"/>
    <p:sldId xmlns:r="http://schemas.openxmlformats.org/officeDocument/2006/relationships" id="266" r:id="Ra3bc751f4d7045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ada7f942040f3" /><Relationship Type="http://schemas.openxmlformats.org/officeDocument/2006/relationships/slideMaster" Target="/ppt/slideMasters/slideMaster1.xml" Id="R6425c69ed5e74b8f" /><Relationship Type="http://schemas.openxmlformats.org/officeDocument/2006/relationships/notesMaster" Target="/ppt/notesMasters/notesMaster1.xml" Id="Re102777576ed4a16" /><Relationship Type="http://schemas.openxmlformats.org/officeDocument/2006/relationships/presProps" Target="/ppt/presProps.xml" Id="R4cb20d0289f743f1" /><Relationship Type="http://schemas.openxmlformats.org/officeDocument/2006/relationships/tableStyles" Target="/ppt/tableStyles.xml" Id="R8fe95144d72d458f" /><Relationship Type="http://schemas.openxmlformats.org/officeDocument/2006/relationships/slide" Target="/ppt/slides/slide1.xml" Id="Rec66367da0f04e90" /><Relationship Type="http://schemas.openxmlformats.org/officeDocument/2006/relationships/slide" Target="/ppt/slides/slide2.xml" Id="Rd3f65b5189534d60" /><Relationship Type="http://schemas.openxmlformats.org/officeDocument/2006/relationships/slide" Target="/ppt/slides/slide3.xml" Id="Rc9be5ec8530e46a8" /><Relationship Type="http://schemas.openxmlformats.org/officeDocument/2006/relationships/slide" Target="/ppt/slides/slide4.xml" Id="Ra8df013ce5d34bb9" /><Relationship Type="http://schemas.openxmlformats.org/officeDocument/2006/relationships/slide" Target="/ppt/slides/slide5.xml" Id="R0e61d70f955046eb" /><Relationship Type="http://schemas.openxmlformats.org/officeDocument/2006/relationships/slide" Target="/ppt/slides/slide6.xml" Id="Rc02682feb6e745be" /><Relationship Type="http://schemas.openxmlformats.org/officeDocument/2006/relationships/slide" Target="/ppt/slides/slide7.xml" Id="Rb4f98c0787944768" /><Relationship Type="http://schemas.openxmlformats.org/officeDocument/2006/relationships/slide" Target="/ppt/slides/slide8.xml" Id="R091bc070c3d344fd" /><Relationship Type="http://schemas.openxmlformats.org/officeDocument/2006/relationships/slide" Target="/ppt/slides/slide9.xml" Id="R5014cb2e351a4407" /><Relationship Type="http://schemas.openxmlformats.org/officeDocument/2006/relationships/slide" Target="/ppt/slides/slide10.xml" Id="R2f8236bf97b343bf" /><Relationship Type="http://schemas.openxmlformats.org/officeDocument/2006/relationships/slide" Target="/ppt/slides/slide11.xml" Id="Ra3bc751f4d70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16c26574444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5b6b201aa464b" /><Relationship Type="http://schemas.openxmlformats.org/officeDocument/2006/relationships/notesMaster" Target="/ppt/notesMasters/notesMaster1.xml" Id="R073cd9c559e9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38d7ac87b4605" /><Relationship Type="http://schemas.openxmlformats.org/officeDocument/2006/relationships/notesMaster" Target="/ppt/notesMasters/notesMaster1.xml" Id="R3907b560b4064e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0b726915374db7" /><Relationship Type="http://schemas.openxmlformats.org/officeDocument/2006/relationships/notesMaster" Target="/ppt/notesMasters/notesMaster1.xml" Id="R5a627b0e84d74a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5fb3cfd7194df4" /><Relationship Type="http://schemas.openxmlformats.org/officeDocument/2006/relationships/notesMaster" Target="/ppt/notesMasters/notesMaster1.xml" Id="Rfc5b7ee52d7545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fdd7f842854686" /><Relationship Type="http://schemas.openxmlformats.org/officeDocument/2006/relationships/notesMaster" Target="/ppt/notesMasters/notesMaster1.xml" Id="R6a442ed4f71748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ac393770734138" /><Relationship Type="http://schemas.openxmlformats.org/officeDocument/2006/relationships/notesMaster" Target="/ppt/notesMasters/notesMaster1.xml" Id="Rff478caf81cd4f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680efe6efa4eb0" /><Relationship Type="http://schemas.openxmlformats.org/officeDocument/2006/relationships/notesMaster" Target="/ppt/notesMasters/notesMaster1.xml" Id="Re653efef9a7b4e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a83865cc034c1a" /><Relationship Type="http://schemas.openxmlformats.org/officeDocument/2006/relationships/notesMaster" Target="/ppt/notesMasters/notesMaster1.xml" Id="R0ef0b4e416b74b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17d4633ca649e4" /><Relationship Type="http://schemas.openxmlformats.org/officeDocument/2006/relationships/notesMaster" Target="/ppt/notesMasters/notesMaster1.xml" Id="R4cab149eeb4944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b9867530364866" /><Relationship Type="http://schemas.openxmlformats.org/officeDocument/2006/relationships/notesMaster" Target="/ppt/notesMasters/notesMaster1.xml" Id="R4d9ed0b4bf0f4f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594d7783594791" /><Relationship Type="http://schemas.openxmlformats.org/officeDocument/2006/relationships/notesMaster" Target="/ppt/notesMasters/notesMaster1.xml" Id="Rf7ccc533f9784a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ce3aca9eb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f846c175b846db" /><Relationship Type="http://schemas.openxmlformats.org/officeDocument/2006/relationships/slideLayout" Target="/ppt/slideLayouts/slideLayout1.xml" Id="R2f11fa83e42142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1fa83e42142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d4b30b09c4358" /><Relationship Type="http://schemas.openxmlformats.org/officeDocument/2006/relationships/notesSlide" Target="/ppt/notesSlides/notesSlide1.xml" Id="R1818d037257447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2a73f11a147cf" /><Relationship Type="http://schemas.openxmlformats.org/officeDocument/2006/relationships/notesSlide" Target="/ppt/notesSlides/notesSlide2.xml" Id="Rf84269834ba8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78309dc864a44" /><Relationship Type="http://schemas.openxmlformats.org/officeDocument/2006/relationships/notesSlide" Target="/ppt/notesSlides/notesSlide3.xml" Id="R5bffd52f1570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a6a4e0f204a9e" /><Relationship Type="http://schemas.openxmlformats.org/officeDocument/2006/relationships/notesSlide" Target="/ppt/notesSlides/notesSlide4.xml" Id="Rfac36610295a40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4b73868004814" /><Relationship Type="http://schemas.openxmlformats.org/officeDocument/2006/relationships/notesSlide" Target="/ppt/notesSlides/notesSlide5.xml" Id="Rfa19786051dc41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6f2ae447f4fd2" /><Relationship Type="http://schemas.openxmlformats.org/officeDocument/2006/relationships/notesSlide" Target="/ppt/notesSlides/notesSlide6.xml" Id="R38efea2d8fd54a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e33efe1cd45d1" /><Relationship Type="http://schemas.openxmlformats.org/officeDocument/2006/relationships/notesSlide" Target="/ppt/notesSlides/notesSlide7.xml" Id="R59932a1ea2ed45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82f3014b401e" /><Relationship Type="http://schemas.openxmlformats.org/officeDocument/2006/relationships/notesSlide" Target="/ppt/notesSlides/notesSlide8.xml" Id="R06e544cec95a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2d737faab48d4" /><Relationship Type="http://schemas.openxmlformats.org/officeDocument/2006/relationships/notesSlide" Target="/ppt/notesSlides/notesSlide9.xml" Id="Ra4d911f62bae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dccf8efc3418a" /><Relationship Type="http://schemas.openxmlformats.org/officeDocument/2006/relationships/notesSlide" Target="/ppt/notesSlides/notesSlide10.xml" Id="Re8ac4b58bce24d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8a8ac841640f9" /><Relationship Type="http://schemas.openxmlformats.org/officeDocument/2006/relationships/notesSlide" Target="/ppt/notesSlides/notesSlide11.xml" Id="R9e165ac445f7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A54FC0B-1249-4E84-AD71-729EB56E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629C3E-486B-4E70-840A-DBBE9277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National Insurance Number (NINO)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541B1C6-C25B-4B3D-9517-B2B9CC7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B7DE57EF-7500-47B9-979F-E0B8116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74511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1148AE6D-02D4-449F-81FE-A7762AF9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Lily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7885 Hawthorn Grove Avenue,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AB 10 00 00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Mia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7922 Kingfisher Grove Avenue,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 10 00 01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Amelia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7959 Mill Grove Avenue,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 10 00 02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Sophie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7996 Orchard Grove Avenue,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 10 00 03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Lily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8033 Station Grove Avenue,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AJ 10 00 04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Mia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8070 Victoria Grove Avenue,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 10 00 05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Amelia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8107 Abbey Mead Avenue,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 10 00 06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Sophie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8144 Bramble Mead Avenue,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 10 00 07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Lily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8181 Cedar Mead Avenue,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 10 00 08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Mia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8218 Church Mead Avenue,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 10 00 09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Amelia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8255 Crown Mead Avenue,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AS 10 00 10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Sophie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8292 Elm Mead Avenue,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AT 10 00 11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Lily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8329 Hawthorn Mead Avenue,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AW 10 00 12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Mia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8366 Kingfisher Mead Avenue,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AX 10 00 13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Amelia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8403 Mill Mead Avenue,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 10 00 14 C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710F4BB9-5D47-40D5-9E29-7CAE070C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DBA773D-DCAD-446F-899B-F5EF8E00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305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7C6B9045-FC55-442A-9DC3-42DE208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Sophie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8440 Orchard Mead Avenue,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 10 00 15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Lily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8477 Station Mead Avenue,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CE 10 00 16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Mia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8514 Victoria Mead Avenue,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 10 00 17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Mia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8551 Abbey Park Avenue,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CJ 10 00 18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William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8588 Bramble Park Avenue,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CK 10 00 19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Charlie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8625 Cedar Park Avenue,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 10 00 20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Arthur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8662 Church Park Avenue,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CM 10 00 21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Edward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8699 Crown Park Avenue,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CP 10 00 22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William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8736 Elm Park Avenue,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CR 10 00 23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Charlie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8773 Hawthorn Park Avenue,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 10 00 24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Arthur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8810 Kingfisher Park Avenue,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CW 10 00 25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Edward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8847 Mill Park Avenue,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CX 10 00 26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William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8884 Orchard Park Avenue,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CY 10 00 27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Charlie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8921 Station Park Avenue,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EA 10 00 28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Arthur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8958 Victoria Park Avenue,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EC 10 00 29 B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316510D1-9D19-466B-8F62-DE75D195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3F12300A-5288-4692-A6FA-662C675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841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AAC0E71-218D-4B85-B426-BA4E9AC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Edward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8995 Abbey Rise Avenue,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EH 10 00 30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William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9032 Bramble Rise Avenue,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EJ 10 00 31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Charlie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9069 Cedar Rise Avenue,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EK 10 00 32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Arthur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9106 Church Rise Avenue,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 10 00 33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Edward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9143 Crown Rise Avenue,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 10 00 34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William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9180 Elm Rise Avenue,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EN 10 00 35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Charlie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9217 Hawthorn Rise Avenue,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EP 10 00 36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Arthur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9254 Kingfisher Rise Avenue,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ER 10 00 37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Edward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9291 Mill Rise Avenue,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ES 10 00 38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William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9328 Orchard Rise Avenue,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 10 00 39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Charlie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9365 Station Rise Avenue,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EW 10 00 40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Arthur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9402 Victoria Rise Avenue,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EX 10 00 41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Lucy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9439 Abbey Vale Avenue,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EY 10 00 42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Emily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9476 Bramble Vale Avenue,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AB 10 00 43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Grace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9513 Cedar Vale Avenue,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 10 00 44 A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BEB62DC2-DB86-44C4-B805-A34198C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9BFA637E-8535-4BBD-A460-8819610A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6404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E1BF0F90-79A9-4B49-8B9F-19F56E90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Ava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9550 Church Vale Avenue,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 10 00 45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Lucy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9587 Crown Vale Avenue,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 10 00 46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Emily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9624 Elm Vale Avenue,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AJ 10 00 47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Grace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9661 Hawthorn Vale Avenue,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 10 00 48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Ava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9698 Kingfisher Vale Avenue,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 10 00 49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Lucy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9735 Mill Vale Avenue,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 10 00 50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Emily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9772 Orchard Vale Avenue,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 10 00 51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Grace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9809 Station Vale Avenue,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 10 00 52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Ava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9846 Victoria Vale Avenue,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AS 10 00 53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Lucy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9883 Abbey View Avenue,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AT 10 00 54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Emily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40 Bramble View Avenue,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AW 10 00 55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Grace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77 Cedar View Avenue,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AX 10 00 56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Ava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114 Church View Avenue,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 10 00 57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Lucy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151 Crown View Avenue,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 10 00 58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Emily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188 Elm View Avenue,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CE 10 00 59 D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4F464469-1369-4737-856C-93ECF87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C76D8440-F171-4745-A46E-81AE7722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8560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FEBDBE41-A600-4170-B20D-9D39A6EB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Grace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225 Hawthorn View Avenue,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 10 00 60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Charlie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262 Kingfisher View Avenue,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CJ 10 00 61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Lucy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299 Mill View Avenue,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CK 10 00 62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Emily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336 Orchard View Avenue,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 10 00 63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Grace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373 Station View Avenue,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CM 10 00 64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Ava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410 Victoria View Avenue,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CP 10 00 65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Henry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447 Abbey Wood Avenue,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CR 10 00 66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Oscar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484 Bramble Wood Avenue,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 10 00 67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Harry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521 Cedar Wood Avenue,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CW 10 00 68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George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558 Church Wood Avenue,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CX 10 00 69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Henry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595 Crown Wood Avenue,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CY 10 00 70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Oscar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632 Elm Wood Avenue,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EA 10 00 71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Harry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669 Hawthorn Wood Avenue,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EC 10 00 72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George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706 Kingfisher Wood Avenue,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EH 10 00 73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Henry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743 Mill Wood Avenue,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EJ 10 00 74 C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BD380AA1-EDCF-4E40-90A6-75B93E3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6B808C1B-1ABF-4182-83A0-074A8F3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3064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923D5B30-2B7F-4F19-B892-BA7F9105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Oscar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780 Orchard Wood Avenue,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EK 10 00 75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Harry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817 Station Wood Avenue,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 10 00 76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George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854 Victoria Wood Avenue,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 10 00 77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Henry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891 Abbey Green Avenue,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EN 10 00 78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Oscar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928 Bramble Green Avenue,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EP 10 00 79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Emily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965 Cedar Green Avenue,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ER 10 00 80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George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1002 Church Green Avenue,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ES 10 00 81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Henry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1039 Crown Green Avenue,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 10 00 82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Oscar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1076 Elm Green Avenue,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EW 10 00 83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Harry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1113 Hawthorn Green Avenue,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EX 10 00 84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George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1150 Kingfisher Green Avenue,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EY 10 00 85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Henry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1187 Mill Green Avenue,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AB 10 00 86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Oscar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1224 Orchard Green Avenue,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 10 00 87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Harry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1261 Station Green Avenue,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 10 00 88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George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1298 Victoria Green Avenue,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 10 00 89 B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D9F8E352-EB43-46F4-A1DC-933135B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B7DCC42E-2D2D-47CE-92D5-399ECB93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57900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9B17D080-F29A-4097-A508-4E1B01E0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Evie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1335 Abbey Heath Avenue,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AJ 10 00 90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Freya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1372 Bramble Heath Avenue,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 10 00 91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Sophia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1409 Cedar Heath Avenue,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 10 00 92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Isla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1446 Church Heath Avenue,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 10 00 93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Evie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1483 Crown Heath Avenue,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 10 00 94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Freya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1520 Elm Heath Avenue,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 10 00 95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Sophia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1557 Hawthorn Heath Avenue,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AS 10 00 96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Isla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1594 Kingfisher Heath Avenue,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AT 10 00 97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Evie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1631 Mill Heath Avenue,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AW 10 00 98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Henry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1668 Orchard Heath Avenue,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AX 10 00 99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Sophia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1705 Station Heath Avenue,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 10 01 00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Isla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1742 Victoria Heath Avenue,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 10 01 01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Evie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1779 Abbey Cross Avenue,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CE 10 01 02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Freya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1816 Bramble Cross Avenue,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 10 01 03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Sophia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1853 Cedar Cross Avenue,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CJ 10 01 04 A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2E0261A1-EE30-4A1A-9E3B-40A97979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E6B50A40-EA79-450F-8E4D-28A89F1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850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6407FF37-BE96-407D-B86D-BC248C79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Isla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1890 Church Cross Avenue,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CK 10 01 05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Evie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1927 Crown Cross Avenue,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 10 01 06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Freya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1964 Elm Cross Avenue,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CM 10 01 07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Sophia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2001 Hawthorn Cross Avenue,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CP 10 01 08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Isla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2038 Kingfisher Cross Avenue,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CR 10 01 09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Evie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2075 Mill Cross Avenue,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 10 01 10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Freya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2112 Orchard Cross Avenue,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CW 10 01 11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Sophia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2149 Station Cross Avenue,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CX 10 01 12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Isla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2186 Victoria Cross Avenue,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CY 10 01 13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James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2223 Abbey Gate Avenue,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EA 10 01 14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Thomas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2260 Bramble Gate Avenue,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EC 10 01 15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Jack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2297 Cedar Gate Avenue,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EH 10 01 16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Oliver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2334 Church Gate Avenue,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EJ 10 01 17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Isla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2371 Crown Gate Avenue,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EK 10 01 18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Thomas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2408 Elm Gate Avenue,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 10 01 19 D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1314E489-8975-4B17-A81D-C472154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A9EF67C2-0BB3-4A91-ADA0-7211B711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87486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772CA2FB-01AB-408F-8619-B8F490F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Jack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2445 Hawthorn Gate Avenue,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 10 01 20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Oliver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2482 Kingfisher Gate Avenue,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EN 10 01 21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James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2519 Mill Gate Avenue,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EP 10 01 22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Thomas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2556 Orchard Gate Avenue,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ER 10 01 23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Jack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2593 Station Gate Avenue,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ES 10 01 24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Oliver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2630 Victoria Gate Avenue,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 10 01 25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James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2667 Abbey Close Drive,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EW 10 01 26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Thomas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2704 Bramble Close Drive,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EX 10 01 27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Jack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2741 Cedar Close Drive,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EY 10 01 28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Oliver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2778 Church Close Drive,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AB 10 01 29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James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2815 Crown Close Drive,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 10 01 30 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Thomas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2852 Elm Close Drive,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 10 01 31 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Jack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2889 Hawthorn Close Drive,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 10 01 32 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Oliver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2926 Kingfisher Close Drive,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AJ 10 01 33 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James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2963 Mill Close Drive,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 10 01 34 C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6784E25C-712D-4391-B9ED-B7F2380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DF34AB9F-5FF2-46D3-BB5A-70D4997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6154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8FA6F64F-3182-41C4-A594-7D03DE51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Insurance Number (NINO)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Thomas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3000 Orchard Close Drive,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 10 01 35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Jack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3037 Station Close Drive,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 10 01 36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Oliver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3074 Victoria Close Drive,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 10 01 37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Sophie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3111 Abbey Grove Drive,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 10 01 38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Lily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3148 Bramble Grove Drive,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AS 10 01 39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Mia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3185 Cedar Grove Drive,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AT 10 01 40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Amelia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3222 Church Grove Drive,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AW 10 01 41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Sophie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3259 Crown Grove Drive,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AX 10 01 42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Lily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3296 Elm Grove Drive,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 10 01 43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Mia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3333 Hawthorn Grove Drive,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 10 01 44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Amelia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3370 Kingfisher Grove Drive,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CE 10 01 45 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Sophie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3407 Mill Grove Drive,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 10 01 46 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Lily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3444 Orchard Grove Drive,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CJ 10 01 47 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Mia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3481 Station Grove Drive,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CK 10 01 48 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Amelia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3518 Victoria Grove Drive,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 10 01 49 B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37288E83-1327-4332-AA0E-310B612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6474FF39-D6D2-495E-A482-F6E04EC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5509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2026-07-30T10:49:27.3560000Z</dcterms:created>
  <dcterms:modified xsi:type="dcterms:W3CDTF">2026-07-30T10:49:27.3560000Z</dcterms:modified>
</coreProperties>
</file>
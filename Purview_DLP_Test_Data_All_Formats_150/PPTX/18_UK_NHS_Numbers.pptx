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d27cbbebc164bc9" /><Relationship Type="http://schemas.openxmlformats.org/officeDocument/2006/relationships/extended-properties" Target="/docProps/app.xml" Id="Rb14045e152864175" /><Relationship Type="http://schemas.openxmlformats.org/officeDocument/2006/relationships/officeDocument" Target="/ppt/presentation.xml" Id="Ref82c8505978427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240bfe997bc4337"/>
  </p:sldMasterIdLst>
  <p:notesMasterIdLst>
    <p:notesMasterId xmlns:r="http://schemas.openxmlformats.org/officeDocument/2006/relationships" r:id="R49eb59a8c400420e"/>
  </p:notesMasterIdLst>
  <p:sldIdLst>
    <p:sldId xmlns:r="http://schemas.openxmlformats.org/officeDocument/2006/relationships" id="256" r:id="R13f396c614074fbc"/>
    <p:sldId xmlns:r="http://schemas.openxmlformats.org/officeDocument/2006/relationships" id="257" r:id="R8d9f5dd55e9e45d7"/>
    <p:sldId xmlns:r="http://schemas.openxmlformats.org/officeDocument/2006/relationships" id="258" r:id="R4517cc3b96834932"/>
    <p:sldId xmlns:r="http://schemas.openxmlformats.org/officeDocument/2006/relationships" id="259" r:id="R5a1245a8c23c41b4"/>
    <p:sldId xmlns:r="http://schemas.openxmlformats.org/officeDocument/2006/relationships" id="260" r:id="R9b5976c98634441c"/>
    <p:sldId xmlns:r="http://schemas.openxmlformats.org/officeDocument/2006/relationships" id="261" r:id="R249f6eeabcfa454c"/>
    <p:sldId xmlns:r="http://schemas.openxmlformats.org/officeDocument/2006/relationships" id="262" r:id="R21fc85bc49824d73"/>
    <p:sldId xmlns:r="http://schemas.openxmlformats.org/officeDocument/2006/relationships" id="263" r:id="R57fec269a2b24704"/>
    <p:sldId xmlns:r="http://schemas.openxmlformats.org/officeDocument/2006/relationships" id="264" r:id="R0870a41e66664c67"/>
    <p:sldId xmlns:r="http://schemas.openxmlformats.org/officeDocument/2006/relationships" id="265" r:id="R2a5a9753e42b44f3"/>
    <p:sldId xmlns:r="http://schemas.openxmlformats.org/officeDocument/2006/relationships" id="266" r:id="R4d127b8294c543f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3d5de4513ba4292" /><Relationship Type="http://schemas.openxmlformats.org/officeDocument/2006/relationships/slideMaster" Target="/ppt/slideMasters/slideMaster1.xml" Id="R7240bfe997bc4337" /><Relationship Type="http://schemas.openxmlformats.org/officeDocument/2006/relationships/notesMaster" Target="/ppt/notesMasters/notesMaster1.xml" Id="R49eb59a8c400420e" /><Relationship Type="http://schemas.openxmlformats.org/officeDocument/2006/relationships/presProps" Target="/ppt/presProps.xml" Id="R7b8311c4b21c4c5a" /><Relationship Type="http://schemas.openxmlformats.org/officeDocument/2006/relationships/tableStyles" Target="/ppt/tableStyles.xml" Id="Rfa943d3b763842f5" /><Relationship Type="http://schemas.openxmlformats.org/officeDocument/2006/relationships/slide" Target="/ppt/slides/slide1.xml" Id="R13f396c614074fbc" /><Relationship Type="http://schemas.openxmlformats.org/officeDocument/2006/relationships/slide" Target="/ppt/slides/slide2.xml" Id="R8d9f5dd55e9e45d7" /><Relationship Type="http://schemas.openxmlformats.org/officeDocument/2006/relationships/slide" Target="/ppt/slides/slide3.xml" Id="R4517cc3b96834932" /><Relationship Type="http://schemas.openxmlformats.org/officeDocument/2006/relationships/slide" Target="/ppt/slides/slide4.xml" Id="R5a1245a8c23c41b4" /><Relationship Type="http://schemas.openxmlformats.org/officeDocument/2006/relationships/slide" Target="/ppt/slides/slide5.xml" Id="R9b5976c98634441c" /><Relationship Type="http://schemas.openxmlformats.org/officeDocument/2006/relationships/slide" Target="/ppt/slides/slide6.xml" Id="R249f6eeabcfa454c" /><Relationship Type="http://schemas.openxmlformats.org/officeDocument/2006/relationships/slide" Target="/ppt/slides/slide7.xml" Id="R21fc85bc49824d73" /><Relationship Type="http://schemas.openxmlformats.org/officeDocument/2006/relationships/slide" Target="/ppt/slides/slide8.xml" Id="R57fec269a2b24704" /><Relationship Type="http://schemas.openxmlformats.org/officeDocument/2006/relationships/slide" Target="/ppt/slides/slide9.xml" Id="R0870a41e66664c67" /><Relationship Type="http://schemas.openxmlformats.org/officeDocument/2006/relationships/slide" Target="/ppt/slides/slide10.xml" Id="R2a5a9753e42b44f3" /><Relationship Type="http://schemas.openxmlformats.org/officeDocument/2006/relationships/slide" Target="/ppt/slides/slide11.xml" Id="R4d127b8294c543f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105b585915547c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5357a28851c4e03" /><Relationship Type="http://schemas.openxmlformats.org/officeDocument/2006/relationships/notesMaster" Target="/ppt/notesMasters/notesMaster1.xml" Id="R22f2fb368cc7424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2f88a59398644a2" /><Relationship Type="http://schemas.openxmlformats.org/officeDocument/2006/relationships/notesMaster" Target="/ppt/notesMasters/notesMaster1.xml" Id="R275e37b3d3284f0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f238004009e42f4" /><Relationship Type="http://schemas.openxmlformats.org/officeDocument/2006/relationships/notesMaster" Target="/ppt/notesMasters/notesMaster1.xml" Id="R4f722963ee9341d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2cfed34ac9a4ba4" /><Relationship Type="http://schemas.openxmlformats.org/officeDocument/2006/relationships/notesMaster" Target="/ppt/notesMasters/notesMaster1.xml" Id="R229ae12c9f154be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3b48c7a276e454c" /><Relationship Type="http://schemas.openxmlformats.org/officeDocument/2006/relationships/notesMaster" Target="/ppt/notesMasters/notesMaster1.xml" Id="Re8cc931ea4964e5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3b78408674d48d8" /><Relationship Type="http://schemas.openxmlformats.org/officeDocument/2006/relationships/notesMaster" Target="/ppt/notesMasters/notesMaster1.xml" Id="Rbfb72de231e9463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643f821169948dd" /><Relationship Type="http://schemas.openxmlformats.org/officeDocument/2006/relationships/notesMaster" Target="/ppt/notesMasters/notesMaster1.xml" Id="R565057e68b1d476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656c70a74cf4f29" /><Relationship Type="http://schemas.openxmlformats.org/officeDocument/2006/relationships/notesMaster" Target="/ppt/notesMasters/notesMaster1.xml" Id="R0a9ffebc197c4ab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526011d71064e43" /><Relationship Type="http://schemas.openxmlformats.org/officeDocument/2006/relationships/notesMaster" Target="/ppt/notesMasters/notesMaster1.xml" Id="R02012f6dda13481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85c8eb2571242aa" /><Relationship Type="http://schemas.openxmlformats.org/officeDocument/2006/relationships/notesMaster" Target="/ppt/notesMasters/notesMaster1.xml" Id="Rad372c5dd55d467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5a0b7a6175b481f" /><Relationship Type="http://schemas.openxmlformats.org/officeDocument/2006/relationships/notesMaster" Target="/ppt/notesMasters/notesMaster1.xml" Id="R70073191cd56453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73830410b7488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1414cf00d454a03" /><Relationship Type="http://schemas.openxmlformats.org/officeDocument/2006/relationships/slideLayout" Target="/ppt/slideLayouts/slideLayout1.xml" Id="Rbf28c51958384f8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f28c51958384f8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3e8cabb77a4ccd" /><Relationship Type="http://schemas.openxmlformats.org/officeDocument/2006/relationships/notesSlide" Target="/ppt/notesSlides/notesSlide1.xml" Id="R6cf827908dfe496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125a082adf4c6d" /><Relationship Type="http://schemas.openxmlformats.org/officeDocument/2006/relationships/notesSlide" Target="/ppt/notesSlides/notesSlide2.xml" Id="R1cd4a8153c97439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7bc801eb944acc" /><Relationship Type="http://schemas.openxmlformats.org/officeDocument/2006/relationships/notesSlide" Target="/ppt/notesSlides/notesSlide3.xml" Id="R2d129a320b6741e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e4830a5a594c23" /><Relationship Type="http://schemas.openxmlformats.org/officeDocument/2006/relationships/notesSlide" Target="/ppt/notesSlides/notesSlide4.xml" Id="R1a502b7d1872425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e265ca7256438c" /><Relationship Type="http://schemas.openxmlformats.org/officeDocument/2006/relationships/notesSlide" Target="/ppt/notesSlides/notesSlide5.xml" Id="R068a742f71fd40b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e41eea963249b7" /><Relationship Type="http://schemas.openxmlformats.org/officeDocument/2006/relationships/notesSlide" Target="/ppt/notesSlides/notesSlide6.xml" Id="R8b93fbf71f0f4aa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cc8e416c184fe8" /><Relationship Type="http://schemas.openxmlformats.org/officeDocument/2006/relationships/notesSlide" Target="/ppt/notesSlides/notesSlide7.xml" Id="Rea0bc074aac2440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9779eeb23d4d29" /><Relationship Type="http://schemas.openxmlformats.org/officeDocument/2006/relationships/notesSlide" Target="/ppt/notesSlides/notesSlide8.xml" Id="Re8cec5ff73254a8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7ffac23dc34c8c" /><Relationship Type="http://schemas.openxmlformats.org/officeDocument/2006/relationships/notesSlide" Target="/ppt/notesSlides/notesSlide9.xml" Id="R9f3a99adae0f4db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a85ff2032a4108" /><Relationship Type="http://schemas.openxmlformats.org/officeDocument/2006/relationships/notesSlide" Target="/ppt/notesSlides/notesSlide10.xml" Id="R79fa65e311374dc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ec1e3526c54e33" /><Relationship Type="http://schemas.openxmlformats.org/officeDocument/2006/relationships/notesSlide" Target="/ppt/notesSlides/notesSlide11.xml" Id="R85ec4f6f43c9474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01EBEA31-212C-4FCC-9B02-1BD4D03CC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815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PURVIEW DLP TEST DATA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72CE841-997D-4660-A92F-7C214EA34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19250"/>
            <a:ext cx="10668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00000"/>
                </a:solidFill>
              </a:defRPr>
            </a:pPr>
            <a:r>
              <a:rPr sz="4050" b="1">
                <a:solidFill>
                  <a:srgbClr val="000000"/>
                </a:solidFill>
              </a:rPr>
              <a:t>National Health Service NHS Number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FE6364F5-A9A9-4E4C-A785-B2CDC1F19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290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4B5563"/>
                </a:solidFill>
              </a:defRPr>
            </a:pPr>
            <a:r>
              <a:rPr sz="1950">
                <a:solidFill>
                  <a:srgbClr val="4B5563"/>
                </a:solidFill>
              </a:rPr>
              <a:t>150 fictional records with unique names and physical addresses</a:t>
            </a:r>
          </a:p>
        </p:txBody>
      </p:sp>
      <p:sp>
        <p:nvSpPr>
          <p:cNvPr id="4" name="notice">
            <a:extLst xmlns:a="http://schemas.openxmlformats.org/drawingml/2006/main">
              <a:ext uri="{FF2B5EF4-FFF2-40B4-BE49-F238E27FC236}">
                <a16:creationId xmlns:a16="http://schemas.microsoft.com/office/drawing/2014/main" id="{D1A08053-4DFC-4C1B-8C32-1E4CFA80E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8102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B6573"/>
                </a:solidFill>
              </a:defRPr>
            </a:pPr>
            <a:r>
              <a:rPr sz="1200" b="1">
                <a:solidFill>
                  <a:srgbClr val="5B6573"/>
                </a:solidFill>
              </a:rPr>
              <a:t>AUTHORIZED DLP TESTING ONLY</a:t>
            </a:r>
          </a:p>
        </p:txBody>
      </p:sp>
    </p:spTree>
    <p:extLst>
      <p:ext uri="{BB962C8B-B14F-4D97-AF65-F5344CB8AC3E}">
        <p14:creationId xmlns:p14="http://schemas.microsoft.com/office/powerpoint/2010/main" val="15677438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0">
            <a:extLst xmlns:a="http://schemas.openxmlformats.org/drawingml/2006/main">
              <a:ext uri="{FF2B5EF4-FFF2-40B4-BE49-F238E27FC236}">
                <a16:creationId xmlns:a16="http://schemas.microsoft.com/office/drawing/2014/main" id="{E632775E-1E9A-4BD3-BB39-1EC6C2347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National Health Service NHS Number — records 1–15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Arthur Amelia Robinson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31, 9105 Hawthorn Mead Way, Manchester, M1 2WD,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943 476 5005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Ava Sophie Harris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32, 9142 Kingfisher Mead Way, Nottingham, NG1 2AS,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943 476 5013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George Lily Evans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33, 9179 Mill Mead Way, London, SW1A 2AA,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943 476 5021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Isla Mia Taylor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34, 9216 Orchard Mead Way, Edinburgh, EH1 1YZ,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943 476 6532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Oliver Amelia Green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35, 9253 Station Mead Way, Cambridge, CB1 1BH,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943 476 5048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Amelia Sophie Wilson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36, 9290 Victoria Mead Way, Cardiff, CF10 2HE,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943 476 5056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Edward Charlie Clarke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37, 9327 Abbey Park Way, Sheffield, S1 2BJ,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943 476 5064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Lucy Arthur Robinson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38, 9364 Bramble Park Way, Leeds, LS1 4AP,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943 476 5072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Henry Edward Harris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39, 9401 Cedar Park Way, Leicester, LE1 5YP,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943 476 5080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Evie William Evans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40, 9438 Church Park Way, Birmingham, B1 1BB,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943 476 5099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James Charlie Taylor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41, 9475 Crown Park Way, Liverpool, L1 8JQ,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943 476 5102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Sophie Arthur Green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42, 9512 Elm Park Way, Aberdeen, AB10 1AN,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943 476 5110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William Edward Wilson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43, 9549 Hawthorn Park Way, Bristol, BS1 4ST,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943 476 5129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Emily William Clarke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44, 9586 Kingfisher Park Way, Oxford, OX1 1AA,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943 476 5137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Oscar Charlie Robinson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45, 9623 Mill Park Way, Glasgow, G1 2FF,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943 476 5145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0">
            <a:extLst xmlns:a="http://schemas.openxmlformats.org/drawingml/2006/main">
              <a:ext uri="{FF2B5EF4-FFF2-40B4-BE49-F238E27FC236}">
                <a16:creationId xmlns:a16="http://schemas.microsoft.com/office/drawing/2014/main" id="{8871F7FB-E6BE-418B-928B-698281B11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0">
            <a:extLst xmlns:a="http://schemas.openxmlformats.org/drawingml/2006/main">
              <a:ext uri="{FF2B5EF4-FFF2-40B4-BE49-F238E27FC236}">
                <a16:creationId xmlns:a16="http://schemas.microsoft.com/office/drawing/2014/main" id="{8731C614-05F0-4597-947E-079539CB2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5653097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5">
            <a:extLst xmlns:a="http://schemas.openxmlformats.org/drawingml/2006/main">
              <a:ext uri="{FF2B5EF4-FFF2-40B4-BE49-F238E27FC236}">
                <a16:creationId xmlns:a16="http://schemas.microsoft.com/office/drawing/2014/main" id="{971D3DF2-17CE-4F98-B229-106AB5CEF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National Health Service NHS Number — records 16–30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Freya Arthur Edwards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46, 9660 Orchard Park Way, Newcastle, NE1 4LP,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943 476 5153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Thomas Edward Evans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47, 9697 Station Park Way, Manchester, M1 2WD,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943 476 5161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Lily William Taylor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48, 9734 Victoria Park Way, Nottingham, NG1 2AS,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943 476 6672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Charlie Sophie Green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49, 9771 Abbey Rise Way, London, SW1A 2AA,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943 476 5188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Grace Arthur Johnson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50, 9808 Bramble Rise Way, Edinburgh, EH1 1YZ,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943 476 5196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Harry Edward Clarke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51, 9845 Cedar Rise Way, Cambridge, CB1 1BH,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943 476 6702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Sophia William Robinson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52, 9882 Church Rise Way, Cardiff, CF10 2HE,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943 476 5218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Jack Charlie Edwards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53, 39 Crown Rise Way, Sheffield, S1 2BJ,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943 476 5226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Mia Arthur Walker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54, 76 Elm Rise Way, Leeds, LS1 4AP,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943 476 5234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Arthur Edward Taylor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55, 113 Hawthorn Rise Way, Leicester, LE1 5YP,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943 476 5242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Ava William Green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56, 150 Kingfisher Rise Way, Birmingham, B1 1BB,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943 476 5250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George Charlie Johnson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57, 187 Mill Rise Way, Liverpool, L1 8JQ,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943 476 5269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Isla Arthur Jackson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58, 224 Orchard Rise Way, Aberdeen, AB10 1AN,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943 476 5277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Oliver Edward Robinson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59, 261 Station Rise Way, Bristol, BS1 4ST,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943 476 5285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Amelia William Edwards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60, 298 Victoria Rise Way, Oxford, OX1 1AA,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943 476 5293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15">
            <a:extLst xmlns:a="http://schemas.openxmlformats.org/drawingml/2006/main">
              <a:ext uri="{FF2B5EF4-FFF2-40B4-BE49-F238E27FC236}">
                <a16:creationId xmlns:a16="http://schemas.microsoft.com/office/drawing/2014/main" id="{F62BBC76-C400-4DCC-BFEB-F82DC71FA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15">
            <a:extLst xmlns:a="http://schemas.openxmlformats.org/drawingml/2006/main">
              <a:ext uri="{FF2B5EF4-FFF2-40B4-BE49-F238E27FC236}">
                <a16:creationId xmlns:a16="http://schemas.microsoft.com/office/drawing/2014/main" id="{E090392F-A2FA-4D83-81EE-A6AEE3407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7967989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0">
            <a:extLst xmlns:a="http://schemas.openxmlformats.org/drawingml/2006/main">
              <a:ext uri="{FF2B5EF4-FFF2-40B4-BE49-F238E27FC236}">
                <a16:creationId xmlns:a16="http://schemas.microsoft.com/office/drawing/2014/main" id="{EA13496C-C440-4CF3-93E1-2FA4E58BB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National Health Service NHS Number — records 31–45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Edward Grace Walker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61, 335 Abbey Vale Way, Glasgow, G1 2FF,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943 476 5307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Lucy Ava Brown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62, 372 Bramble Vale Way, Newcastle, NE1 4LP,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943 476 5315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Henry Lucy Green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63, 409 Cedar Vale Way, Manchester, M1 2WD,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943 476 5323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Evie Emily Johnson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64, 446 Church Vale Way, Nottingham, NG1 2AS,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943 476 5331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James Grace Jackson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65, 483 Crown Vale Way, London, SW1A 2AA,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943 476 6842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Sophie Ava Wright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66, 520 Elm Vale Way, Edinburgh, EH1 1YZ,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943 476 5358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William Lucy Edwards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67, 557 Hawthorn Vale Way, Cambridge, CB1 1BH,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943 476 5366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Emily Edward Walker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68, 594 Kingfisher Vale Way, Cardiff, CF10 2HE,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943 476 5374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Oscar Grace Brown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69, 631 Mill Vale Way, Sheffield, S1 2BJ,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943 476 5382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Freya Ava Hall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70, 668 Orchard Vale Way, Leeds, LS1 4AP,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943 476 5390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Thomas Lucy Johnson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71, 705 Station Vale Way, Leicester, LE1 5YP,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943 476 5404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Lily Emily Jackson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72, 742 Victoria Vale Way, Birmingham, B1 1BB,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943 476 5412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Charlie Grace Wright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1, 779 Abbey View Way, Liverpool, L1 8JQ,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943 476 5420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Grace Ava Smith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2, 816 Bramble View Way, Aberdeen, AB10 1AN,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943 476 5439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Harry Lucy Walker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3, 853 Cedar View Way, Bristol, BS1 4ST,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943 476 5447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30">
            <a:extLst xmlns:a="http://schemas.openxmlformats.org/drawingml/2006/main">
              <a:ext uri="{FF2B5EF4-FFF2-40B4-BE49-F238E27FC236}">
                <a16:creationId xmlns:a16="http://schemas.microsoft.com/office/drawing/2014/main" id="{9E2B44CE-5918-4F4B-AF3A-508D8F685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30">
            <a:extLst xmlns:a="http://schemas.openxmlformats.org/drawingml/2006/main">
              <a:ext uri="{FF2B5EF4-FFF2-40B4-BE49-F238E27FC236}">
                <a16:creationId xmlns:a16="http://schemas.microsoft.com/office/drawing/2014/main" id="{82188495-A094-42AC-90D9-93D7BE062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72676342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45">
            <a:extLst xmlns:a="http://schemas.openxmlformats.org/drawingml/2006/main">
              <a:ext uri="{FF2B5EF4-FFF2-40B4-BE49-F238E27FC236}">
                <a16:creationId xmlns:a16="http://schemas.microsoft.com/office/drawing/2014/main" id="{934FF1B3-AB54-45C5-B8FF-270B35B9B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National Health Service NHS Number — records 46–60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Sophia Emily Brown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4, 890 Church View Way, Oxford, OX1 1AA,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943 476 5455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Jack Grace Hall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5, 927 Crown View Way, Glasgow, G1 2FF,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943 476 5463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Mia Ava Davies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6, 964 Elm View Way, Newcastle, NE1 4LP,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943 476 5471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Arthur Lucy Jackson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7, 1001 Hawthorn View Way, Manchester, M1 2WD,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943 476 6982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Ava Emily Wright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8, 1038 Kingfisher View Way, Nottingham, NG1 2AS,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943 476 5498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George Grace Smith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9, 1075 Mill View Way, London, SW1A 2AA,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943 476 5501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Isla Ava White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10, 1112 Orchard View Way, Edinburgh, EH1 1YZ,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943 476 7016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Oliver Lucy Brown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11, 1149 Station View Way, Cambridge, CB1 1BH,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943 476 5528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Amelia Emily Hall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12, 1186 Victoria View Way, Cardiff, CF10 2HE,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943 476 5536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Edward Harry Davies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13, 1223 Abbey Wood Way, Sheffield, S1 2BJ,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943 476 5544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Lucy George Wood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14, 1260 Bramble Wood Way, Leeds, LS1 4AP,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943 476 5552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Henry Ava Wright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15, 1297 Cedar Wood Way, Leicester, LE1 5YP,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943 476 5560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Evie Oscar Smith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16, 1334 Church Wood Way, Birmingham, B1 1BB,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943 476 5579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James Harry White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17, 1371 Crown Wood Way, Liverpool, L1 8JQ,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943 476 5587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Sophie George Williams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18, 1408 Elm Wood Way, Aberdeen, AB10 1AN,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943 476 5595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45">
            <a:extLst xmlns:a="http://schemas.openxmlformats.org/drawingml/2006/main">
              <a:ext uri="{FF2B5EF4-FFF2-40B4-BE49-F238E27FC236}">
                <a16:creationId xmlns:a16="http://schemas.microsoft.com/office/drawing/2014/main" id="{9CC07352-11B4-4299-903F-2A02228A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45">
            <a:extLst xmlns:a="http://schemas.openxmlformats.org/drawingml/2006/main">
              <a:ext uri="{FF2B5EF4-FFF2-40B4-BE49-F238E27FC236}">
                <a16:creationId xmlns:a16="http://schemas.microsoft.com/office/drawing/2014/main" id="{87560124-7793-4FB7-BCE4-0AB8D6A2B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8538655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60">
            <a:extLst xmlns:a="http://schemas.openxmlformats.org/drawingml/2006/main">
              <a:ext uri="{FF2B5EF4-FFF2-40B4-BE49-F238E27FC236}">
                <a16:creationId xmlns:a16="http://schemas.microsoft.com/office/drawing/2014/main" id="{02F9C449-3559-4CF1-868B-46E574686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National Health Service NHS Number — records 61–75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William Henry Hall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19, 1445 Hawthorn Wood Way, Bristol, BS1 4ST,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943 476 5609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Emily Oscar Davies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20, 1482 Kingfisher Wood Way, Oxford, OX1 1AA,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943 476 5617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Oscar Harry Wood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21, 1519 Mill Wood Way, Glasgow, G1 2FF,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943 476 5625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Freya George Thompson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22, 1556 Orchard Wood Way, Newcastle, NE1 4LP,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943 476 5633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Thomas Henry Smith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23, 1593 Station Wood Way, Manchester, M1 2WD,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943 476 5641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Lily Oscar White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24, 1630 Victoria Wood Way, Nottingham, NG1 2AS,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943 476 7156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Charlie Harry Williams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25, 1667 Abbey Green Way, London, SW1A 2AA,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943 476 5668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Grace George Thomas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26, 1704 Bramble Green Way, Edinburgh, EH1 1YZ,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943 476 5676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Harry Henry Davies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27, 1741 Cedar Green Way, Cambridge, CB1 1BH,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943 476 5684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Sophia Oscar Wood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28, 1778 Church Green Way, Cardiff, CF10 2HE,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943 476 5692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Jack Harry Thompson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29, 1815 Crown Green Way, Sheffield, S1 2BJ,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943 476 5706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Mia George Jones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30, 1852 Elm Green Way, Leeds, LS1 4AP,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943 476 5714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Arthur Henry White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31, 1889 Hawthorn Green Way, Leicester, LE1 5YP,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943 476 5722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Ava Oscar Williams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32, 1926 Kingfisher Green Way, Birmingham, B1 1BB,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943 476 5730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George Harry Thomas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33, 1963 Mill Green Way, Liverpool, L1 8JQ,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943 476 5749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60">
            <a:extLst xmlns:a="http://schemas.openxmlformats.org/drawingml/2006/main">
              <a:ext uri="{FF2B5EF4-FFF2-40B4-BE49-F238E27FC236}">
                <a16:creationId xmlns:a16="http://schemas.microsoft.com/office/drawing/2014/main" id="{53130586-68E9-4B64-9F0A-29F2FC3DA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60">
            <a:extLst xmlns:a="http://schemas.openxmlformats.org/drawingml/2006/main">
              <a:ext uri="{FF2B5EF4-FFF2-40B4-BE49-F238E27FC236}">
                <a16:creationId xmlns:a16="http://schemas.microsoft.com/office/drawing/2014/main" id="{014387AA-1488-4690-8E4F-54A6949A8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20703952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75">
            <a:extLst xmlns:a="http://schemas.openxmlformats.org/drawingml/2006/main">
              <a:ext uri="{FF2B5EF4-FFF2-40B4-BE49-F238E27FC236}">
                <a16:creationId xmlns:a16="http://schemas.microsoft.com/office/drawing/2014/main" id="{1BDDC02F-AE8F-4C2F-8D54-23AB5304B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National Health Service NHS Number — records 76–90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Isla George Patel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34, 2000 Orchard Green Way, Aberdeen, AB10 1AN,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943 476 5757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Oliver Henry Wood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35, 2037 Station Green Way, Bristol, BS1 4ST,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943 476 5765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Amelia Oscar Thompson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36, 2074 Victoria Green Way, Oxford, OX1 1AA,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943 476 5773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Edward Sophia Jones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37, 2111 Abbey Heath Way, Glasgow, G1 2FF,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943 476 5781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Lucy Isla Roberts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38, 2148 Bramble Heath Way, Newcastle, NE1 4LP,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943 476 7296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Henry Evie Williams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39, 2185 Cedar Heath Way, Manchester, M1 2WD,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943 476 5803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Evie Freya Thomas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40, 2222 Church Heath Way, Nottingham, NG1 2AS,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943 476 5811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James Sophia Patel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41, 2259 Crown Heath Way, London, SW1A 2AA,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943 476 7326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Sophie Isla Harris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42, 2296 Elm Heath Way, Edinburgh, EH1 1YZ,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943 476 5838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William Evie Thompson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43, 2333 Hawthorn Heath Way, Cambridge, CB1 1BH,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943 476 5846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Emily Freya Jones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44, 2370 Kingfisher Heath Way, Cardiff, CF10 2HE,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943 476 5854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Oscar Sophia Roberts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45, 2407 Mill Heath Way, Sheffield, S1 2BJ,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943 476 5862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Freya Isla Wilson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46, 2444 Orchard Heath Way, Leeds, LS1 4AP,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943 476 5870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Thomas Evie Thomas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47, 2481 Station Heath Way, Leicester, LE1 5YP,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943 476 5889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Lily Freya Patel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48, 2518 Victoria Heath Way, Birmingham, B1 1BB,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943 476 5897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75">
            <a:extLst xmlns:a="http://schemas.openxmlformats.org/drawingml/2006/main">
              <a:ext uri="{FF2B5EF4-FFF2-40B4-BE49-F238E27FC236}">
                <a16:creationId xmlns:a16="http://schemas.microsoft.com/office/drawing/2014/main" id="{E1459736-A4B4-4740-91F0-6211FB89E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75">
            <a:extLst xmlns:a="http://schemas.openxmlformats.org/drawingml/2006/main">
              <a:ext uri="{FF2B5EF4-FFF2-40B4-BE49-F238E27FC236}">
                <a16:creationId xmlns:a16="http://schemas.microsoft.com/office/drawing/2014/main" id="{15B16874-C988-459B-979A-78A72489C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7579785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90">
            <a:extLst xmlns:a="http://schemas.openxmlformats.org/drawingml/2006/main">
              <a:ext uri="{FF2B5EF4-FFF2-40B4-BE49-F238E27FC236}">
                <a16:creationId xmlns:a16="http://schemas.microsoft.com/office/drawing/2014/main" id="{D2D7A569-973E-4AAD-9A4F-1EA4A3183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National Health Service NHS Number — records 91–105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Charlie Sophia Harris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49, 2555 Abbey Cross Way, Liverpool, L1 8JQ,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943 476 5900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Grace Isla Evans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50, 2592 Bramble Cross Way, Aberdeen, AB10 1AN,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943 476 5919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Harry Evie Jones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51, 2629 Cedar Cross Way, Bristol, BS1 4ST,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943 476 5927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Sophia Freya Roberts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52, 2666 Church Cross Way, Oxford, OX1 1AA,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943 476 5935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Jack Sophia Wilson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53, 2703 Crown Cross Way, Glasgow, G1 2FF,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943 476 5943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Mia Isla Clarke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54, 2740 Elm Cross Way, Newcastle, NE1 4LP,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943 476 5951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Arthur Evie Patel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55, 2777 Hawthorn Cross Way, Manchester, M1 2WD,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943 476 7466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Ava Freya Harris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56, 2814 Kingfisher Cross Way, Nottingham, NG1 2AS,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943 476 5978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George Sophia Evans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57, 2851 Mill Cross Way, London, SW1A 2AA,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943 476 5986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Isla Harry Taylor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58, 2888 Orchard Cross Way, Edinburgh, EH1 1YZ,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943 476 5994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Oliver Evie Roberts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59, 2925 Station Cross Way, Cambridge, CB1 1BH,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943 476 6001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Amelia Freya Wilson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60, 2962 Victoria Cross Way, Cardiff, CF10 2HE,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943 476 7512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Edward Jack Clarke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61, 2999 Abbey Gate Way, Sheffield, S1 2BJ,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943 476 6028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Lucy Oliver Robinson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62, 3036 Bramble Gate Way, Leeds, LS1 4AP,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943 476 6036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Henry James Harris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63, 3073 Cedar Gate Way, Leicester, LE1 5YP,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943 476 6044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90">
            <a:extLst xmlns:a="http://schemas.openxmlformats.org/drawingml/2006/main">
              <a:ext uri="{FF2B5EF4-FFF2-40B4-BE49-F238E27FC236}">
                <a16:creationId xmlns:a16="http://schemas.microsoft.com/office/drawing/2014/main" id="{2029FCE5-C7A5-4FD1-A1FE-E4710E468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90">
            <a:extLst xmlns:a="http://schemas.openxmlformats.org/drawingml/2006/main">
              <a:ext uri="{FF2B5EF4-FFF2-40B4-BE49-F238E27FC236}">
                <a16:creationId xmlns:a16="http://schemas.microsoft.com/office/drawing/2014/main" id="{9A9677CA-968E-4757-A9AB-F6EB26D68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3684993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05">
            <a:extLst xmlns:a="http://schemas.openxmlformats.org/drawingml/2006/main">
              <a:ext uri="{FF2B5EF4-FFF2-40B4-BE49-F238E27FC236}">
                <a16:creationId xmlns:a16="http://schemas.microsoft.com/office/drawing/2014/main" id="{0A26D603-76ED-4203-A7FD-EF6F3CD3A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National Health Service NHS Number — records 106–120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Evie Thomas Evans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64, 3110 Church Gate Way, Birmingham, B1 1BB,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943 476 6052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James Jack Taylor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65, 3147 Crown Gate Way, Liverpool, L1 8JQ,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943 476 6060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Sophie Oliver Green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66, 3184 Elm Gate Way, Aberdeen, AB10 1AN,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943 476 6079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William James Wilson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67, 3221 Hawthorn Gate Way, Bristol, BS1 4ST,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943 476 6087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Emily Thomas Clarke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68, 3258 Kingfisher Gate Way, Oxford, OX1 1AA,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943 476 6095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Oscar Jack Robinson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69, 3295 Mill Gate Way, Glasgow, G1 2FF,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943 476 6109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Freya Oliver Edwards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70, 3332 Orchard Gate Way, Newcastle, NE1 4LP,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943 476 6117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Thomas James Evans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71, 3369 Station Gate Way, Manchester, M1 2WD,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943 476 6125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Lily Thomas Taylor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72, 3406 Victoria Gate Way, Nottingham, NG1 2AS,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943 476 6133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Charlie Jack Green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1, 3443 Abbey Close Crescent, London, SW1A 2AA,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943 476 6141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Grace Oliver Johnson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2, 3480 Bramble Close Crescent, Edinburgh, EH1 1YZ,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943 476 7652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Harry James Clarke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3, 3517 Cedar Close Crescent, Cambridge, CB1 1BH,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943 476 6168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Sophia Thomas Robinson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4, 3554 Church Close Crescent, Cardiff, CF10 2HE,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943 476 6176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Jack Freya Edwards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5, 3591 Crown Close Crescent, Sheffield, S1 2BJ,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943 476 6184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Mia Oliver Walker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6, 3628 Elm Close Crescent, Leeds, LS1 4AP,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943 476 6192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105">
            <a:extLst xmlns:a="http://schemas.openxmlformats.org/drawingml/2006/main">
              <a:ext uri="{FF2B5EF4-FFF2-40B4-BE49-F238E27FC236}">
                <a16:creationId xmlns:a16="http://schemas.microsoft.com/office/drawing/2014/main" id="{0FBA1FA6-85A9-4A58-9CD5-9FD2E9312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105">
            <a:extLst xmlns:a="http://schemas.openxmlformats.org/drawingml/2006/main">
              <a:ext uri="{FF2B5EF4-FFF2-40B4-BE49-F238E27FC236}">
                <a16:creationId xmlns:a16="http://schemas.microsoft.com/office/drawing/2014/main" id="{08344E8F-7364-4DD1-AA92-5FCB8D028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3439945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20">
            <a:extLst xmlns:a="http://schemas.openxmlformats.org/drawingml/2006/main">
              <a:ext uri="{FF2B5EF4-FFF2-40B4-BE49-F238E27FC236}">
                <a16:creationId xmlns:a16="http://schemas.microsoft.com/office/drawing/2014/main" id="{722B415F-F4CD-4E3A-A0B6-7BADA94DB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National Health Service NHS Number — records 121–135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Arthur James Taylor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7, 3665 Hawthorn Close Crescent, Leicester, LE1 5YP,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943 476 6206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Ava Thomas Green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8, 3702 Kingfisher Close Crescent, Birmingham, B1 1BB,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943 476 6214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George Jack Johnson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9, 3739 Mill Close Crescent, Liverpool, L1 8JQ,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943 476 6222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Isla Oliver Jackson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10, 3776 Orchard Close Crescent, Aberdeen, AB10 1AN,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943 476 6230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Oliver James Robinson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11, 3813 Station Close Crescent, Bristol, BS1 4ST,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943 476 6249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Amelia Thomas Edwards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12, 3850 Victoria Close Crescent, Oxford, OX1 1AA,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943 476 6257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Edward Mia Walker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13, 3887 Abbey Grove Crescent, Glasgow, G1 2FF,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943 476 6265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Lucy Amelia Brown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14, 3924 Bramble Grove Crescent, Newcastle, NE1 4LP,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943 476 6273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Henry Sophie Green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15, 3961 Cedar Grove Crescent, Manchester, M1 2WD,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943 476 6281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Evie Lily Johnson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16, 3998 Church Grove Crescent, Nottingham, NG1 2AS,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943 476 7792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Sophie Amelia Wright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17, 4035 Crown Grove Crescent, London, SW1A 2AA,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943 476 6303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William Sophie Edwards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18, 4072 Elm Grove Crescent, Edinburgh, EH1 1YZ,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943 476 6311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Emily Lily Walker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19, 4109 Hawthorn Grove Crescent, Cambridge, CB1 1BH,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943 476 7822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Oscar Mia Brown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20, 4146 Kingfisher Grove Crescent, Cardiff, CF10 2HE,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943 476 6338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Freya Amelia Hall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21, 4183 Mill Grove Crescent, Sheffield, S1 2BJ,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943 476 6346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120">
            <a:extLst xmlns:a="http://schemas.openxmlformats.org/drawingml/2006/main">
              <a:ext uri="{FF2B5EF4-FFF2-40B4-BE49-F238E27FC236}">
                <a16:creationId xmlns:a16="http://schemas.microsoft.com/office/drawing/2014/main" id="{E6429FBF-B227-41FB-ABC6-F12E486A5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120">
            <a:extLst xmlns:a="http://schemas.openxmlformats.org/drawingml/2006/main">
              <a:ext uri="{FF2B5EF4-FFF2-40B4-BE49-F238E27FC236}">
                <a16:creationId xmlns:a16="http://schemas.microsoft.com/office/drawing/2014/main" id="{F007452D-BB41-4F04-9460-9A4C375CF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7332491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35">
            <a:extLst xmlns:a="http://schemas.openxmlformats.org/drawingml/2006/main">
              <a:ext uri="{FF2B5EF4-FFF2-40B4-BE49-F238E27FC236}">
                <a16:creationId xmlns:a16="http://schemas.microsoft.com/office/drawing/2014/main" id="{3A1825F0-21EB-426B-971D-39693F923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National Health Service NHS Number — records 136–150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Thomas Sophie Johnson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22, 4220 Orchard Grove Crescent, Leeds, LS1 4AP,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943 476 6354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Lily James Jackson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23, 4257 Station Grove Crescent, Leicester, LE1 5YP,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943 476 6362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Charlie Mia Wright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24, 4294 Victoria Grove Crescent, Birmingham, B1 1BB,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943 476 6370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Grace Amelia Smith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25, 4331 Abbey Mead Crescent, Liverpool, L1 8JQ,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943 476 6389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Harry Sophie Walker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26, 4368 Bramble Mead Crescent, Aberdeen, AB10 1AN,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943 476 6397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Sophia Lily Brown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27, 4405 Cedar Mead Crescent, Bristol, BS1 4ST,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943 476 6400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Jack Mia Hall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28, 4442 Church Mead Crescent, Oxford, OX1 1AA,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943 476 6419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Mia Amelia Davies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29, 4479 Crown Mead Crescent, Glasgow, G1 2FF,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943 476 6427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Arthur Sophie Jackson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30, 4516 Elm Mead Crescent, Newcastle, NE1 4LP,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943 476 6435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Ava Lily Wright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31, 4553 Hawthorn Mead Crescent, Manchester, M1 2WD,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943 476 6443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George Mia Smith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32, 4590 Kingfisher Mead Crescent, Nottingham, NG1 2AS,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943 476 6451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Isla Amelia White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33, 4627 Mill Mead Crescent, London, SW1A 2AA,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943 476 7962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Oliver Sophie Brown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34, 4664 Orchard Mead Crescent, Edinburgh, EH1 1YZ,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943 476 6478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Amelia Lily Hall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35, 4701 Station Mead Crescent, Cambridge, CB1 1BH,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943 476 6486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TEST-150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Edward Arthur Davies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36, 4738 Victoria Mead Crescent, Cardiff, CF10 2HE,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943 476 6494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135">
            <a:extLst xmlns:a="http://schemas.openxmlformats.org/drawingml/2006/main">
              <a:ext uri="{FF2B5EF4-FFF2-40B4-BE49-F238E27FC236}">
                <a16:creationId xmlns:a16="http://schemas.microsoft.com/office/drawing/2014/main" id="{7DECA3E6-275F-472B-BEF6-535425F77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135">
            <a:extLst xmlns:a="http://schemas.openxmlformats.org/drawingml/2006/main">
              <a:ext uri="{FF2B5EF4-FFF2-40B4-BE49-F238E27FC236}">
                <a16:creationId xmlns:a16="http://schemas.microsoft.com/office/drawing/2014/main" id="{A3F303B5-4588-46C8-96D2-6B9044ABA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0472598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2026-07-30T10:49:29.0910000Z</dcterms:created>
  <dcterms:modified xsi:type="dcterms:W3CDTF">2026-07-30T10:49:29.0910000Z</dcterms:modified>
</coreProperties>
</file>
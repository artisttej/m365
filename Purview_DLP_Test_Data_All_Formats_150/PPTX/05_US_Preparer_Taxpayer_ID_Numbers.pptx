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4c58fe23074802" /><Relationship Type="http://schemas.openxmlformats.org/officeDocument/2006/relationships/extended-properties" Target="/docProps/app.xml" Id="R80d805db78954370" /><Relationship Type="http://schemas.openxmlformats.org/officeDocument/2006/relationships/officeDocument" Target="/ppt/presentation.xml" Id="Rb79865d525bb44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72fa76d7f54f25"/>
  </p:sldMasterIdLst>
  <p:notesMasterIdLst>
    <p:notesMasterId xmlns:r="http://schemas.openxmlformats.org/officeDocument/2006/relationships" r:id="R4394a0ebdb6a48bd"/>
  </p:notesMasterIdLst>
  <p:sldIdLst>
    <p:sldId xmlns:r="http://schemas.openxmlformats.org/officeDocument/2006/relationships" id="256" r:id="R31ce3dd04fd14f7a"/>
    <p:sldId xmlns:r="http://schemas.openxmlformats.org/officeDocument/2006/relationships" id="257" r:id="Rb8d7482a7d9849ce"/>
    <p:sldId xmlns:r="http://schemas.openxmlformats.org/officeDocument/2006/relationships" id="258" r:id="R65db64dcc3564d3b"/>
    <p:sldId xmlns:r="http://schemas.openxmlformats.org/officeDocument/2006/relationships" id="259" r:id="R28080fe904054379"/>
    <p:sldId xmlns:r="http://schemas.openxmlformats.org/officeDocument/2006/relationships" id="260" r:id="Ra8b2d01bc788467f"/>
    <p:sldId xmlns:r="http://schemas.openxmlformats.org/officeDocument/2006/relationships" id="261" r:id="R2c79c4d6fc4540fb"/>
    <p:sldId xmlns:r="http://schemas.openxmlformats.org/officeDocument/2006/relationships" id="262" r:id="R83ea9ee0245d4398"/>
    <p:sldId xmlns:r="http://schemas.openxmlformats.org/officeDocument/2006/relationships" id="263" r:id="R323cc51705d34da2"/>
    <p:sldId xmlns:r="http://schemas.openxmlformats.org/officeDocument/2006/relationships" id="264" r:id="R84624871bc294bf2"/>
    <p:sldId xmlns:r="http://schemas.openxmlformats.org/officeDocument/2006/relationships" id="265" r:id="Rf37832c6850849d3"/>
    <p:sldId xmlns:r="http://schemas.openxmlformats.org/officeDocument/2006/relationships" id="266" r:id="Rc9bcbfe1741749a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384f4051ae400c" /><Relationship Type="http://schemas.openxmlformats.org/officeDocument/2006/relationships/slideMaster" Target="/ppt/slideMasters/slideMaster1.xml" Id="Rdb72fa76d7f54f25" /><Relationship Type="http://schemas.openxmlformats.org/officeDocument/2006/relationships/notesMaster" Target="/ppt/notesMasters/notesMaster1.xml" Id="R4394a0ebdb6a48bd" /><Relationship Type="http://schemas.openxmlformats.org/officeDocument/2006/relationships/presProps" Target="/ppt/presProps.xml" Id="R096751fbfac045f2" /><Relationship Type="http://schemas.openxmlformats.org/officeDocument/2006/relationships/tableStyles" Target="/ppt/tableStyles.xml" Id="R882a990fc27247be" /><Relationship Type="http://schemas.openxmlformats.org/officeDocument/2006/relationships/slide" Target="/ppt/slides/slide1.xml" Id="R31ce3dd04fd14f7a" /><Relationship Type="http://schemas.openxmlformats.org/officeDocument/2006/relationships/slide" Target="/ppt/slides/slide2.xml" Id="Rb8d7482a7d9849ce" /><Relationship Type="http://schemas.openxmlformats.org/officeDocument/2006/relationships/slide" Target="/ppt/slides/slide3.xml" Id="R65db64dcc3564d3b" /><Relationship Type="http://schemas.openxmlformats.org/officeDocument/2006/relationships/slide" Target="/ppt/slides/slide4.xml" Id="R28080fe904054379" /><Relationship Type="http://schemas.openxmlformats.org/officeDocument/2006/relationships/slide" Target="/ppt/slides/slide5.xml" Id="Ra8b2d01bc788467f" /><Relationship Type="http://schemas.openxmlformats.org/officeDocument/2006/relationships/slide" Target="/ppt/slides/slide6.xml" Id="R2c79c4d6fc4540fb" /><Relationship Type="http://schemas.openxmlformats.org/officeDocument/2006/relationships/slide" Target="/ppt/slides/slide7.xml" Id="R83ea9ee0245d4398" /><Relationship Type="http://schemas.openxmlformats.org/officeDocument/2006/relationships/slide" Target="/ppt/slides/slide8.xml" Id="R323cc51705d34da2" /><Relationship Type="http://schemas.openxmlformats.org/officeDocument/2006/relationships/slide" Target="/ppt/slides/slide9.xml" Id="R84624871bc294bf2" /><Relationship Type="http://schemas.openxmlformats.org/officeDocument/2006/relationships/slide" Target="/ppt/slides/slide10.xml" Id="Rf37832c6850849d3" /><Relationship Type="http://schemas.openxmlformats.org/officeDocument/2006/relationships/slide" Target="/ppt/slides/slide11.xml" Id="Rc9bcbfe1741749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cc03719e214e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4597bf31de4d4a" /><Relationship Type="http://schemas.openxmlformats.org/officeDocument/2006/relationships/notesMaster" Target="/ppt/notesMasters/notesMaster1.xml" Id="Rb91938267f7e41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936d656a084245" /><Relationship Type="http://schemas.openxmlformats.org/officeDocument/2006/relationships/notesMaster" Target="/ppt/notesMasters/notesMaster1.xml" Id="R039b0a0675534f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852ddba3e64750" /><Relationship Type="http://schemas.openxmlformats.org/officeDocument/2006/relationships/notesMaster" Target="/ppt/notesMasters/notesMaster1.xml" Id="R05de446eb1c54b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3218684c554bc2" /><Relationship Type="http://schemas.openxmlformats.org/officeDocument/2006/relationships/notesMaster" Target="/ppt/notesMasters/notesMaster1.xml" Id="R89e79c95532645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0ca515803f409f" /><Relationship Type="http://schemas.openxmlformats.org/officeDocument/2006/relationships/notesMaster" Target="/ppt/notesMasters/notesMaster1.xml" Id="Rbfb135e272aa4b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42c4a5209144a7" /><Relationship Type="http://schemas.openxmlformats.org/officeDocument/2006/relationships/notesMaster" Target="/ppt/notesMasters/notesMaster1.xml" Id="Rb85c0e527fb545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68c7790fde4a70" /><Relationship Type="http://schemas.openxmlformats.org/officeDocument/2006/relationships/notesMaster" Target="/ppt/notesMasters/notesMaster1.xml" Id="R4fca126b76694a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14220c3a8c4957" /><Relationship Type="http://schemas.openxmlformats.org/officeDocument/2006/relationships/notesMaster" Target="/ppt/notesMasters/notesMaster1.xml" Id="Rcf4cdcf499bb4a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3df7c0b7024d10" /><Relationship Type="http://schemas.openxmlformats.org/officeDocument/2006/relationships/notesMaster" Target="/ppt/notesMasters/notesMaster1.xml" Id="R0da1b9710d474a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e30af1470341d4" /><Relationship Type="http://schemas.openxmlformats.org/officeDocument/2006/relationships/notesMaster" Target="/ppt/notesMasters/notesMaster1.xml" Id="Ra973de16961543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c8596cc2ce4bd4" /><Relationship Type="http://schemas.openxmlformats.org/officeDocument/2006/relationships/notesMaster" Target="/ppt/notesMasters/notesMaster1.xml" Id="R1de1a934da9f44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5fddc0322d46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1abe58f0354a9c" /><Relationship Type="http://schemas.openxmlformats.org/officeDocument/2006/relationships/slideLayout" Target="/ppt/slideLayouts/slideLayout1.xml" Id="R6490e530d42644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90e530d42644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2a3759299448c" /><Relationship Type="http://schemas.openxmlformats.org/officeDocument/2006/relationships/notesSlide" Target="/ppt/notesSlides/notesSlide1.xml" Id="Rf29cfd445bb743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be6cabaaa4ba6" /><Relationship Type="http://schemas.openxmlformats.org/officeDocument/2006/relationships/notesSlide" Target="/ppt/notesSlides/notesSlide2.xml" Id="Ra6120dab1eb44a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a5e1da57144b7" /><Relationship Type="http://schemas.openxmlformats.org/officeDocument/2006/relationships/notesSlide" Target="/ppt/notesSlides/notesSlide3.xml" Id="Rc9acfe87fc0f4d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3d0d6cbad47b9" /><Relationship Type="http://schemas.openxmlformats.org/officeDocument/2006/relationships/notesSlide" Target="/ppt/notesSlides/notesSlide4.xml" Id="R407c04b456ac4d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ccd10ccb043db" /><Relationship Type="http://schemas.openxmlformats.org/officeDocument/2006/relationships/notesSlide" Target="/ppt/notesSlides/notesSlide5.xml" Id="R41b9504d83f247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25ae394ee4ebf" /><Relationship Type="http://schemas.openxmlformats.org/officeDocument/2006/relationships/notesSlide" Target="/ppt/notesSlides/notesSlide6.xml" Id="Rc4b6193ae0c148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dc359ba0342cb" /><Relationship Type="http://schemas.openxmlformats.org/officeDocument/2006/relationships/notesSlide" Target="/ppt/notesSlides/notesSlide7.xml" Id="Ra36d9ffb4d174f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49fe08b0d4449" /><Relationship Type="http://schemas.openxmlformats.org/officeDocument/2006/relationships/notesSlide" Target="/ppt/notesSlides/notesSlide8.xml" Id="R64a5345a2d544c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cd426833e4ba9" /><Relationship Type="http://schemas.openxmlformats.org/officeDocument/2006/relationships/notesSlide" Target="/ppt/notesSlides/notesSlide9.xml" Id="R8234367d8bd247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aa7de4eb7482f" /><Relationship Type="http://schemas.openxmlformats.org/officeDocument/2006/relationships/notesSlide" Target="/ppt/notesSlides/notesSlide10.xml" Id="Reec15e0b8ff04b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cf420bd614697" /><Relationship Type="http://schemas.openxmlformats.org/officeDocument/2006/relationships/notesSlide" Target="/ppt/notesSlides/notesSlide11.xml" Id="Rea9edbf4de0c47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D7876962-A2C9-4C31-8C53-E0C359B6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PURVIEW DLP TEST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D1F495-CFA9-46F4-929B-798A8BAA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Preparer Tax Identification Number (PTIN)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C9AACA5-5624-4A39-AD8A-EB6B4DFF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B5563"/>
                </a:solidFill>
              </a:defRPr>
            </a:pPr>
            <a:r>
              <a:rPr sz="1950">
                <a:solidFill>
                  <a:srgbClr val="4B5563"/>
                </a:solidFill>
              </a:rPr>
              <a:t>150 fictional records with unique names and physical addresses</a:t>
            </a:r>
          </a:p>
        </p:txBody>
      </p:sp>
      <p:sp>
        <p:nvSpPr>
          <p:cNvPr id="4" name="notice">
            <a:extLst xmlns:a="http://schemas.openxmlformats.org/drawingml/2006/main">
              <a:ext uri="{FF2B5EF4-FFF2-40B4-BE49-F238E27FC236}">
                <a16:creationId xmlns:a16="http://schemas.microsoft.com/office/drawing/2014/main" id="{3057D059-03C9-4563-B5E7-E1B4C10B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AUTHORIZED DLP TESTING ONLY</a:t>
            </a:r>
          </a:p>
        </p:txBody>
      </p:sp>
    </p:spTree>
    <p:extLst>
      <p:ext uri="{BB962C8B-B14F-4D97-AF65-F5344CB8AC3E}">
        <p14:creationId xmlns:p14="http://schemas.microsoft.com/office/powerpoint/2010/main" val="11090482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ECC783D1-BC70-4B01-B76F-A377FB64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Preparer Tax Identification Number (PTIN) — records 1–15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Evelyn Martin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3555 Silver Glen Lane,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P00000001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Amelia Davis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3592 Golden Glen Lane,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Sophia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3629 Cedar Glen Lane,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P00000003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Olivia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3666 Willow Glen Lane,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Evelyn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3703 Maple Glen Lane,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P00000005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Amelia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3740 River Glen Lane,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Sophia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3777 Meadow Glen Lane,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P00000007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Olivia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3814 Highland Glen Lane,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Evelyn Davis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3851 Sunset Glen Lane,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P00000009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Amelia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3888 Pine Glen Lane,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Sophia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3925 Lake Glen Lane,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P00000011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Olivia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3962 Forest Glen Lane,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Evelyn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3999 Silver Brook Lane,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P00000013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Amelia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4036 Golden Brook Lane,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Sophia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4073 Cedar Brook Lane,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P00000015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0">
            <a:extLst xmlns:a="http://schemas.openxmlformats.org/drawingml/2006/main">
              <a:ext uri="{FF2B5EF4-FFF2-40B4-BE49-F238E27FC236}">
                <a16:creationId xmlns:a16="http://schemas.microsoft.com/office/drawing/2014/main" id="{EC7673BE-7956-45CD-92F9-77003BBA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A06C8C16-B4C1-4E10-8826-81D7223A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296838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3B8DCBCC-06A8-467D-AEFA-E53B90E7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Preparer Tax Identification Number (PTIN) — records 16–30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Olivia Miller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4110 Willow Brook Lane,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P00000016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Evelyn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4147 Maple Brook Lane,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Amelia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4184 River Brook Lane,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P00000018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Sophia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4221 Meadow Brook Lane,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Olivia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4258 Highland Brook Lane,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P00000020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Evelyn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4295 Sunset Brook Lane,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Amelia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4332 Pine Brook Lane,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P00000022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Sophia Miller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4369 Lake Brook Lane,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Mason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4406 Forest Brook Lane,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P00000024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Daniel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4443 Silver Field Lane,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James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4480 Golden Field Lane,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P00000026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Ethan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4517 Cedar Field Lane,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Caleb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4554 Willow Field Lane,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P00000028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Daniel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4591 Maple Field Lane,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James Miller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4628 River Field Lane,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P00000030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BB7F887A-400A-493B-9E06-C7E8DF46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8E74DA79-4B35-4963-AB6E-BCAF7216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50478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6BEEBB03-D4E9-4A1A-AF2F-8410557C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Preparer Tax Identification Number (PTIN) — records 31–45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Ethan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4665 Meadow Field Lane,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P00000031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Caleb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4702 Highland Field Lane,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Daniel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4739 Sunset Field Lane,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P00000033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James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4776 Pine Field Lane,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Ethan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4813 Lake Field Lane,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P00000035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Caleb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4850 Forest Field Lane,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Daniel Miller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4887 Silver View Lane,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P00000037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James Clark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4924 Golden View Lane,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Ethan Anderson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4961 Cedar View Lane,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P00000039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Caleb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4998 Willow View Lane,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Daniel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5035 Maple View Lane,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P00000041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James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5072 River View Lane,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Amelia Garcia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5109 Meadow View Lane,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P00000043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Caleb Miller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5146 Highland View Lane,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Daniel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5183 Sunset View Lane,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P00000045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30">
            <a:extLst xmlns:a="http://schemas.openxmlformats.org/drawingml/2006/main">
              <a:ext uri="{FF2B5EF4-FFF2-40B4-BE49-F238E27FC236}">
                <a16:creationId xmlns:a16="http://schemas.microsoft.com/office/drawing/2014/main" id="{FD3ECC8F-7356-42FF-BA56-8A3F2808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36BE179D-614B-424B-8A79-B1850C2D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949051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5">
            <a:extLst xmlns:a="http://schemas.openxmlformats.org/drawingml/2006/main">
              <a:ext uri="{FF2B5EF4-FFF2-40B4-BE49-F238E27FC236}">
                <a16:creationId xmlns:a16="http://schemas.microsoft.com/office/drawing/2014/main" id="{C928F9D1-9272-4489-B456-539CE759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Preparer Tax Identification Number (PTIN) — records 46–60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James Anderson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5220 Pine View Lane,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P00000046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Ethan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5257 Lake View Lane,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Caleb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5294 Forest View Lane,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P00000048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Harper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5331 Silver Park Lane,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Mia Garcia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5368 Golden Park Lane,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P00000050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Ava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5405 Cedar Park Lane,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Chloe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5442 Willow Park Lane,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P00000052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Harper Anderson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5479 Maple Park Lane,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Mia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5516 River Park Lane,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P00000054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Ava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5553 Meadow Park Lane,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Chloe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5590 Highland Park Lane,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P00000056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Harper Garcia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5627 Sunset Park Lane,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Mia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5664 Pine Park Lane,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P00000058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Ava Lewis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5701 Lake Park Lane,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Chloe Anderson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5738 Forest Park Lane,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P00000060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45">
            <a:extLst xmlns:a="http://schemas.openxmlformats.org/drawingml/2006/main">
              <a:ext uri="{FF2B5EF4-FFF2-40B4-BE49-F238E27FC236}">
                <a16:creationId xmlns:a16="http://schemas.microsoft.com/office/drawing/2014/main" id="{F5765DA7-6B48-44D5-AED4-AC1B6185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4A8362F7-D5C1-4C2B-829C-3F2B8B01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560264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0">
            <a:extLst xmlns:a="http://schemas.openxmlformats.org/drawingml/2006/main">
              <a:ext uri="{FF2B5EF4-FFF2-40B4-BE49-F238E27FC236}">
                <a16:creationId xmlns:a16="http://schemas.microsoft.com/office/drawing/2014/main" id="{78098423-FF2E-4779-AB24-0A1CAF21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Preparer Tax Identification Number (PTIN) — records 61–75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Harper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5775 Silver Hill Lane,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P00000061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Daniel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5812 Golden Hill Lane,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Ava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5849 Cedar Hill Lane,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P00000063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Chloe Garcia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5886 Willow Hill Lane,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Harper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5923 Maple Hill Lane,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P00000065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Mia Lewis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5960 River Hill Lane,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Ava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5997 Meadow Hill Lane,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P00000067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Chloe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6034 Highland Hill Lane,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Harper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6071 Sunset Hill Lane,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P00000069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Mia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6108 Pine Hill Lane,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Ava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6145 Lake Hill Lane,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P00000071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Chloe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6182 Forest Hill Lane,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Benjamin Lewis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6219 Silver Creek Lane,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P00000073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Lucas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6256 Golden Creek Lane,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Noah Allen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6293 Cedar Creek Lane,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P00000075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35AE5D76-ADE1-47E7-B8F0-F3BDAEC1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60">
            <a:extLst xmlns:a="http://schemas.openxmlformats.org/drawingml/2006/main">
              <a:ext uri="{FF2B5EF4-FFF2-40B4-BE49-F238E27FC236}">
                <a16:creationId xmlns:a16="http://schemas.microsoft.com/office/drawing/2014/main" id="{80B3079D-BB83-49DD-A2D3-B5FF3C6C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036000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5">
            <a:extLst xmlns:a="http://schemas.openxmlformats.org/drawingml/2006/main">
              <a:ext uri="{FF2B5EF4-FFF2-40B4-BE49-F238E27FC236}">
                <a16:creationId xmlns:a16="http://schemas.microsoft.com/office/drawing/2014/main" id="{7D3073F3-9E38-48D2-99DE-62EBC436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Preparer Tax Identification Number (PTIN) — records 76–90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Nathan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6330 Willow Creek Lane,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P00000076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Benjamin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6367 Maple Creek Lane,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Lucas Martinez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6404 River Creek Lane,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P00000078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Noah Moore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6441 Meadow Creek Lane,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Nathan Lewis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6478 Highland Creek Lane,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P00000080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Chloe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6515 Sunset Creek Lane,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Lucas Allen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6552 Pine Creek Lane,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P00000082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Noah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6589 Lake Creek Lane,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Nathan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6626 Forest Creek Lane,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P00000084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Benjamin Martinez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6663 Silver Garden Lane,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Lucas Moore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6700 Golden Garden Lane,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P00000086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Noah Lee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6737 Cedar Garden Lane,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Nathan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6774 Willow Garden Lane,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P00000088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Benjamin Allen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6811 Maple Garden Lane,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Lucas Martin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6848 River Garden Lane,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P00000090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435E6EDB-0D4B-4EDB-ACE5-8E1E2A80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6332243F-4560-4BD3-83E7-31DECD09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298700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0">
            <a:extLst xmlns:a="http://schemas.openxmlformats.org/drawingml/2006/main">
              <a:ext uri="{FF2B5EF4-FFF2-40B4-BE49-F238E27FC236}">
                <a16:creationId xmlns:a16="http://schemas.microsoft.com/office/drawing/2014/main" id="{209A1B82-22B9-45D3-9222-4FC3AC4C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Preparer Tax Identification Number (PTIN) — records 91–105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Noah Davis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6885 Meadow Garden Lane,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P00000091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Nathan Martinez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6922 Highland Garden Lane,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Benjamin Moore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6959 Sunset Garden Lane,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P00000093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Lucas Lee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6996 Pine Garden Lane,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Noah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7033 Lake Garden Lane,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P00000095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Nathan Allen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7070 Forest Garden Lane,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Charlotte Martin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7107 Silver Valley Lane,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P00000097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Isabella Davis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7144 Golden Valley Lane,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Emma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7181 Cedar Valley Lane,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P00000099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Noah Moore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7218 Willow Valley Lane,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Charlotte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7255 Maple Valley Lane,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P00000101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Isabella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7292 River Valley Lane,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Emma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7329 Meadow Valley Lane,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P00000103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Grace Martin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7366 Highland Valley Lane, Nashville, TN 37219,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Charlotte Davis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7403 Sunset Valley Lane,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P00000105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90">
            <a:extLst xmlns:a="http://schemas.openxmlformats.org/drawingml/2006/main">
              <a:ext uri="{FF2B5EF4-FFF2-40B4-BE49-F238E27FC236}">
                <a16:creationId xmlns:a16="http://schemas.microsoft.com/office/drawing/2014/main" id="{B76BC770-DB20-4529-8668-FF0E2471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90">
            <a:extLst xmlns:a="http://schemas.openxmlformats.org/drawingml/2006/main">
              <a:ext uri="{FF2B5EF4-FFF2-40B4-BE49-F238E27FC236}">
                <a16:creationId xmlns:a16="http://schemas.microsoft.com/office/drawing/2014/main" id="{B2ECE71B-6C9B-4397-AA18-36A03413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71181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5">
            <a:extLst xmlns:a="http://schemas.openxmlformats.org/drawingml/2006/main">
              <a:ext uri="{FF2B5EF4-FFF2-40B4-BE49-F238E27FC236}">
                <a16:creationId xmlns:a16="http://schemas.microsoft.com/office/drawing/2014/main" id="{B7D70F10-432A-4A6E-AF2B-BCC27D81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Preparer Tax Identification Number (PTIN) — records 106–120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Isabella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7440 Pine Valley Lane,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P00000106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Emma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7477 Lake Valley Lane,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Grace Lee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7514 Forest Valley Lane,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P00000108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Charlotte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7551 Silver Spring Lane,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Isabella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7588 Golden Spring Lane,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P00000110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Emma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7625 Cedar Spring Lane,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Grace Davis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7662 Willow Spring Lane,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P00000112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Charlotte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7699 Maple Spring Lane,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Isabella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7736 River Spring Lane,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P00000114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Emma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7773 Meadow Spring Lane,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Grace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7810 Highland Spring Lane,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P00000116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Charlotte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7847 Sunset Spring Lane,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Isabella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7884 Pine Spring Lane,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P00000118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Emma Miller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7921 Lake Spring Lane, Denver, CO 80202,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Grace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7958 Forest Spring Lane,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P00000120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05">
            <a:extLst xmlns:a="http://schemas.openxmlformats.org/drawingml/2006/main">
              <a:ext uri="{FF2B5EF4-FFF2-40B4-BE49-F238E27FC236}">
                <a16:creationId xmlns:a16="http://schemas.microsoft.com/office/drawing/2014/main" id="{06F8A596-31F4-40C6-A900-93B37E55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05">
            <a:extLst xmlns:a="http://schemas.openxmlformats.org/drawingml/2006/main">
              <a:ext uri="{FF2B5EF4-FFF2-40B4-BE49-F238E27FC236}">
                <a16:creationId xmlns:a16="http://schemas.microsoft.com/office/drawing/2014/main" id="{DFA34094-2E95-48C7-9E73-87A539A3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033126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0">
            <a:extLst xmlns:a="http://schemas.openxmlformats.org/drawingml/2006/main">
              <a:ext uri="{FF2B5EF4-FFF2-40B4-BE49-F238E27FC236}">
                <a16:creationId xmlns:a16="http://schemas.microsoft.com/office/drawing/2014/main" id="{460EE54E-61B8-4651-AF5D-FC44EDC5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Preparer Tax Identification Number (PTIN) — records 121–135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Henry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7995 Silver Oak Drive, Austin, TX 78701,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P00000121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Mason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8032 Golden Oak Drive, Chicago, IL 60601,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Liam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8069 Cedar Oak Drive, Richmond, VA 23219,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P00000123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Samuel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8106 Willow Oak Drive, Portland, OR 97205,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Henry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8143 Maple Oak Drive, San Diego, CA 92101,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P00000125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Mason Miller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8180 River Oak Drive, Boston, MA 02108,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Daniel Liam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8217 Meadow Oak Drive, Minneapolis, MN 55401,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P00000127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Harper Samuel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8254 Highland Oak Drive, Seattle, WA 98101,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Benjamin Henry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8291 Sunset Oak Drive, Charlotte, NC 28202,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P00000129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Charlotte Mason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8328 Pine Oak Drive, Salt Lake City, UT 84101,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Liam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8365 Lake Oak Drive, Atlanta, GA 30303,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P00000131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Samuel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8402 Forest Oak Drive, Columbus, OH 43215,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Henry Miller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8439 Silver Ridge Drive, Phoenix, AZ 85004,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P00000133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Mason Clark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8476 Golden Ridge Drive, Philadelphia, PA 19103,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Liam Anderson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8513 Cedar Ridge Drive, Denver, CO 80202,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P00000135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20">
            <a:extLst xmlns:a="http://schemas.openxmlformats.org/drawingml/2006/main">
              <a:ext uri="{FF2B5EF4-FFF2-40B4-BE49-F238E27FC236}">
                <a16:creationId xmlns:a16="http://schemas.microsoft.com/office/drawing/2014/main" id="{696D0204-8EF3-4854-9D67-39A1ABC8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20">
            <a:extLst xmlns:a="http://schemas.openxmlformats.org/drawingml/2006/main">
              <a:ext uri="{FF2B5EF4-FFF2-40B4-BE49-F238E27FC236}">
                <a16:creationId xmlns:a16="http://schemas.microsoft.com/office/drawing/2014/main" id="{8F225B53-565F-4B92-B429-110587AC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1358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5">
            <a:extLst xmlns:a="http://schemas.openxmlformats.org/drawingml/2006/main">
              <a:ext uri="{FF2B5EF4-FFF2-40B4-BE49-F238E27FC236}">
                <a16:creationId xmlns:a16="http://schemas.microsoft.com/office/drawing/2014/main" id="{9757C891-25C0-4409-9630-65C9DADA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Preparer Tax Identification Number (PTIN) — records 136–150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Isabella Samuel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8550 Willow Ridge Drive, Nashville, TN 37219,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P00000136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Mason Henry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8587 Maple Ridge Drive, Austin, TX 78701,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Mason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8624 River Ridge Drive, Chicago, IL 60601,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P00000138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Ethan Liam Garcia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8661 Meadow Ridge Drive, Richmond, VA 23219,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Samuel Miller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8698 Highland Ridge Drive, Portland, OR 97205,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P00000140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Henry Clark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8735 Sunset Ridge Drive, San Diego, CA 92101,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Mason Anderson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8772 Pine Ridge Drive, Boston, MA 02108,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P00000142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Isabella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8809 Lake Ridge Drive, Minneapolis, MN 55401,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Olivia Samuel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8846 Forest Ridge Drive, Seattle, WA 98101,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P00000144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Caleb Amelia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8883 Silver Glen Drive, Charlotte, NC 28202,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Chloe Sophia Garcia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8920 Golden Glen Drive, Salt Lake City, UT 84101,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P00000146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Nathan Olivia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8957 Cedar Glen Drive, Atlanta, GA 30303,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Evelyn Clark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8994 Willow Glen Drive, Columbus, OH 43215,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P00000148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Samuel Amelia Anderson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9031 Maple Glen Drive, Phoenix, AZ 85004, USA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Evelyn Sophia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9068 River Glen Drive, Philadelphia, PA 19103, USA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P00000150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35">
            <a:extLst xmlns:a="http://schemas.openxmlformats.org/drawingml/2006/main">
              <a:ext uri="{FF2B5EF4-FFF2-40B4-BE49-F238E27FC236}">
                <a16:creationId xmlns:a16="http://schemas.microsoft.com/office/drawing/2014/main" id="{0722255E-2826-431B-910C-1711ED89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35">
            <a:extLst xmlns:a="http://schemas.openxmlformats.org/drawingml/2006/main">
              <a:ext uri="{FF2B5EF4-FFF2-40B4-BE49-F238E27FC236}">
                <a16:creationId xmlns:a16="http://schemas.microsoft.com/office/drawing/2014/main" id="{4EB7EFBD-B934-4F75-8F0A-732CE3A8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924884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2026-07-30T10:49:17.9570000Z</dcterms:created>
  <dcterms:modified xsi:type="dcterms:W3CDTF">2026-07-30T10:49:17.9570000Z</dcterms:modified>
</coreProperties>
</file>